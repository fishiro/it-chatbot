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98"/>
  </p:notesMasterIdLst>
  <p:handoutMasterIdLst>
    <p:handoutMasterId r:id="rId99"/>
  </p:handoutMasterIdLst>
  <p:sldIdLst>
    <p:sldId id="467" r:id="rId2"/>
    <p:sldId id="468" r:id="rId3"/>
    <p:sldId id="469" r:id="rId4"/>
    <p:sldId id="578" r:id="rId5"/>
    <p:sldId id="579" r:id="rId6"/>
    <p:sldId id="470" r:id="rId7"/>
    <p:sldId id="471" r:id="rId8"/>
    <p:sldId id="472" r:id="rId9"/>
    <p:sldId id="473" r:id="rId10"/>
    <p:sldId id="474" r:id="rId11"/>
    <p:sldId id="475" r:id="rId12"/>
    <p:sldId id="476" r:id="rId13"/>
    <p:sldId id="477" r:id="rId14"/>
    <p:sldId id="478" r:id="rId15"/>
    <p:sldId id="479" r:id="rId16"/>
    <p:sldId id="480" r:id="rId17"/>
    <p:sldId id="481" r:id="rId18"/>
    <p:sldId id="482" r:id="rId19"/>
    <p:sldId id="484" r:id="rId20"/>
    <p:sldId id="485" r:id="rId21"/>
    <p:sldId id="486" r:id="rId22"/>
    <p:sldId id="487" r:id="rId23"/>
    <p:sldId id="488" r:id="rId24"/>
    <p:sldId id="489" r:id="rId25"/>
    <p:sldId id="491" r:id="rId26"/>
    <p:sldId id="492" r:id="rId27"/>
    <p:sldId id="493" r:id="rId28"/>
    <p:sldId id="494" r:id="rId29"/>
    <p:sldId id="495" r:id="rId30"/>
    <p:sldId id="497" r:id="rId31"/>
    <p:sldId id="498" r:id="rId32"/>
    <p:sldId id="500" r:id="rId33"/>
    <p:sldId id="501" r:id="rId34"/>
    <p:sldId id="502" r:id="rId35"/>
    <p:sldId id="503" r:id="rId36"/>
    <p:sldId id="504" r:id="rId37"/>
    <p:sldId id="505" r:id="rId38"/>
    <p:sldId id="506" r:id="rId39"/>
    <p:sldId id="507" r:id="rId40"/>
    <p:sldId id="509" r:id="rId41"/>
    <p:sldId id="510" r:id="rId42"/>
    <p:sldId id="511" r:id="rId43"/>
    <p:sldId id="512" r:id="rId44"/>
    <p:sldId id="515" r:id="rId45"/>
    <p:sldId id="516" r:id="rId46"/>
    <p:sldId id="517" r:id="rId47"/>
    <p:sldId id="518" r:id="rId48"/>
    <p:sldId id="519" r:id="rId49"/>
    <p:sldId id="520" r:id="rId50"/>
    <p:sldId id="521" r:id="rId51"/>
    <p:sldId id="522" r:id="rId52"/>
    <p:sldId id="523" r:id="rId53"/>
    <p:sldId id="524" r:id="rId54"/>
    <p:sldId id="525" r:id="rId55"/>
    <p:sldId id="526" r:id="rId56"/>
    <p:sldId id="527" r:id="rId57"/>
    <p:sldId id="528" r:id="rId58"/>
    <p:sldId id="529" r:id="rId59"/>
    <p:sldId id="530" r:id="rId60"/>
    <p:sldId id="531" r:id="rId61"/>
    <p:sldId id="532" r:id="rId62"/>
    <p:sldId id="533" r:id="rId63"/>
    <p:sldId id="534" r:id="rId64"/>
    <p:sldId id="535" r:id="rId65"/>
    <p:sldId id="536" r:id="rId66"/>
    <p:sldId id="537" r:id="rId67"/>
    <p:sldId id="538" r:id="rId68"/>
    <p:sldId id="539" r:id="rId69"/>
    <p:sldId id="577" r:id="rId70"/>
    <p:sldId id="540" r:id="rId71"/>
    <p:sldId id="541" r:id="rId72"/>
    <p:sldId id="542" r:id="rId73"/>
    <p:sldId id="546" r:id="rId74"/>
    <p:sldId id="547" r:id="rId75"/>
    <p:sldId id="548" r:id="rId76"/>
    <p:sldId id="549" r:id="rId77"/>
    <p:sldId id="550" r:id="rId78"/>
    <p:sldId id="551" r:id="rId79"/>
    <p:sldId id="552" r:id="rId80"/>
    <p:sldId id="553" r:id="rId81"/>
    <p:sldId id="555" r:id="rId82"/>
    <p:sldId id="556" r:id="rId83"/>
    <p:sldId id="559" r:id="rId84"/>
    <p:sldId id="560" r:id="rId85"/>
    <p:sldId id="561" r:id="rId86"/>
    <p:sldId id="570" r:id="rId87"/>
    <p:sldId id="571" r:id="rId88"/>
    <p:sldId id="572" r:id="rId89"/>
    <p:sldId id="573" r:id="rId90"/>
    <p:sldId id="574" r:id="rId91"/>
    <p:sldId id="575" r:id="rId92"/>
    <p:sldId id="576" r:id="rId93"/>
    <p:sldId id="562" r:id="rId94"/>
    <p:sldId id="563" r:id="rId95"/>
    <p:sldId id="564" r:id="rId96"/>
    <p:sldId id="565" r:id="rId97"/>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028C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414" autoAdjust="0"/>
    <p:restoredTop sz="94420" autoAdjust="0"/>
  </p:normalViewPr>
  <p:slideViewPr>
    <p:cSldViewPr>
      <p:cViewPr varScale="1">
        <p:scale>
          <a:sx n="111" d="100"/>
          <a:sy n="111" d="100"/>
        </p:scale>
        <p:origin x="1224"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9" d="100"/>
          <a:sy n="59" d="100"/>
        </p:scale>
        <p:origin x="-2508"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handoutMaster" Target="handoutMasters/handoutMaster1.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notesMaster" Target="notesMasters/notesMaster1.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58849E2-8987-21B3-8FBB-38AF049B33C6}"/>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pitchFamily="34" charset="0"/>
              </a:defRPr>
            </a:lvl1pPr>
          </a:lstStyle>
          <a:p>
            <a:pPr>
              <a:defRPr/>
            </a:pPr>
            <a:endParaRPr lang="en-US"/>
          </a:p>
        </p:txBody>
      </p:sp>
      <p:sp>
        <p:nvSpPr>
          <p:cNvPr id="3" name="Date Placeholder 2">
            <a:extLst>
              <a:ext uri="{FF2B5EF4-FFF2-40B4-BE49-F238E27FC236}">
                <a16:creationId xmlns:a16="http://schemas.microsoft.com/office/drawing/2014/main" id="{62A35E1F-58BF-D297-03F9-04B1B7AA25E6}"/>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atin typeface="Arial" pitchFamily="34" charset="0"/>
              </a:defRPr>
            </a:lvl1pPr>
          </a:lstStyle>
          <a:p>
            <a:pPr>
              <a:defRPr/>
            </a:pPr>
            <a:fld id="{12EEDEC5-1CA4-4A74-9F50-EB5D41538A71}" type="datetimeFigureOut">
              <a:rPr lang="en-US"/>
              <a:pPr>
                <a:defRPr/>
              </a:pPr>
              <a:t>3/13/2026</a:t>
            </a:fld>
            <a:endParaRPr lang="en-US"/>
          </a:p>
        </p:txBody>
      </p:sp>
      <p:sp>
        <p:nvSpPr>
          <p:cNvPr id="4" name="Footer Placeholder 3">
            <a:extLst>
              <a:ext uri="{FF2B5EF4-FFF2-40B4-BE49-F238E27FC236}">
                <a16:creationId xmlns:a16="http://schemas.microsoft.com/office/drawing/2014/main" id="{61CD512A-F40E-47E7-11C2-57B21FF2ECAA}"/>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pitchFamily="34" charset="0"/>
              </a:defRPr>
            </a:lvl1pPr>
          </a:lstStyle>
          <a:p>
            <a:pPr>
              <a:defRPr/>
            </a:pPr>
            <a:endParaRPr lang="en-US"/>
          </a:p>
        </p:txBody>
      </p:sp>
      <p:sp>
        <p:nvSpPr>
          <p:cNvPr id="5" name="Slide Number Placeholder 4">
            <a:extLst>
              <a:ext uri="{FF2B5EF4-FFF2-40B4-BE49-F238E27FC236}">
                <a16:creationId xmlns:a16="http://schemas.microsoft.com/office/drawing/2014/main" id="{981D474C-EE6C-185C-480A-67B63DD9B83E}"/>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3D338618-21AE-4837-A1D1-6428B24EAF20}" type="slidenum">
              <a:rPr lang="en-US" altLang="vi-VN"/>
              <a:pPr/>
              <a:t>‹#›</a:t>
            </a:fld>
            <a:endParaRPr lang="en-US" altLang="vi-VN"/>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800" units="cm"/>
          <inkml:channel name="Y" type="integer" max="600" units="cm"/>
        </inkml:traceFormat>
        <inkml:channelProperties>
          <inkml:channelProperty channel="X" name="resolution" value="25" units="1/cm"/>
          <inkml:channelProperty channel="Y" name="resolution" value="40" units="1/cm"/>
        </inkml:channelProperties>
      </inkml:inkSource>
      <inkml:timestamp xml:id="ts0" timeString="2010-02-21T01:57:07.296"/>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41 284,'30'0,"34"0,-1-32,0 32,-1-30,2 30,30-62,-63 62,32-31,-31 31,-1 0,-62-31,-32 0,31 31,-30 0,30 0,-94-63,95 63,-32 0,32 0,-33 0,64 0,-32 0,2 0,-2 31,32 1,0-1,0 0,32-31,30 31,96 0,-64 30,-31-61,-31 0,-1 0,0 0,1 0,31 0,32 32,-1-1,0-31,-31 0,32 0,-33 0,-62 0,-32 31,-30 31,30-62,-30 0,-2 31,64 1,-62-2,-2-30,2 0,-1 0,0 0,63 0,-32 0,1 0,0 0,-1 0,1 0,31 0,-32 0,0 0,-30 0,62 0</inkml:trace>
</inkml:ink>
</file>

<file path=ppt/ink/ink2.xml><?xml version="1.0" encoding="utf-8"?>
<inkml:ink xmlns:inkml="http://www.w3.org/2003/InkML">
  <inkml:definitions>
    <inkml:context xml:id="ctx0">
      <inkml:inkSource xml:id="inkSrc0">
        <inkml:traceFormat>
          <inkml:channel name="X" type="integer" max="800" units="cm"/>
          <inkml:channel name="Y" type="integer" max="600" units="cm"/>
        </inkml:traceFormat>
        <inkml:channelProperties>
          <inkml:channelProperty channel="X" name="resolution" value="25" units="1/cm"/>
          <inkml:channelProperty channel="Y" name="resolution" value="40" units="1/cm"/>
        </inkml:channelProperties>
      </inkml:inkSource>
      <inkml:timestamp xml:id="ts0" timeString="2010-02-21T01:57:13.468"/>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0 0,'0'0,"0"61,0-61,64 0,31-61,-32 61,-31 0,0 0</inkml:trace>
</inkml:ink>
</file>

<file path=ppt/ink/ink3.xml><?xml version="1.0" encoding="utf-8"?>
<inkml:ink xmlns:inkml="http://www.w3.org/2003/InkML">
  <inkml:definitions>
    <inkml:context xml:id="ctx0">
      <inkml:inkSource xml:id="inkSrc0">
        <inkml:traceFormat>
          <inkml:channel name="X" type="integer" max="800" units="cm"/>
          <inkml:channel name="Y" type="integer" max="600" units="cm"/>
        </inkml:traceFormat>
        <inkml:channelProperties>
          <inkml:channelProperty channel="X" name="resolution" value="25" units="1/cm"/>
          <inkml:channelProperty channel="Y" name="resolution" value="40" units="1/cm"/>
        </inkml:channelProperties>
      </inkml:inkSource>
      <inkml:timestamp xml:id="ts0" timeString="2010-02-21T01:57:18.468"/>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605 0</inkml:trace>
  <inkml:trace contextRef="#ctx0" brushRef="#br0" timeOffset="4547">0 882,'32'0,"32"0,-1 0,1 0,-33 0,33 0,0 0,0 0,-1 0,33 0,-33 0,-63 0,0 0,64 0,-1 0,1 0,-64 0,-32 0,-63 0,-32 0,-32 0,63 32,0-32,65 0,-33 0,33 0,-1 0,32 0,127 0,0 0,64 0,-127 0,126-63,-158 63,0-31,-32 31,-32 31,32 0,-95 1,-64 0,95-1,-32 1,33-1,63-31,0 0,63-31,2 31,-65-32,0 32</inkml:trace>
</inkml:ink>
</file>

<file path=ppt/ink/ink4.xml><?xml version="1.0" encoding="utf-8"?>
<inkml:ink xmlns:inkml="http://www.w3.org/2003/InkML">
  <inkml:definitions>
    <inkml:context xml:id="ctx0">
      <inkml:inkSource xml:id="inkSrc0">
        <inkml:traceFormat>
          <inkml:channel name="X" type="integer" max="800" units="cm"/>
          <inkml:channel name="Y" type="integer" max="600" units="cm"/>
        </inkml:traceFormat>
        <inkml:channelProperties>
          <inkml:channelProperty channel="X" name="resolution" value="25" units="1/cm"/>
          <inkml:channelProperty channel="Y" name="resolution" value="40" units="1/cm"/>
        </inkml:channelProperties>
      </inkml:inkSource>
      <inkml:timestamp xml:id="ts0" timeString="2010-02-21T01:57:27.687"/>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0 0</inkml:trace>
</inkml:ink>
</file>

<file path=ppt/ink/ink5.xml><?xml version="1.0" encoding="utf-8"?>
<inkml:ink xmlns:inkml="http://www.w3.org/2003/InkML">
  <inkml:definitions>
    <inkml:context xml:id="ctx0">
      <inkml:inkSource xml:id="inkSrc0">
        <inkml:traceFormat>
          <inkml:channel name="X" type="integer" max="800" units="cm"/>
          <inkml:channel name="Y" type="integer" max="600" units="cm"/>
        </inkml:traceFormat>
        <inkml:channelProperties>
          <inkml:channelProperty channel="X" name="resolution" value="25" units="1/cm"/>
          <inkml:channelProperty channel="Y" name="resolution" value="40" units="1/cm"/>
        </inkml:channelProperties>
      </inkml:inkSource>
      <inkml:timestamp xml:id="ts0" timeString="2010-02-21T01:57:30.093"/>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34 0,'-34'0</inkml:trace>
</inkml:ink>
</file>

<file path=ppt/ink/ink6.xml><?xml version="1.0" encoding="utf-8"?>
<inkml:ink xmlns:inkml="http://www.w3.org/2003/InkML">
  <inkml:definitions>
    <inkml:context xml:id="ctx0">
      <inkml:inkSource xml:id="inkSrc0">
        <inkml:traceFormat>
          <inkml:channel name="X" type="integer" max="800" units="cm"/>
          <inkml:channel name="Y" type="integer" max="600" units="cm"/>
        </inkml:traceFormat>
        <inkml:channelProperties>
          <inkml:channelProperty channel="X" name="resolution" value="25" units="1/cm"/>
          <inkml:channelProperty channel="Y" name="resolution" value="40" units="1/cm"/>
        </inkml:channelProperties>
      </inkml:inkSource>
      <inkml:timestamp xml:id="ts0" timeString="2010-02-21T01:57:31.453"/>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05E7EF2-D295-807E-85EB-776BD9D5587A}"/>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defRPr>
            </a:lvl1pPr>
          </a:lstStyle>
          <a:p>
            <a:pPr>
              <a:defRPr/>
            </a:pPr>
            <a:endParaRPr lang="en-US"/>
          </a:p>
        </p:txBody>
      </p:sp>
      <p:sp>
        <p:nvSpPr>
          <p:cNvPr id="3" name="Date Placeholder 2">
            <a:extLst>
              <a:ext uri="{FF2B5EF4-FFF2-40B4-BE49-F238E27FC236}">
                <a16:creationId xmlns:a16="http://schemas.microsoft.com/office/drawing/2014/main" id="{7EA7B089-4605-133C-0B26-17FB300B5BD6}"/>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defRPr>
            </a:lvl1pPr>
          </a:lstStyle>
          <a:p>
            <a:pPr>
              <a:defRPr/>
            </a:pPr>
            <a:fld id="{45F60E35-E6AB-4E50-AF06-02F8045D5168}" type="datetimeFigureOut">
              <a:rPr lang="en-US"/>
              <a:pPr>
                <a:defRPr/>
              </a:pPr>
              <a:t>3/13/2026</a:t>
            </a:fld>
            <a:endParaRPr lang="en-US"/>
          </a:p>
        </p:txBody>
      </p:sp>
      <p:sp>
        <p:nvSpPr>
          <p:cNvPr id="4" name="Slide Image Placeholder 3">
            <a:extLst>
              <a:ext uri="{FF2B5EF4-FFF2-40B4-BE49-F238E27FC236}">
                <a16:creationId xmlns:a16="http://schemas.microsoft.com/office/drawing/2014/main" id="{C5AAF16C-6167-DA73-B0FE-2ADE9A9A7103}"/>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F2C60661-D41B-3691-23BF-AA60231292CC}"/>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F50F3FE8-C58D-D621-04DE-C255DC93720F}"/>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defRPr>
            </a:lvl1pPr>
          </a:lstStyle>
          <a:p>
            <a:pPr>
              <a:defRPr/>
            </a:pPr>
            <a:endParaRPr lang="en-US"/>
          </a:p>
        </p:txBody>
      </p:sp>
      <p:sp>
        <p:nvSpPr>
          <p:cNvPr id="7" name="Slide Number Placeholder 6">
            <a:extLst>
              <a:ext uri="{FF2B5EF4-FFF2-40B4-BE49-F238E27FC236}">
                <a16:creationId xmlns:a16="http://schemas.microsoft.com/office/drawing/2014/main" id="{1372504B-9BE1-77D8-C6D8-2356AF9C3767}"/>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EA40F4BB-B891-429A-B3BC-3CA99E1E4E08}" type="slidenum">
              <a:rPr lang="en-US" altLang="vi-VN"/>
              <a:pPr/>
              <a:t>‹#›</a:t>
            </a:fld>
            <a:endParaRPr lang="en-US" altLang="vi-V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 Id="rId6" Type="http://schemas.openxmlformats.org/officeDocument/2006/relationships/image" Target="../media/image7.gif"/><Relationship Id="rId5" Type="http://schemas.openxmlformats.org/officeDocument/2006/relationships/image" Target="../media/image6.jpeg"/><Relationship Id="rId4" Type="http://schemas.openxmlformats.org/officeDocument/2006/relationships/image" Target="../media/image5.em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Rectangle 52">
            <a:extLst>
              <a:ext uri="{FF2B5EF4-FFF2-40B4-BE49-F238E27FC236}">
                <a16:creationId xmlns:a16="http://schemas.microsoft.com/office/drawing/2014/main" id="{C59BA221-5FA3-C84C-04E3-C6B832E77288}"/>
              </a:ext>
            </a:extLst>
          </p:cNvPr>
          <p:cNvSpPr>
            <a:spLocks noChangeArrowheads="1"/>
          </p:cNvSpPr>
          <p:nvPr/>
        </p:nvSpPr>
        <p:spPr bwMode="gray">
          <a:xfrm>
            <a:off x="0" y="0"/>
            <a:ext cx="9144000" cy="5157788"/>
          </a:xfrm>
          <a:prstGeom prst="rect">
            <a:avLst/>
          </a:prstGeom>
          <a:solidFill>
            <a:schemeClr val="accent1"/>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3" name="Rectangle 64">
            <a:extLst>
              <a:ext uri="{FF2B5EF4-FFF2-40B4-BE49-F238E27FC236}">
                <a16:creationId xmlns:a16="http://schemas.microsoft.com/office/drawing/2014/main" id="{9E3F2FA1-1058-5B68-FC71-3A1BC6C4480F}"/>
              </a:ext>
            </a:extLst>
          </p:cNvPr>
          <p:cNvSpPr>
            <a:spLocks noChangeArrowheads="1"/>
          </p:cNvSpPr>
          <p:nvPr/>
        </p:nvSpPr>
        <p:spPr bwMode="gray">
          <a:xfrm>
            <a:off x="1262063" y="0"/>
            <a:ext cx="2362200" cy="4953000"/>
          </a:xfrm>
          <a:prstGeom prst="rect">
            <a:avLst/>
          </a:prstGeom>
          <a:gradFill rotWithShape="1">
            <a:gsLst>
              <a:gs pos="0">
                <a:schemeClr val="accent1"/>
              </a:gs>
              <a:gs pos="100000">
                <a:schemeClr val="accent1">
                  <a:gamma/>
                  <a:shade val="72549"/>
                  <a:invGamma/>
                </a:schemeClr>
              </a:gs>
            </a:gsLst>
            <a:lin ang="5400000" scaled="1"/>
          </a:gradFill>
          <a:ln w="9525">
            <a:noFill/>
            <a:miter lim="800000"/>
            <a:headEnd/>
            <a:tailEnd/>
          </a:ln>
          <a:effectLst/>
        </p:spPr>
        <p:txBody>
          <a:bodyPr wrap="none" anchor="ctr"/>
          <a:lstStyle/>
          <a:p>
            <a:pPr eaLnBrk="1" hangingPunct="1">
              <a:defRPr/>
            </a:pPr>
            <a:endParaRPr lang="en-US">
              <a:latin typeface="Arial" charset="0"/>
            </a:endParaRPr>
          </a:p>
        </p:txBody>
      </p:sp>
      <p:sp>
        <p:nvSpPr>
          <p:cNvPr id="4" name="Rectangle 65">
            <a:extLst>
              <a:ext uri="{FF2B5EF4-FFF2-40B4-BE49-F238E27FC236}">
                <a16:creationId xmlns:a16="http://schemas.microsoft.com/office/drawing/2014/main" id="{7123D0EC-9589-63A9-D1AB-8299A880E804}"/>
              </a:ext>
            </a:extLst>
          </p:cNvPr>
          <p:cNvSpPr>
            <a:spLocks noChangeArrowheads="1"/>
          </p:cNvSpPr>
          <p:nvPr/>
        </p:nvSpPr>
        <p:spPr bwMode="gray">
          <a:xfrm>
            <a:off x="304800" y="2400300"/>
            <a:ext cx="8458200" cy="1104900"/>
          </a:xfrm>
          <a:prstGeom prst="rect">
            <a:avLst/>
          </a:prstGeom>
          <a:gradFill rotWithShape="1">
            <a:gsLst>
              <a:gs pos="0">
                <a:schemeClr val="tx1"/>
              </a:gs>
              <a:gs pos="100000">
                <a:schemeClr val="accent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pic>
        <p:nvPicPr>
          <p:cNvPr id="5" name="Picture 61">
            <a:extLst>
              <a:ext uri="{FF2B5EF4-FFF2-40B4-BE49-F238E27FC236}">
                <a16:creationId xmlns:a16="http://schemas.microsoft.com/office/drawing/2014/main" id="{AB22A3B4-4984-E084-8459-6958E2B712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0" y="3490913"/>
            <a:ext cx="1258888" cy="143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63">
            <a:extLst>
              <a:ext uri="{FF2B5EF4-FFF2-40B4-BE49-F238E27FC236}">
                <a16:creationId xmlns:a16="http://schemas.microsoft.com/office/drawing/2014/main" id="{DC24C957-7C95-F4B1-DB3F-6CAB21C00AE6}"/>
              </a:ext>
            </a:extLst>
          </p:cNvPr>
          <p:cNvSpPr>
            <a:spLocks noChangeArrowheads="1"/>
          </p:cNvSpPr>
          <p:nvPr/>
        </p:nvSpPr>
        <p:spPr bwMode="gray">
          <a:xfrm>
            <a:off x="1276350" y="4941888"/>
            <a:ext cx="7867650" cy="2174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7" name="Rectangle 66">
            <a:extLst>
              <a:ext uri="{FF2B5EF4-FFF2-40B4-BE49-F238E27FC236}">
                <a16:creationId xmlns:a16="http://schemas.microsoft.com/office/drawing/2014/main" id="{9E06F362-EF93-E83B-9D04-096380B279B4}"/>
              </a:ext>
            </a:extLst>
          </p:cNvPr>
          <p:cNvSpPr>
            <a:spLocks noChangeArrowheads="1"/>
          </p:cNvSpPr>
          <p:nvPr/>
        </p:nvSpPr>
        <p:spPr bwMode="gray">
          <a:xfrm>
            <a:off x="304800" y="304800"/>
            <a:ext cx="8534400" cy="4343400"/>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8" name="Rectangle 67">
            <a:extLst>
              <a:ext uri="{FF2B5EF4-FFF2-40B4-BE49-F238E27FC236}">
                <a16:creationId xmlns:a16="http://schemas.microsoft.com/office/drawing/2014/main" id="{6AD9BFD6-FD25-44D7-9AB3-8EE9DB2AE5BA}"/>
              </a:ext>
            </a:extLst>
          </p:cNvPr>
          <p:cNvSpPr>
            <a:spLocks noChangeArrowheads="1"/>
          </p:cNvSpPr>
          <p:nvPr/>
        </p:nvSpPr>
        <p:spPr bwMode="gray">
          <a:xfrm>
            <a:off x="7391400" y="914400"/>
            <a:ext cx="1600200" cy="1447800"/>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9" name="Rectangle 68">
            <a:extLst>
              <a:ext uri="{FF2B5EF4-FFF2-40B4-BE49-F238E27FC236}">
                <a16:creationId xmlns:a16="http://schemas.microsoft.com/office/drawing/2014/main" id="{4EFDB631-B23D-E2E9-4374-F98AE3DD8ED5}"/>
              </a:ext>
            </a:extLst>
          </p:cNvPr>
          <p:cNvSpPr>
            <a:spLocks noChangeArrowheads="1"/>
          </p:cNvSpPr>
          <p:nvPr/>
        </p:nvSpPr>
        <p:spPr bwMode="gray">
          <a:xfrm>
            <a:off x="8305800" y="0"/>
            <a:ext cx="76200" cy="175260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3074" name="Rectangle 2"/>
          <p:cNvSpPr>
            <a:spLocks noGrp="1" noChangeArrowheads="1"/>
          </p:cNvSpPr>
          <p:nvPr>
            <p:ph type="ctrTitle"/>
          </p:nvPr>
        </p:nvSpPr>
        <p:spPr>
          <a:xfrm>
            <a:off x="457200" y="1524000"/>
            <a:ext cx="8229600" cy="1981200"/>
          </a:xfrm>
        </p:spPr>
        <p:txBody>
          <a:bodyPr/>
          <a:lstStyle>
            <a:lvl1pPr>
              <a:defRPr sz="4800"/>
            </a:lvl1pPr>
          </a:lstStyle>
          <a:p>
            <a:r>
              <a:rPr lang="en-US" dirty="0"/>
              <a:t>Click to edit Master title style</a:t>
            </a:r>
          </a:p>
        </p:txBody>
      </p:sp>
      <p:sp>
        <p:nvSpPr>
          <p:cNvPr id="3075" name="Rectangle 3"/>
          <p:cNvSpPr>
            <a:spLocks noGrp="1" noChangeArrowheads="1"/>
          </p:cNvSpPr>
          <p:nvPr>
            <p:ph type="subTitle" idx="1"/>
          </p:nvPr>
        </p:nvSpPr>
        <p:spPr>
          <a:xfrm>
            <a:off x="990600" y="5181600"/>
            <a:ext cx="7315200" cy="1143000"/>
          </a:xfrm>
        </p:spPr>
        <p:txBody>
          <a:bodyPr/>
          <a:lstStyle>
            <a:lvl1pPr marL="0" indent="0" algn="ctr">
              <a:buFont typeface="Wingdings" pitchFamily="2" charset="2"/>
              <a:buNone/>
              <a:defRPr b="1">
                <a:solidFill>
                  <a:schemeClr val="bg1"/>
                </a:solidFill>
              </a:defRPr>
            </a:lvl1pPr>
          </a:lstStyle>
          <a:p>
            <a:r>
              <a:rPr lang="en-US"/>
              <a:t>Click to edit Master subtitle style</a:t>
            </a:r>
          </a:p>
        </p:txBody>
      </p:sp>
      <p:sp>
        <p:nvSpPr>
          <p:cNvPr id="10" name="Rectangle 5">
            <a:extLst>
              <a:ext uri="{FF2B5EF4-FFF2-40B4-BE49-F238E27FC236}">
                <a16:creationId xmlns:a16="http://schemas.microsoft.com/office/drawing/2014/main" id="{F5C1AAE4-502A-2CC9-EA2F-EFF4FCD7823F}"/>
              </a:ext>
            </a:extLst>
          </p:cNvPr>
          <p:cNvSpPr>
            <a:spLocks noGrp="1" noChangeArrowheads="1"/>
          </p:cNvSpPr>
          <p:nvPr>
            <p:ph type="ftr" sz="quarter" idx="10"/>
          </p:nvPr>
        </p:nvSpPr>
        <p:spPr bwMode="auto">
          <a:xfrm>
            <a:off x="2514600" y="6400800"/>
            <a:ext cx="4114800" cy="304800"/>
          </a:xfrm>
        </p:spPr>
        <p:txBody>
          <a:bodyPr/>
          <a:lstStyle>
            <a:lvl1pPr>
              <a:defRPr>
                <a:solidFill>
                  <a:schemeClr val="tx1"/>
                </a:solidFill>
              </a:defRPr>
            </a:lvl1pPr>
          </a:lstStyle>
          <a:p>
            <a:pPr>
              <a:defRPr/>
            </a:pPr>
            <a:r>
              <a:rPr lang="en-US"/>
              <a:t>Tin </a:t>
            </a:r>
            <a:r>
              <a:rPr lang="en-US" err="1"/>
              <a:t>học</a:t>
            </a:r>
            <a:r>
              <a:rPr lang="en-US"/>
              <a:t> </a:t>
            </a:r>
            <a:r>
              <a:rPr lang="en-US" err="1"/>
              <a:t>đại</a:t>
            </a:r>
            <a:r>
              <a:rPr lang="en-US"/>
              <a:t> </a:t>
            </a:r>
            <a:r>
              <a:rPr lang="en-US" err="1"/>
              <a:t>cương</a:t>
            </a:r>
            <a:endParaRPr lang="en-US"/>
          </a:p>
        </p:txBody>
      </p:sp>
    </p:spTree>
    <p:extLst>
      <p:ext uri="{BB962C8B-B14F-4D97-AF65-F5344CB8AC3E}">
        <p14:creationId xmlns:p14="http://schemas.microsoft.com/office/powerpoint/2010/main" val="269740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up)">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9"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showMasterPhAnim="0" type="obj" preserve="1">
  <p:cSld name="Title and Content">
    <p:spTree>
      <p:nvGrpSpPr>
        <p:cNvPr id="1" name=""/>
        <p:cNvGrpSpPr/>
        <p:nvPr/>
      </p:nvGrpSpPr>
      <p:grpSpPr>
        <a:xfrm>
          <a:off x="0" y="0"/>
          <a:ext cx="0" cy="0"/>
          <a:chOff x="0" y="0"/>
          <a:chExt cx="0" cy="0"/>
        </a:xfrm>
      </p:grpSpPr>
      <p:sp>
        <p:nvSpPr>
          <p:cNvPr id="4" name="Rectangle 43">
            <a:extLst>
              <a:ext uri="{FF2B5EF4-FFF2-40B4-BE49-F238E27FC236}">
                <a16:creationId xmlns:a16="http://schemas.microsoft.com/office/drawing/2014/main" id="{330C446B-DFDF-3DAD-F4D8-A952CCEC3EC9}"/>
              </a:ext>
            </a:extLst>
          </p:cNvPr>
          <p:cNvSpPr>
            <a:spLocks noChangeArrowheads="1"/>
          </p:cNvSpPr>
          <p:nvPr/>
        </p:nvSpPr>
        <p:spPr bwMode="gray">
          <a:xfrm>
            <a:off x="0" y="0"/>
            <a:ext cx="9144000" cy="10287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5" name="Rectangle 44">
            <a:extLst>
              <a:ext uri="{FF2B5EF4-FFF2-40B4-BE49-F238E27FC236}">
                <a16:creationId xmlns:a16="http://schemas.microsoft.com/office/drawing/2014/main" id="{BD412417-36D2-41B8-E58A-9876F747CDCB}"/>
              </a:ext>
            </a:extLst>
          </p:cNvPr>
          <p:cNvSpPr>
            <a:spLocks noChangeArrowheads="1"/>
          </p:cNvSpPr>
          <p:nvPr/>
        </p:nvSpPr>
        <p:spPr bwMode="gray">
          <a:xfrm>
            <a:off x="1447800" y="0"/>
            <a:ext cx="7696200" cy="87947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6" name="Rectangle 45">
            <a:extLst>
              <a:ext uri="{FF2B5EF4-FFF2-40B4-BE49-F238E27FC236}">
                <a16:creationId xmlns:a16="http://schemas.microsoft.com/office/drawing/2014/main" id="{B985D1D7-8F18-A889-1D14-5587B218126A}"/>
              </a:ext>
            </a:extLst>
          </p:cNvPr>
          <p:cNvSpPr>
            <a:spLocks noChangeArrowheads="1"/>
          </p:cNvSpPr>
          <p:nvPr/>
        </p:nvSpPr>
        <p:spPr bwMode="gray">
          <a:xfrm>
            <a:off x="0" y="158750"/>
            <a:ext cx="9144000" cy="603250"/>
          </a:xfrm>
          <a:prstGeom prst="rect">
            <a:avLst/>
          </a:prstGeom>
          <a:gradFill rotWithShape="1">
            <a:gsLst>
              <a:gs pos="0">
                <a:schemeClr val="accent1">
                  <a:gamma/>
                  <a:shade val="46275"/>
                  <a:invGamma/>
                </a:schemeClr>
              </a:gs>
              <a:gs pos="100000">
                <a:schemeClr val="accent1"/>
              </a:gs>
            </a:gsLst>
            <a:lin ang="0" scaled="1"/>
          </a:gradFill>
          <a:ln w="9525">
            <a:solidFill>
              <a:schemeClr val="accent1"/>
            </a:solidFill>
            <a:miter lim="800000"/>
            <a:headEnd/>
            <a:tailEnd/>
          </a:ln>
          <a:effectLst/>
        </p:spPr>
        <p:txBody>
          <a:bodyPr wrap="none" anchor="ctr"/>
          <a:lstStyle/>
          <a:p>
            <a:pPr eaLnBrk="1" hangingPunct="1">
              <a:defRPr/>
            </a:pPr>
            <a:endParaRPr lang="en-US">
              <a:latin typeface="Arial" charset="0"/>
            </a:endParaRPr>
          </a:p>
        </p:txBody>
      </p:sp>
      <p:sp>
        <p:nvSpPr>
          <p:cNvPr id="7" name="Rectangle 47">
            <a:extLst>
              <a:ext uri="{FF2B5EF4-FFF2-40B4-BE49-F238E27FC236}">
                <a16:creationId xmlns:a16="http://schemas.microsoft.com/office/drawing/2014/main" id="{EE5A0A19-A89B-8778-EFCB-B28420A952D1}"/>
              </a:ext>
            </a:extLst>
          </p:cNvPr>
          <p:cNvSpPr>
            <a:spLocks noChangeArrowheads="1"/>
          </p:cNvSpPr>
          <p:nvPr/>
        </p:nvSpPr>
        <p:spPr bwMode="gray">
          <a:xfrm>
            <a:off x="0" y="1143000"/>
            <a:ext cx="228600" cy="5715000"/>
          </a:xfrm>
          <a:prstGeom prst="rect">
            <a:avLst/>
          </a:prstGeom>
          <a:gradFill rotWithShape="1">
            <a:gsLst>
              <a:gs pos="0">
                <a:schemeClr val="hlink"/>
              </a:gs>
              <a:gs pos="100000">
                <a:schemeClr val="hlink">
                  <a:gamma/>
                  <a:tint val="0"/>
                  <a:invGamma/>
                </a:schemeClr>
              </a:gs>
            </a:gsLst>
            <a:lin ang="5400000" scaled="1"/>
          </a:gradFill>
          <a:ln w="9525">
            <a:noFill/>
            <a:miter lim="800000"/>
            <a:headEnd/>
            <a:tailEnd/>
          </a:ln>
          <a:effectLst/>
        </p:spPr>
        <p:txBody>
          <a:bodyPr wrap="none" anchor="ctr"/>
          <a:lstStyle/>
          <a:p>
            <a:pPr eaLnBrk="1" hangingPunct="1">
              <a:defRPr/>
            </a:pPr>
            <a:endParaRPr lang="en-US">
              <a:latin typeface="Arial" charset="0"/>
            </a:endParaRPr>
          </a:p>
        </p:txBody>
      </p:sp>
      <p:sp>
        <p:nvSpPr>
          <p:cNvPr id="8" name="Rectangle 48">
            <a:extLst>
              <a:ext uri="{FF2B5EF4-FFF2-40B4-BE49-F238E27FC236}">
                <a16:creationId xmlns:a16="http://schemas.microsoft.com/office/drawing/2014/main" id="{61E46A6F-5139-1EA5-597F-FE09D1EEE192}"/>
              </a:ext>
            </a:extLst>
          </p:cNvPr>
          <p:cNvSpPr>
            <a:spLocks noChangeArrowheads="1"/>
          </p:cNvSpPr>
          <p:nvPr/>
        </p:nvSpPr>
        <p:spPr bwMode="gray">
          <a:xfrm>
            <a:off x="8686800" y="0"/>
            <a:ext cx="76200" cy="60960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pic>
        <p:nvPicPr>
          <p:cNvPr id="9" name="Picture 23" descr="Firewrk5">
            <a:extLst>
              <a:ext uri="{FF2B5EF4-FFF2-40B4-BE49-F238E27FC236}">
                <a16:creationId xmlns:a16="http://schemas.microsoft.com/office/drawing/2014/main" id="{195672C6-8E62-B4BC-951F-9CFB0B050EE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65138" y="182563"/>
            <a:ext cx="504825"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Oval 26">
            <a:extLst>
              <a:ext uri="{FF2B5EF4-FFF2-40B4-BE49-F238E27FC236}">
                <a16:creationId xmlns:a16="http://schemas.microsoft.com/office/drawing/2014/main" id="{5BD9ABE8-DEE3-4E53-0E86-9B0D45E0BF50}"/>
              </a:ext>
            </a:extLst>
          </p:cNvPr>
          <p:cNvSpPr>
            <a:spLocks noChangeArrowheads="1"/>
          </p:cNvSpPr>
          <p:nvPr userDrawn="1"/>
        </p:nvSpPr>
        <p:spPr bwMode="auto">
          <a:xfrm>
            <a:off x="630238" y="322263"/>
            <a:ext cx="192087" cy="190500"/>
          </a:xfrm>
          <a:prstGeom prst="ellipse">
            <a:avLst/>
          </a:prstGeom>
          <a:solidFill>
            <a:schemeClr val="bg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vi-VN" altLang="vi-VN" sz="2400">
              <a:latin typeface="Times New Roman" panose="02020603050405020304" pitchFamily="18" charset="0"/>
              <a:cs typeface="Arial" panose="020B0604020202020204" pitchFamily="34" charset="0"/>
            </a:endParaRPr>
          </a:p>
        </p:txBody>
      </p:sp>
      <p:pic>
        <p:nvPicPr>
          <p:cNvPr id="11" name="Picture 27" descr="TORCH">
            <a:extLst>
              <a:ext uri="{FF2B5EF4-FFF2-40B4-BE49-F238E27FC236}">
                <a16:creationId xmlns:a16="http://schemas.microsoft.com/office/drawing/2014/main" id="{C5DC7C59-B4BC-2A0F-1AFE-D3FBB4A29764}"/>
              </a:ext>
            </a:extLst>
          </p:cNvPr>
          <p:cNvPicPr>
            <a:picLocks noChangeAspect="1" noChangeArrowheads="1" noCrop="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88975" y="312738"/>
            <a:ext cx="80963" cy="20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WordArt 29">
            <a:extLst>
              <a:ext uri="{FF2B5EF4-FFF2-40B4-BE49-F238E27FC236}">
                <a16:creationId xmlns:a16="http://schemas.microsoft.com/office/drawing/2014/main" id="{4838E411-318B-3EBA-0133-4C213643B94B}"/>
              </a:ext>
            </a:extLst>
          </p:cNvPr>
          <p:cNvSpPr>
            <a:spLocks noChangeArrowheads="1" noChangeShapeType="1" noTextEdit="1"/>
          </p:cNvSpPr>
          <p:nvPr userDrawn="1"/>
        </p:nvSpPr>
        <p:spPr bwMode="auto">
          <a:xfrm rot="21435074">
            <a:off x="503238" y="254000"/>
            <a:ext cx="401637" cy="396875"/>
          </a:xfrm>
          <a:prstGeom prst="rect">
            <a:avLst/>
          </a:prstGeom>
        </p:spPr>
        <p:txBody>
          <a:bodyPr spcFirstLastPara="1" wrap="none" fromWordArt="1">
            <a:prstTxWarp prst="textArchUp">
              <a:avLst>
                <a:gd name="adj" fmla="val 10800004"/>
              </a:avLst>
            </a:prstTxWarp>
          </a:bodyPr>
          <a:lstStyle/>
          <a:p>
            <a:pPr algn="ctr"/>
            <a:r>
              <a:rPr lang="en-US" sz="2400" b="1" kern="10">
                <a:ln w="9525">
                  <a:solidFill>
                    <a:srgbClr val="FF0000"/>
                  </a:solidFill>
                  <a:round/>
                  <a:headEnd/>
                  <a:tailEnd/>
                </a:ln>
                <a:solidFill>
                  <a:srgbClr val="00C200"/>
                </a:solidFill>
                <a:latin typeface="Times New Roman" panose="02020603050405020304" pitchFamily="18" charset="0"/>
                <a:cs typeface="Times New Roman" panose="02020603050405020304" pitchFamily="18" charset="0"/>
              </a:rPr>
              <a:t>NĂM HỌC 2012 - 2013</a:t>
            </a:r>
          </a:p>
        </p:txBody>
      </p:sp>
      <p:pic>
        <p:nvPicPr>
          <p:cNvPr id="13" name="Picture 30" descr="Firewrk5">
            <a:extLst>
              <a:ext uri="{FF2B5EF4-FFF2-40B4-BE49-F238E27FC236}">
                <a16:creationId xmlns:a16="http://schemas.microsoft.com/office/drawing/2014/main" id="{E1F64844-758A-C6AD-7953-915A15460B95}"/>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54050" y="360363"/>
            <a:ext cx="138113" cy="13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31" descr="logo truong cdcd">
            <a:extLst>
              <a:ext uri="{FF2B5EF4-FFF2-40B4-BE49-F238E27FC236}">
                <a16:creationId xmlns:a16="http://schemas.microsoft.com/office/drawing/2014/main" id="{AE9FA7A0-2C42-D26E-D2DB-9EBE14D41A0E}"/>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57200" y="152400"/>
            <a:ext cx="698500"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ectangle 32" descr="Jlgbook">
            <a:extLst>
              <a:ext uri="{FF2B5EF4-FFF2-40B4-BE49-F238E27FC236}">
                <a16:creationId xmlns:a16="http://schemas.microsoft.com/office/drawing/2014/main" id="{17A355BC-E775-1AEB-6C31-CE944945A3B0}"/>
              </a:ext>
            </a:extLst>
          </p:cNvPr>
          <p:cNvSpPr>
            <a:spLocks noChangeArrowheads="1"/>
          </p:cNvSpPr>
          <p:nvPr userDrawn="1"/>
        </p:nvSpPr>
        <p:spPr bwMode="auto">
          <a:xfrm>
            <a:off x="8382000" y="152400"/>
            <a:ext cx="762000" cy="623888"/>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2" name="Title 1"/>
          <p:cNvSpPr>
            <a:spLocks noGrp="1"/>
          </p:cNvSpPr>
          <p:nvPr>
            <p:ph type="title"/>
          </p:nvPr>
        </p:nvSpPr>
        <p:spPr>
          <a:xfrm>
            <a:off x="1447800" y="206375"/>
            <a:ext cx="7239000" cy="533400"/>
          </a:xfrm>
        </p:spPr>
        <p:txBody>
          <a:bodyPr/>
          <a:lstStyle/>
          <a:p>
            <a:r>
              <a:rPr lang="en-US"/>
              <a:t>Click to edit Master title style</a:t>
            </a:r>
          </a:p>
        </p:txBody>
      </p:sp>
      <p:sp>
        <p:nvSpPr>
          <p:cNvPr id="3" name="Content Placeholder 2"/>
          <p:cNvSpPr>
            <a:spLocks noGrp="1"/>
          </p:cNvSpPr>
          <p:nvPr>
            <p:ph idx="1"/>
          </p:nvPr>
        </p:nvSpPr>
        <p:spPr>
          <a:xfrm>
            <a:off x="304800" y="1295400"/>
            <a:ext cx="8610600" cy="5102225"/>
          </a:xfrm>
          <a:prstGeom prst="rect">
            <a:avLst/>
          </a:prstGeom>
        </p:spPr>
        <p:txBody>
          <a:bodyPr/>
          <a:lstStyle>
            <a:lvl1pPr algn="just">
              <a:defRPr/>
            </a:lvl1pPr>
            <a:lvl2pPr algn="just">
              <a:defRPr/>
            </a:lvl2pPr>
            <a:lvl3pPr algn="just">
              <a:defRPr/>
            </a:lvl3pPr>
            <a:lvl4pPr algn="just">
              <a:defRPr/>
            </a:lvl4pPr>
            <a:lvl5pPr algn="ju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Footer Placeholder 4">
            <a:extLst>
              <a:ext uri="{FF2B5EF4-FFF2-40B4-BE49-F238E27FC236}">
                <a16:creationId xmlns:a16="http://schemas.microsoft.com/office/drawing/2014/main" id="{1DD05DA2-49DB-44DF-AFDE-72CA6691C054}"/>
              </a:ext>
            </a:extLst>
          </p:cNvPr>
          <p:cNvSpPr>
            <a:spLocks noGrp="1"/>
          </p:cNvSpPr>
          <p:nvPr>
            <p:ph type="ftr" sz="quarter" idx="10"/>
          </p:nvPr>
        </p:nvSpPr>
        <p:spPr>
          <a:xfrm>
            <a:off x="533400" y="6548438"/>
            <a:ext cx="3109913" cy="309562"/>
          </a:xfrm>
        </p:spPr>
        <p:txBody>
          <a:bodyPr/>
          <a:lstStyle>
            <a:lvl1pPr algn="l">
              <a:defRPr/>
            </a:lvl1pPr>
          </a:lstStyle>
          <a:p>
            <a:pPr>
              <a:defRPr/>
            </a:pPr>
            <a:r>
              <a:rPr lang="en-US"/>
              <a:t>Tin </a:t>
            </a:r>
            <a:r>
              <a:rPr lang="en-US" err="1"/>
              <a:t>học</a:t>
            </a:r>
            <a:r>
              <a:rPr lang="en-US"/>
              <a:t> </a:t>
            </a:r>
            <a:r>
              <a:rPr lang="en-US" err="1"/>
              <a:t>đại</a:t>
            </a:r>
            <a:r>
              <a:rPr lang="en-US"/>
              <a:t> </a:t>
            </a:r>
            <a:r>
              <a:rPr lang="en-US" err="1"/>
              <a:t>cương</a:t>
            </a:r>
            <a:endParaRPr lang="en-US"/>
          </a:p>
        </p:txBody>
      </p:sp>
    </p:spTree>
    <p:extLst>
      <p:ext uri="{BB962C8B-B14F-4D97-AF65-F5344CB8AC3E}">
        <p14:creationId xmlns:p14="http://schemas.microsoft.com/office/powerpoint/2010/main" val="1263116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par>
                                <p:cTn id="12" presetID="23" presetClass="entr" presetSubtype="16" repeatCount="indefinite" fill="hold" nodeType="withEffect">
                                  <p:stCondLst>
                                    <p:cond delay="500"/>
                                  </p:stCondLst>
                                  <p:endCondLst>
                                    <p:cond evt="onNext" delay="0">
                                      <p:tgtEl>
                                        <p:sldTgt/>
                                      </p:tgtEl>
                                    </p:cond>
                                  </p:endCondLst>
                                  <p:childTnLst>
                                    <p:set>
                                      <p:cBhvr>
                                        <p:cTn id="13" dur="1" fill="hold">
                                          <p:stCondLst>
                                            <p:cond delay="0"/>
                                          </p:stCondLst>
                                        </p:cTn>
                                        <p:tgtEl>
                                          <p:spTgt spid="13"/>
                                        </p:tgtEl>
                                        <p:attrNameLst>
                                          <p:attrName>style.visibility</p:attrName>
                                        </p:attrNameLst>
                                      </p:cBhvr>
                                      <p:to>
                                        <p:strVal val="visible"/>
                                      </p:to>
                                    </p:set>
                                    <p:anim calcmode="lin" valueType="num">
                                      <p:cBhvr>
                                        <p:cTn id="14" dur="3000" fill="hold"/>
                                        <p:tgtEl>
                                          <p:spTgt spid="13"/>
                                        </p:tgtEl>
                                        <p:attrNameLst>
                                          <p:attrName>ppt_w</p:attrName>
                                        </p:attrNameLst>
                                      </p:cBhvr>
                                      <p:tavLst>
                                        <p:tav tm="0">
                                          <p:val>
                                            <p:fltVal val="0"/>
                                          </p:val>
                                        </p:tav>
                                        <p:tav tm="100000">
                                          <p:val>
                                            <p:strVal val="#ppt_w"/>
                                          </p:val>
                                        </p:tav>
                                      </p:tavLst>
                                    </p:anim>
                                    <p:anim calcmode="lin" valueType="num">
                                      <p:cBhvr>
                                        <p:cTn id="15" dur="3000" fill="hold"/>
                                        <p:tgtEl>
                                          <p:spTgt spid="13"/>
                                        </p:tgtEl>
                                        <p:attrNameLst>
                                          <p:attrName>ppt_h</p:attrName>
                                        </p:attrNameLst>
                                      </p:cBhvr>
                                      <p:tavLst>
                                        <p:tav tm="0">
                                          <p:val>
                                            <p:fltVal val="0"/>
                                          </p:val>
                                        </p:tav>
                                        <p:tav tm="100000">
                                          <p:val>
                                            <p:strVal val="#ppt_h"/>
                                          </p:val>
                                        </p:tav>
                                      </p:tavLst>
                                    </p:anim>
                                  </p:childTnLst>
                                </p:cTn>
                              </p:par>
                              <p:par>
                                <p:cTn id="16" presetID="23" presetClass="entr" presetSubtype="16" repeatCount="indefinite" fill="hold" nodeType="withEffect">
                                  <p:stCondLst>
                                    <p:cond delay="500"/>
                                  </p:stCondLst>
                                  <p:endCondLst>
                                    <p:cond evt="onNext" delay="0">
                                      <p:tgtEl>
                                        <p:sldTgt/>
                                      </p:tgtEl>
                                    </p:cond>
                                  </p:endCondLst>
                                  <p:childTnLst>
                                    <p:set>
                                      <p:cBhvr>
                                        <p:cTn id="17" dur="1" fill="hold">
                                          <p:stCondLst>
                                            <p:cond delay="0"/>
                                          </p:stCondLst>
                                        </p:cTn>
                                        <p:tgtEl>
                                          <p:spTgt spid="9"/>
                                        </p:tgtEl>
                                        <p:attrNameLst>
                                          <p:attrName>style.visibility</p:attrName>
                                        </p:attrNameLst>
                                      </p:cBhvr>
                                      <p:to>
                                        <p:strVal val="visible"/>
                                      </p:to>
                                    </p:set>
                                    <p:anim calcmode="lin" valueType="num">
                                      <p:cBhvr>
                                        <p:cTn id="18" dur="3000" fill="hold"/>
                                        <p:tgtEl>
                                          <p:spTgt spid="9"/>
                                        </p:tgtEl>
                                        <p:attrNameLst>
                                          <p:attrName>ppt_w</p:attrName>
                                        </p:attrNameLst>
                                      </p:cBhvr>
                                      <p:tavLst>
                                        <p:tav tm="0">
                                          <p:val>
                                            <p:fltVal val="0"/>
                                          </p:val>
                                        </p:tav>
                                        <p:tav tm="100000">
                                          <p:val>
                                            <p:strVal val="#ppt_w"/>
                                          </p:val>
                                        </p:tav>
                                      </p:tavLst>
                                    </p:anim>
                                    <p:anim calcmode="lin" valueType="num">
                                      <p:cBhvr>
                                        <p:cTn id="19" dur="3000" fill="hold"/>
                                        <p:tgtEl>
                                          <p:spTgt spid="9"/>
                                        </p:tgtEl>
                                        <p:attrNameLst>
                                          <p:attrName>ppt_h</p:attrName>
                                        </p:attrNameLst>
                                      </p:cBhvr>
                                      <p:tavLst>
                                        <p:tav tm="0">
                                          <p:val>
                                            <p:fltVal val="0"/>
                                          </p:val>
                                        </p:tav>
                                        <p:tav tm="100000">
                                          <p:val>
                                            <p:strVal val="#ppt_h"/>
                                          </p:val>
                                        </p:tav>
                                      </p:tavLst>
                                    </p:anim>
                                  </p:childTnLst>
                                </p:cTn>
                              </p:par>
                              <p:par>
                                <p:cTn id="20" presetID="13" presetClass="exit" presetSubtype="16" repeatCount="indefinite" fill="hold" nodeType="withEffect">
                                  <p:stCondLst>
                                    <p:cond delay="500"/>
                                  </p:stCondLst>
                                  <p:endCondLst>
                                    <p:cond evt="onNext" delay="0">
                                      <p:tgtEl>
                                        <p:sldTgt/>
                                      </p:tgtEl>
                                    </p:cond>
                                  </p:endCondLst>
                                  <p:childTnLst>
                                    <p:animEffect transition="out" filter="plus(in)">
                                      <p:cBhvr>
                                        <p:cTn id="21" dur="2000"/>
                                        <p:tgtEl>
                                          <p:spTgt spid="11"/>
                                        </p:tgtEl>
                                      </p:cBhvr>
                                    </p:animEffect>
                                    <p:set>
                                      <p:cBhvr>
                                        <p:cTn id="22" dur="1" fill="hold">
                                          <p:stCondLst>
                                            <p:cond delay="19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showMasterPhAnim="0" type="secHead" preserve="1">
  <p:cSld name="Section Header">
    <p:spTree>
      <p:nvGrpSpPr>
        <p:cNvPr id="1" name=""/>
        <p:cNvGrpSpPr/>
        <p:nvPr/>
      </p:nvGrpSpPr>
      <p:grpSpPr>
        <a:xfrm>
          <a:off x="0" y="0"/>
          <a:ext cx="0" cy="0"/>
          <a:chOff x="0" y="0"/>
          <a:chExt cx="0" cy="0"/>
        </a:xfrm>
      </p:grpSpPr>
      <p:sp>
        <p:nvSpPr>
          <p:cNvPr id="4" name="Rectangle 43">
            <a:extLst>
              <a:ext uri="{FF2B5EF4-FFF2-40B4-BE49-F238E27FC236}">
                <a16:creationId xmlns:a16="http://schemas.microsoft.com/office/drawing/2014/main" id="{90928998-1C8B-9A28-4345-1E71E74FD6C7}"/>
              </a:ext>
            </a:extLst>
          </p:cNvPr>
          <p:cNvSpPr>
            <a:spLocks noChangeArrowheads="1"/>
          </p:cNvSpPr>
          <p:nvPr/>
        </p:nvSpPr>
        <p:spPr bwMode="gray">
          <a:xfrm>
            <a:off x="0" y="9525"/>
            <a:ext cx="9144000" cy="10287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5" name="Rectangle 44">
            <a:extLst>
              <a:ext uri="{FF2B5EF4-FFF2-40B4-BE49-F238E27FC236}">
                <a16:creationId xmlns:a16="http://schemas.microsoft.com/office/drawing/2014/main" id="{133F0105-18DE-9764-6ECE-472F270F75A8}"/>
              </a:ext>
            </a:extLst>
          </p:cNvPr>
          <p:cNvSpPr>
            <a:spLocks noChangeArrowheads="1"/>
          </p:cNvSpPr>
          <p:nvPr/>
        </p:nvSpPr>
        <p:spPr bwMode="gray">
          <a:xfrm>
            <a:off x="1447800" y="0"/>
            <a:ext cx="7696200" cy="87947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6" name="Rectangle 45">
            <a:extLst>
              <a:ext uri="{FF2B5EF4-FFF2-40B4-BE49-F238E27FC236}">
                <a16:creationId xmlns:a16="http://schemas.microsoft.com/office/drawing/2014/main" id="{9B354A75-7709-BB98-4EC8-EA9EEF46568C}"/>
              </a:ext>
            </a:extLst>
          </p:cNvPr>
          <p:cNvSpPr>
            <a:spLocks noChangeArrowheads="1"/>
          </p:cNvSpPr>
          <p:nvPr/>
        </p:nvSpPr>
        <p:spPr bwMode="gray">
          <a:xfrm>
            <a:off x="0" y="158750"/>
            <a:ext cx="9144000" cy="603250"/>
          </a:xfrm>
          <a:prstGeom prst="rect">
            <a:avLst/>
          </a:prstGeom>
          <a:gradFill rotWithShape="1">
            <a:gsLst>
              <a:gs pos="0">
                <a:schemeClr val="accent1">
                  <a:gamma/>
                  <a:shade val="46275"/>
                  <a:invGamma/>
                </a:schemeClr>
              </a:gs>
              <a:gs pos="100000">
                <a:schemeClr val="accent1"/>
              </a:gs>
            </a:gsLst>
            <a:lin ang="0" scaled="1"/>
          </a:gradFill>
          <a:ln w="9525">
            <a:solidFill>
              <a:schemeClr val="accent1"/>
            </a:solidFill>
            <a:miter lim="800000"/>
            <a:headEnd/>
            <a:tailEnd/>
          </a:ln>
          <a:effectLst/>
        </p:spPr>
        <p:txBody>
          <a:bodyPr wrap="none" anchor="ctr"/>
          <a:lstStyle/>
          <a:p>
            <a:pPr eaLnBrk="1" hangingPunct="1">
              <a:defRPr/>
            </a:pPr>
            <a:endParaRPr lang="en-US">
              <a:latin typeface="Arial" charset="0"/>
            </a:endParaRPr>
          </a:p>
        </p:txBody>
      </p:sp>
      <p:sp>
        <p:nvSpPr>
          <p:cNvPr id="7" name="Rectangle 47">
            <a:extLst>
              <a:ext uri="{FF2B5EF4-FFF2-40B4-BE49-F238E27FC236}">
                <a16:creationId xmlns:a16="http://schemas.microsoft.com/office/drawing/2014/main" id="{4A18BFF1-A57B-F49B-F6F0-683B10C0554D}"/>
              </a:ext>
            </a:extLst>
          </p:cNvPr>
          <p:cNvSpPr>
            <a:spLocks noChangeArrowheads="1"/>
          </p:cNvSpPr>
          <p:nvPr/>
        </p:nvSpPr>
        <p:spPr bwMode="gray">
          <a:xfrm>
            <a:off x="0" y="1143000"/>
            <a:ext cx="228600" cy="5715000"/>
          </a:xfrm>
          <a:prstGeom prst="rect">
            <a:avLst/>
          </a:prstGeom>
          <a:gradFill rotWithShape="1">
            <a:gsLst>
              <a:gs pos="0">
                <a:schemeClr val="hlink"/>
              </a:gs>
              <a:gs pos="100000">
                <a:schemeClr val="hlink">
                  <a:gamma/>
                  <a:tint val="0"/>
                  <a:invGamma/>
                </a:schemeClr>
              </a:gs>
            </a:gsLst>
            <a:lin ang="5400000" scaled="1"/>
          </a:gradFill>
          <a:ln w="9525">
            <a:noFill/>
            <a:miter lim="800000"/>
            <a:headEnd/>
            <a:tailEnd/>
          </a:ln>
          <a:effectLst/>
        </p:spPr>
        <p:txBody>
          <a:bodyPr wrap="none" anchor="ctr"/>
          <a:lstStyle/>
          <a:p>
            <a:pPr eaLnBrk="1" hangingPunct="1">
              <a:defRPr/>
            </a:pPr>
            <a:endParaRPr lang="en-US">
              <a:latin typeface="Arial" charset="0"/>
            </a:endParaRPr>
          </a:p>
        </p:txBody>
      </p:sp>
      <p:sp>
        <p:nvSpPr>
          <p:cNvPr id="8" name="Rectangle 48">
            <a:extLst>
              <a:ext uri="{FF2B5EF4-FFF2-40B4-BE49-F238E27FC236}">
                <a16:creationId xmlns:a16="http://schemas.microsoft.com/office/drawing/2014/main" id="{0ACC7F86-6043-5B63-EC0C-1A6B4A3A88DC}"/>
              </a:ext>
            </a:extLst>
          </p:cNvPr>
          <p:cNvSpPr>
            <a:spLocks noChangeArrowheads="1"/>
          </p:cNvSpPr>
          <p:nvPr/>
        </p:nvSpPr>
        <p:spPr bwMode="gray">
          <a:xfrm>
            <a:off x="8686800" y="0"/>
            <a:ext cx="76200" cy="60960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9" name="Rectangle 49">
            <a:extLst>
              <a:ext uri="{FF2B5EF4-FFF2-40B4-BE49-F238E27FC236}">
                <a16:creationId xmlns:a16="http://schemas.microsoft.com/office/drawing/2014/main" id="{F93F1992-9B3F-EB19-46E7-00FB38DE9054}"/>
              </a:ext>
            </a:extLst>
          </p:cNvPr>
          <p:cNvSpPr>
            <a:spLocks noChangeArrowheads="1"/>
          </p:cNvSpPr>
          <p:nvPr/>
        </p:nvSpPr>
        <p:spPr bwMode="gray">
          <a:xfrm>
            <a:off x="0" y="0"/>
            <a:ext cx="1447800" cy="10668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pic>
        <p:nvPicPr>
          <p:cNvPr id="10" name="Picture 41">
            <a:extLst>
              <a:ext uri="{FF2B5EF4-FFF2-40B4-BE49-F238E27FC236}">
                <a16:creationId xmlns:a16="http://schemas.microsoft.com/office/drawing/2014/main" id="{AA2A1580-C74C-D6A7-BC75-4194AC2F69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0" y="0"/>
            <a:ext cx="1243013"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46">
            <a:extLst>
              <a:ext uri="{FF2B5EF4-FFF2-40B4-BE49-F238E27FC236}">
                <a16:creationId xmlns:a16="http://schemas.microsoft.com/office/drawing/2014/main" id="{31E965BC-111D-84A2-7B12-1245907B6AAD}"/>
              </a:ext>
            </a:extLst>
          </p:cNvPr>
          <p:cNvSpPr>
            <a:spLocks noChangeArrowheads="1"/>
          </p:cNvSpPr>
          <p:nvPr/>
        </p:nvSpPr>
        <p:spPr bwMode="gray">
          <a:xfrm>
            <a:off x="0" y="1035050"/>
            <a:ext cx="1447800" cy="2286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12" name="Date Placeholder 3">
            <a:extLst>
              <a:ext uri="{FF2B5EF4-FFF2-40B4-BE49-F238E27FC236}">
                <a16:creationId xmlns:a16="http://schemas.microsoft.com/office/drawing/2014/main" id="{A504C460-7D95-4C62-D2F6-D34766428582}"/>
              </a:ext>
            </a:extLst>
          </p:cNvPr>
          <p:cNvSpPr>
            <a:spLocks noGrp="1"/>
          </p:cNvSpPr>
          <p:nvPr>
            <p:ph type="dt" sz="half" idx="10"/>
          </p:nvPr>
        </p:nvSpPr>
        <p:spPr>
          <a:xfrm>
            <a:off x="3856038" y="6553200"/>
            <a:ext cx="2544762" cy="225425"/>
          </a:xfrm>
        </p:spPr>
        <p:txBody>
          <a:bodyPr/>
          <a:lstStyle>
            <a:lvl1pPr>
              <a:defRPr/>
            </a:lvl1pPr>
          </a:lstStyle>
          <a:p>
            <a:pPr>
              <a:defRPr/>
            </a:pPr>
            <a:fld id="{6BC68A7A-5C18-4A34-AD38-E0EBF2D70145}" type="datetime2">
              <a:rPr lang="en-US"/>
              <a:pPr>
                <a:defRPr/>
              </a:pPr>
              <a:t>Friday, March 13, 2026</a:t>
            </a:fld>
            <a:endParaRPr lang="en-US" dirty="0"/>
          </a:p>
        </p:txBody>
      </p:sp>
      <p:sp>
        <p:nvSpPr>
          <p:cNvPr id="13" name="Footer Placeholder 4">
            <a:extLst>
              <a:ext uri="{FF2B5EF4-FFF2-40B4-BE49-F238E27FC236}">
                <a16:creationId xmlns:a16="http://schemas.microsoft.com/office/drawing/2014/main" id="{291C18A9-C5DD-B06B-B595-240264359F50}"/>
              </a:ext>
            </a:extLst>
          </p:cNvPr>
          <p:cNvSpPr>
            <a:spLocks noGrp="1"/>
          </p:cNvSpPr>
          <p:nvPr>
            <p:ph type="ftr" sz="quarter" idx="11"/>
          </p:nvPr>
        </p:nvSpPr>
        <p:spPr>
          <a:xfrm>
            <a:off x="-17463" y="6548438"/>
            <a:ext cx="3660776" cy="242887"/>
          </a:xfrm>
        </p:spPr>
        <p:txBody>
          <a:bodyPr/>
          <a:lstStyle>
            <a:lvl1pPr algn="l">
              <a:defRPr/>
            </a:lvl1pPr>
          </a:lstStyle>
          <a:p>
            <a:pPr>
              <a:defRPr/>
            </a:pPr>
            <a:r>
              <a:rPr lang="en-US"/>
              <a:t>Tin </a:t>
            </a:r>
            <a:r>
              <a:rPr lang="en-US" err="1"/>
              <a:t>học</a:t>
            </a:r>
            <a:r>
              <a:rPr lang="en-US"/>
              <a:t> </a:t>
            </a:r>
            <a:r>
              <a:rPr lang="en-US" err="1"/>
              <a:t>đại</a:t>
            </a:r>
            <a:r>
              <a:rPr lang="en-US"/>
              <a:t> </a:t>
            </a:r>
            <a:r>
              <a:rPr lang="en-US" err="1"/>
              <a:t>cương</a:t>
            </a:r>
            <a:endParaRPr lang="en-US"/>
          </a:p>
        </p:txBody>
      </p:sp>
      <p:sp>
        <p:nvSpPr>
          <p:cNvPr id="14" name="Slide Number Placeholder 5">
            <a:extLst>
              <a:ext uri="{FF2B5EF4-FFF2-40B4-BE49-F238E27FC236}">
                <a16:creationId xmlns:a16="http://schemas.microsoft.com/office/drawing/2014/main" id="{5BBF00F2-D0F1-BE19-F168-12A13F0466A6}"/>
              </a:ext>
            </a:extLst>
          </p:cNvPr>
          <p:cNvSpPr>
            <a:spLocks noGrp="1"/>
          </p:cNvSpPr>
          <p:nvPr>
            <p:ph type="sldNum" sz="quarter" idx="12"/>
          </p:nvPr>
        </p:nvSpPr>
        <p:spPr>
          <a:xfrm>
            <a:off x="6964363" y="6518275"/>
            <a:ext cx="2133600" cy="244475"/>
          </a:xfrm>
        </p:spPr>
        <p:txBody>
          <a:bodyPr/>
          <a:lstStyle>
            <a:lvl1pPr>
              <a:defRPr/>
            </a:lvl1pPr>
          </a:lstStyle>
          <a:p>
            <a:fld id="{27341FBC-1DDF-4489-A4C1-CD781BFB4D6C}" type="slidenum">
              <a:rPr lang="en-US" altLang="vi-VN"/>
              <a:pPr/>
              <a:t>‹#›</a:t>
            </a:fld>
            <a:endParaRPr lang="en-US" altLang="vi-VN"/>
          </a:p>
        </p:txBody>
      </p:sp>
    </p:spTree>
    <p:extLst>
      <p:ext uri="{BB962C8B-B14F-4D97-AF65-F5344CB8AC3E}">
        <p14:creationId xmlns:p14="http://schemas.microsoft.com/office/powerpoint/2010/main" val="2364684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showMasterPhAnim="0" type="twoTxTwoObj" preserve="1">
  <p:cSld name="Comparison">
    <p:spTree>
      <p:nvGrpSpPr>
        <p:cNvPr id="1" name=""/>
        <p:cNvGrpSpPr/>
        <p:nvPr/>
      </p:nvGrpSpPr>
      <p:grpSpPr>
        <a:xfrm>
          <a:off x="0" y="0"/>
          <a:ext cx="0" cy="0"/>
          <a:chOff x="0" y="0"/>
          <a:chExt cx="0" cy="0"/>
        </a:xfrm>
      </p:grpSpPr>
      <p:sp>
        <p:nvSpPr>
          <p:cNvPr id="7" name="Rectangle 43">
            <a:extLst>
              <a:ext uri="{FF2B5EF4-FFF2-40B4-BE49-F238E27FC236}">
                <a16:creationId xmlns:a16="http://schemas.microsoft.com/office/drawing/2014/main" id="{DB047A13-92A1-BBC8-18E9-5209B31C28C5}"/>
              </a:ext>
            </a:extLst>
          </p:cNvPr>
          <p:cNvSpPr>
            <a:spLocks noChangeArrowheads="1"/>
          </p:cNvSpPr>
          <p:nvPr/>
        </p:nvSpPr>
        <p:spPr bwMode="gray">
          <a:xfrm>
            <a:off x="0" y="9525"/>
            <a:ext cx="9144000" cy="10287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8" name="Rectangle 44">
            <a:extLst>
              <a:ext uri="{FF2B5EF4-FFF2-40B4-BE49-F238E27FC236}">
                <a16:creationId xmlns:a16="http://schemas.microsoft.com/office/drawing/2014/main" id="{5FE3FF33-08D4-024C-420B-C37D64569E2C}"/>
              </a:ext>
            </a:extLst>
          </p:cNvPr>
          <p:cNvSpPr>
            <a:spLocks noChangeArrowheads="1"/>
          </p:cNvSpPr>
          <p:nvPr/>
        </p:nvSpPr>
        <p:spPr bwMode="gray">
          <a:xfrm>
            <a:off x="1447800" y="0"/>
            <a:ext cx="7696200" cy="87947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9" name="Rectangle 45">
            <a:extLst>
              <a:ext uri="{FF2B5EF4-FFF2-40B4-BE49-F238E27FC236}">
                <a16:creationId xmlns:a16="http://schemas.microsoft.com/office/drawing/2014/main" id="{D955B154-52F1-17DE-542D-A619A2D1E4A0}"/>
              </a:ext>
            </a:extLst>
          </p:cNvPr>
          <p:cNvSpPr>
            <a:spLocks noChangeArrowheads="1"/>
          </p:cNvSpPr>
          <p:nvPr/>
        </p:nvSpPr>
        <p:spPr bwMode="gray">
          <a:xfrm>
            <a:off x="0" y="158750"/>
            <a:ext cx="9144000" cy="603250"/>
          </a:xfrm>
          <a:prstGeom prst="rect">
            <a:avLst/>
          </a:prstGeom>
          <a:gradFill rotWithShape="1">
            <a:gsLst>
              <a:gs pos="0">
                <a:schemeClr val="accent1">
                  <a:gamma/>
                  <a:shade val="46275"/>
                  <a:invGamma/>
                </a:schemeClr>
              </a:gs>
              <a:gs pos="100000">
                <a:schemeClr val="accent1"/>
              </a:gs>
            </a:gsLst>
            <a:lin ang="0" scaled="1"/>
          </a:gradFill>
          <a:ln w="9525">
            <a:solidFill>
              <a:schemeClr val="accent1"/>
            </a:solidFill>
            <a:miter lim="800000"/>
            <a:headEnd/>
            <a:tailEnd/>
          </a:ln>
          <a:effectLst/>
        </p:spPr>
        <p:txBody>
          <a:bodyPr wrap="none" anchor="ctr"/>
          <a:lstStyle/>
          <a:p>
            <a:pPr eaLnBrk="1" hangingPunct="1">
              <a:defRPr/>
            </a:pPr>
            <a:endParaRPr lang="en-US">
              <a:latin typeface="Arial" charset="0"/>
            </a:endParaRPr>
          </a:p>
        </p:txBody>
      </p:sp>
      <p:sp>
        <p:nvSpPr>
          <p:cNvPr id="10" name="Rectangle 47">
            <a:extLst>
              <a:ext uri="{FF2B5EF4-FFF2-40B4-BE49-F238E27FC236}">
                <a16:creationId xmlns:a16="http://schemas.microsoft.com/office/drawing/2014/main" id="{B1576214-AF0E-149F-9762-F6B4BBE52D1E}"/>
              </a:ext>
            </a:extLst>
          </p:cNvPr>
          <p:cNvSpPr>
            <a:spLocks noChangeArrowheads="1"/>
          </p:cNvSpPr>
          <p:nvPr/>
        </p:nvSpPr>
        <p:spPr bwMode="gray">
          <a:xfrm>
            <a:off x="0" y="1143000"/>
            <a:ext cx="228600" cy="5715000"/>
          </a:xfrm>
          <a:prstGeom prst="rect">
            <a:avLst/>
          </a:prstGeom>
          <a:gradFill rotWithShape="1">
            <a:gsLst>
              <a:gs pos="0">
                <a:schemeClr val="hlink"/>
              </a:gs>
              <a:gs pos="100000">
                <a:schemeClr val="hlink">
                  <a:gamma/>
                  <a:tint val="0"/>
                  <a:invGamma/>
                </a:schemeClr>
              </a:gs>
            </a:gsLst>
            <a:lin ang="5400000" scaled="1"/>
          </a:gradFill>
          <a:ln w="9525">
            <a:noFill/>
            <a:miter lim="800000"/>
            <a:headEnd/>
            <a:tailEnd/>
          </a:ln>
          <a:effectLst/>
        </p:spPr>
        <p:txBody>
          <a:bodyPr wrap="none" anchor="ctr"/>
          <a:lstStyle/>
          <a:p>
            <a:pPr eaLnBrk="1" hangingPunct="1">
              <a:defRPr/>
            </a:pPr>
            <a:endParaRPr lang="en-US">
              <a:latin typeface="Arial" charset="0"/>
            </a:endParaRPr>
          </a:p>
        </p:txBody>
      </p:sp>
      <p:sp>
        <p:nvSpPr>
          <p:cNvPr id="11" name="Rectangle 48">
            <a:extLst>
              <a:ext uri="{FF2B5EF4-FFF2-40B4-BE49-F238E27FC236}">
                <a16:creationId xmlns:a16="http://schemas.microsoft.com/office/drawing/2014/main" id="{23777D08-38CE-E0DF-77B0-7A66CF9B53D7}"/>
              </a:ext>
            </a:extLst>
          </p:cNvPr>
          <p:cNvSpPr>
            <a:spLocks noChangeArrowheads="1"/>
          </p:cNvSpPr>
          <p:nvPr/>
        </p:nvSpPr>
        <p:spPr bwMode="gray">
          <a:xfrm>
            <a:off x="8686800" y="0"/>
            <a:ext cx="76200" cy="60960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2" name="Rectangle 49">
            <a:extLst>
              <a:ext uri="{FF2B5EF4-FFF2-40B4-BE49-F238E27FC236}">
                <a16:creationId xmlns:a16="http://schemas.microsoft.com/office/drawing/2014/main" id="{9A1B9FF9-54BB-E8E9-B55F-E0702E07F018}"/>
              </a:ext>
            </a:extLst>
          </p:cNvPr>
          <p:cNvSpPr>
            <a:spLocks noChangeArrowheads="1"/>
          </p:cNvSpPr>
          <p:nvPr/>
        </p:nvSpPr>
        <p:spPr bwMode="gray">
          <a:xfrm>
            <a:off x="0" y="0"/>
            <a:ext cx="1447800" cy="10668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pic>
        <p:nvPicPr>
          <p:cNvPr id="13" name="Picture 41">
            <a:extLst>
              <a:ext uri="{FF2B5EF4-FFF2-40B4-BE49-F238E27FC236}">
                <a16:creationId xmlns:a16="http://schemas.microsoft.com/office/drawing/2014/main" id="{A424E6E9-4EED-9499-F520-0D52E95BF2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0" y="0"/>
            <a:ext cx="1243013"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46">
            <a:extLst>
              <a:ext uri="{FF2B5EF4-FFF2-40B4-BE49-F238E27FC236}">
                <a16:creationId xmlns:a16="http://schemas.microsoft.com/office/drawing/2014/main" id="{E6F14BB0-7DA9-ED93-1593-AEE90BB7673D}"/>
              </a:ext>
            </a:extLst>
          </p:cNvPr>
          <p:cNvSpPr>
            <a:spLocks noChangeArrowheads="1"/>
          </p:cNvSpPr>
          <p:nvPr/>
        </p:nvSpPr>
        <p:spPr bwMode="gray">
          <a:xfrm>
            <a:off x="0" y="1035050"/>
            <a:ext cx="1447800" cy="2286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a:extLst>
              <a:ext uri="{FF2B5EF4-FFF2-40B4-BE49-F238E27FC236}">
                <a16:creationId xmlns:a16="http://schemas.microsoft.com/office/drawing/2014/main" id="{41843866-F7E4-FE8F-519D-438E89F6968D}"/>
              </a:ext>
            </a:extLst>
          </p:cNvPr>
          <p:cNvSpPr>
            <a:spLocks noGrp="1"/>
          </p:cNvSpPr>
          <p:nvPr>
            <p:ph type="sldNum" sz="quarter" idx="10"/>
          </p:nvPr>
        </p:nvSpPr>
        <p:spPr>
          <a:xfrm>
            <a:off x="6964363" y="6518275"/>
            <a:ext cx="2133600" cy="244475"/>
          </a:xfrm>
        </p:spPr>
        <p:txBody>
          <a:bodyPr/>
          <a:lstStyle>
            <a:lvl1pPr>
              <a:defRPr/>
            </a:lvl1pPr>
          </a:lstStyle>
          <a:p>
            <a:fld id="{6EE2CC0F-2094-4FBF-B120-A491F38DC81C}" type="slidenum">
              <a:rPr lang="en-US" altLang="vi-VN"/>
              <a:pPr/>
              <a:t>‹#›</a:t>
            </a:fld>
            <a:endParaRPr lang="en-US" altLang="vi-VN"/>
          </a:p>
        </p:txBody>
      </p:sp>
    </p:spTree>
    <p:extLst>
      <p:ext uri="{BB962C8B-B14F-4D97-AF65-F5344CB8AC3E}">
        <p14:creationId xmlns:p14="http://schemas.microsoft.com/office/powerpoint/2010/main" val="371682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up)">
                                      <p:cBhvr>
                                        <p:cTn id="1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showMasterPhAnim="0" type="titleOnly" preserve="1">
  <p:cSld name="Title Only">
    <p:spTree>
      <p:nvGrpSpPr>
        <p:cNvPr id="1" name=""/>
        <p:cNvGrpSpPr/>
        <p:nvPr/>
      </p:nvGrpSpPr>
      <p:grpSpPr>
        <a:xfrm>
          <a:off x="0" y="0"/>
          <a:ext cx="0" cy="0"/>
          <a:chOff x="0" y="0"/>
          <a:chExt cx="0" cy="0"/>
        </a:xfrm>
      </p:grpSpPr>
      <p:sp>
        <p:nvSpPr>
          <p:cNvPr id="3" name="Rectangle 43">
            <a:extLst>
              <a:ext uri="{FF2B5EF4-FFF2-40B4-BE49-F238E27FC236}">
                <a16:creationId xmlns:a16="http://schemas.microsoft.com/office/drawing/2014/main" id="{BF71035F-0416-7B05-DB5D-9DA593818DD9}"/>
              </a:ext>
            </a:extLst>
          </p:cNvPr>
          <p:cNvSpPr>
            <a:spLocks noChangeArrowheads="1"/>
          </p:cNvSpPr>
          <p:nvPr/>
        </p:nvSpPr>
        <p:spPr bwMode="gray">
          <a:xfrm>
            <a:off x="0" y="9525"/>
            <a:ext cx="9144000" cy="10287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4" name="Rectangle 44">
            <a:extLst>
              <a:ext uri="{FF2B5EF4-FFF2-40B4-BE49-F238E27FC236}">
                <a16:creationId xmlns:a16="http://schemas.microsoft.com/office/drawing/2014/main" id="{6B31030B-11BB-A62C-B4B3-B6D0CFDF07D5}"/>
              </a:ext>
            </a:extLst>
          </p:cNvPr>
          <p:cNvSpPr>
            <a:spLocks noChangeArrowheads="1"/>
          </p:cNvSpPr>
          <p:nvPr/>
        </p:nvSpPr>
        <p:spPr bwMode="gray">
          <a:xfrm>
            <a:off x="1447800" y="0"/>
            <a:ext cx="7696200" cy="87947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5" name="Rectangle 45">
            <a:extLst>
              <a:ext uri="{FF2B5EF4-FFF2-40B4-BE49-F238E27FC236}">
                <a16:creationId xmlns:a16="http://schemas.microsoft.com/office/drawing/2014/main" id="{0463D8DA-9802-70B7-D982-1FC09D990176}"/>
              </a:ext>
            </a:extLst>
          </p:cNvPr>
          <p:cNvSpPr>
            <a:spLocks noChangeArrowheads="1"/>
          </p:cNvSpPr>
          <p:nvPr/>
        </p:nvSpPr>
        <p:spPr bwMode="gray">
          <a:xfrm>
            <a:off x="0" y="158750"/>
            <a:ext cx="9144000" cy="603250"/>
          </a:xfrm>
          <a:prstGeom prst="rect">
            <a:avLst/>
          </a:prstGeom>
          <a:gradFill rotWithShape="1">
            <a:gsLst>
              <a:gs pos="0">
                <a:schemeClr val="accent1">
                  <a:gamma/>
                  <a:shade val="46275"/>
                  <a:invGamma/>
                </a:schemeClr>
              </a:gs>
              <a:gs pos="100000">
                <a:schemeClr val="accent1"/>
              </a:gs>
            </a:gsLst>
            <a:lin ang="0" scaled="1"/>
          </a:gradFill>
          <a:ln w="9525">
            <a:solidFill>
              <a:schemeClr val="accent1"/>
            </a:solidFill>
            <a:miter lim="800000"/>
            <a:headEnd/>
            <a:tailEnd/>
          </a:ln>
          <a:effectLst/>
        </p:spPr>
        <p:txBody>
          <a:bodyPr wrap="none" anchor="ctr"/>
          <a:lstStyle/>
          <a:p>
            <a:pPr eaLnBrk="1" hangingPunct="1">
              <a:defRPr/>
            </a:pPr>
            <a:endParaRPr lang="en-US">
              <a:latin typeface="Arial" charset="0"/>
            </a:endParaRPr>
          </a:p>
        </p:txBody>
      </p:sp>
      <p:sp>
        <p:nvSpPr>
          <p:cNvPr id="6" name="Rectangle 47">
            <a:extLst>
              <a:ext uri="{FF2B5EF4-FFF2-40B4-BE49-F238E27FC236}">
                <a16:creationId xmlns:a16="http://schemas.microsoft.com/office/drawing/2014/main" id="{B9E9FD69-DD87-3BE0-006A-320C5EDB35A2}"/>
              </a:ext>
            </a:extLst>
          </p:cNvPr>
          <p:cNvSpPr>
            <a:spLocks noChangeArrowheads="1"/>
          </p:cNvSpPr>
          <p:nvPr/>
        </p:nvSpPr>
        <p:spPr bwMode="gray">
          <a:xfrm>
            <a:off x="0" y="1143000"/>
            <a:ext cx="228600" cy="5715000"/>
          </a:xfrm>
          <a:prstGeom prst="rect">
            <a:avLst/>
          </a:prstGeom>
          <a:gradFill rotWithShape="1">
            <a:gsLst>
              <a:gs pos="0">
                <a:schemeClr val="hlink"/>
              </a:gs>
              <a:gs pos="100000">
                <a:schemeClr val="hlink">
                  <a:gamma/>
                  <a:tint val="0"/>
                  <a:invGamma/>
                </a:schemeClr>
              </a:gs>
            </a:gsLst>
            <a:lin ang="5400000" scaled="1"/>
          </a:gradFill>
          <a:ln w="9525">
            <a:noFill/>
            <a:miter lim="800000"/>
            <a:headEnd/>
            <a:tailEnd/>
          </a:ln>
          <a:effectLst/>
        </p:spPr>
        <p:txBody>
          <a:bodyPr wrap="none" anchor="ctr"/>
          <a:lstStyle/>
          <a:p>
            <a:pPr eaLnBrk="1" hangingPunct="1">
              <a:defRPr/>
            </a:pPr>
            <a:endParaRPr lang="en-US">
              <a:latin typeface="Arial" charset="0"/>
            </a:endParaRPr>
          </a:p>
        </p:txBody>
      </p:sp>
      <p:sp>
        <p:nvSpPr>
          <p:cNvPr id="7" name="Rectangle 48">
            <a:extLst>
              <a:ext uri="{FF2B5EF4-FFF2-40B4-BE49-F238E27FC236}">
                <a16:creationId xmlns:a16="http://schemas.microsoft.com/office/drawing/2014/main" id="{DC2D3C07-2E15-25D5-CD47-584EDF3F9D56}"/>
              </a:ext>
            </a:extLst>
          </p:cNvPr>
          <p:cNvSpPr>
            <a:spLocks noChangeArrowheads="1"/>
          </p:cNvSpPr>
          <p:nvPr/>
        </p:nvSpPr>
        <p:spPr bwMode="gray">
          <a:xfrm>
            <a:off x="8686800" y="0"/>
            <a:ext cx="76200" cy="60960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8" name="Rectangle 49">
            <a:extLst>
              <a:ext uri="{FF2B5EF4-FFF2-40B4-BE49-F238E27FC236}">
                <a16:creationId xmlns:a16="http://schemas.microsoft.com/office/drawing/2014/main" id="{AE67CE0D-A38B-B66B-9685-1952A875B235}"/>
              </a:ext>
            </a:extLst>
          </p:cNvPr>
          <p:cNvSpPr>
            <a:spLocks noChangeArrowheads="1"/>
          </p:cNvSpPr>
          <p:nvPr/>
        </p:nvSpPr>
        <p:spPr bwMode="gray">
          <a:xfrm>
            <a:off x="0" y="0"/>
            <a:ext cx="1447800" cy="10668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pic>
        <p:nvPicPr>
          <p:cNvPr id="9" name="Picture 41">
            <a:extLst>
              <a:ext uri="{FF2B5EF4-FFF2-40B4-BE49-F238E27FC236}">
                <a16:creationId xmlns:a16="http://schemas.microsoft.com/office/drawing/2014/main" id="{24D18B4B-DB23-8AF6-5C97-7DC52CC924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0" y="0"/>
            <a:ext cx="1243013"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46">
            <a:extLst>
              <a:ext uri="{FF2B5EF4-FFF2-40B4-BE49-F238E27FC236}">
                <a16:creationId xmlns:a16="http://schemas.microsoft.com/office/drawing/2014/main" id="{CF214696-B296-70AC-9529-DF1D9A0817EC}"/>
              </a:ext>
            </a:extLst>
          </p:cNvPr>
          <p:cNvSpPr>
            <a:spLocks noChangeArrowheads="1"/>
          </p:cNvSpPr>
          <p:nvPr/>
        </p:nvSpPr>
        <p:spPr bwMode="gray">
          <a:xfrm>
            <a:off x="0" y="1035050"/>
            <a:ext cx="1447800" cy="2286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01848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up)">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showMasterPhAnim="0" type="blank" preserve="1">
  <p:cSld name="Blank">
    <p:spTree>
      <p:nvGrpSpPr>
        <p:cNvPr id="1" name=""/>
        <p:cNvGrpSpPr/>
        <p:nvPr/>
      </p:nvGrpSpPr>
      <p:grpSpPr>
        <a:xfrm>
          <a:off x="0" y="0"/>
          <a:ext cx="0" cy="0"/>
          <a:chOff x="0" y="0"/>
          <a:chExt cx="0" cy="0"/>
        </a:xfrm>
      </p:grpSpPr>
      <p:sp>
        <p:nvSpPr>
          <p:cNvPr id="2" name="Rectangle 43">
            <a:extLst>
              <a:ext uri="{FF2B5EF4-FFF2-40B4-BE49-F238E27FC236}">
                <a16:creationId xmlns:a16="http://schemas.microsoft.com/office/drawing/2014/main" id="{50B617E2-9247-6533-EB8F-5AF117B1445A}"/>
              </a:ext>
            </a:extLst>
          </p:cNvPr>
          <p:cNvSpPr>
            <a:spLocks noChangeArrowheads="1"/>
          </p:cNvSpPr>
          <p:nvPr/>
        </p:nvSpPr>
        <p:spPr bwMode="gray">
          <a:xfrm>
            <a:off x="0" y="9525"/>
            <a:ext cx="9144000" cy="10287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3" name="Rectangle 44">
            <a:extLst>
              <a:ext uri="{FF2B5EF4-FFF2-40B4-BE49-F238E27FC236}">
                <a16:creationId xmlns:a16="http://schemas.microsoft.com/office/drawing/2014/main" id="{6713C50A-C594-7CB1-0EF8-F823E8FDCC26}"/>
              </a:ext>
            </a:extLst>
          </p:cNvPr>
          <p:cNvSpPr>
            <a:spLocks noChangeArrowheads="1"/>
          </p:cNvSpPr>
          <p:nvPr/>
        </p:nvSpPr>
        <p:spPr bwMode="gray">
          <a:xfrm>
            <a:off x="1447800" y="0"/>
            <a:ext cx="7696200" cy="87947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4" name="Rectangle 45">
            <a:extLst>
              <a:ext uri="{FF2B5EF4-FFF2-40B4-BE49-F238E27FC236}">
                <a16:creationId xmlns:a16="http://schemas.microsoft.com/office/drawing/2014/main" id="{B5D9784A-A8F2-2550-ECB8-38B1A964CF26}"/>
              </a:ext>
            </a:extLst>
          </p:cNvPr>
          <p:cNvSpPr>
            <a:spLocks noChangeArrowheads="1"/>
          </p:cNvSpPr>
          <p:nvPr/>
        </p:nvSpPr>
        <p:spPr bwMode="gray">
          <a:xfrm>
            <a:off x="0" y="158750"/>
            <a:ext cx="9144000" cy="603250"/>
          </a:xfrm>
          <a:prstGeom prst="rect">
            <a:avLst/>
          </a:prstGeom>
          <a:gradFill rotWithShape="1">
            <a:gsLst>
              <a:gs pos="0">
                <a:schemeClr val="accent1">
                  <a:gamma/>
                  <a:shade val="46275"/>
                  <a:invGamma/>
                </a:schemeClr>
              </a:gs>
              <a:gs pos="100000">
                <a:schemeClr val="accent1"/>
              </a:gs>
            </a:gsLst>
            <a:lin ang="0" scaled="1"/>
          </a:gradFill>
          <a:ln w="9525">
            <a:solidFill>
              <a:schemeClr val="accent1"/>
            </a:solidFill>
            <a:miter lim="800000"/>
            <a:headEnd/>
            <a:tailEnd/>
          </a:ln>
          <a:effectLst/>
        </p:spPr>
        <p:txBody>
          <a:bodyPr wrap="none" anchor="ctr"/>
          <a:lstStyle/>
          <a:p>
            <a:pPr eaLnBrk="1" hangingPunct="1">
              <a:defRPr/>
            </a:pPr>
            <a:endParaRPr lang="en-US">
              <a:latin typeface="Arial" charset="0"/>
            </a:endParaRPr>
          </a:p>
        </p:txBody>
      </p:sp>
      <p:sp>
        <p:nvSpPr>
          <p:cNvPr id="5" name="Rectangle 47">
            <a:extLst>
              <a:ext uri="{FF2B5EF4-FFF2-40B4-BE49-F238E27FC236}">
                <a16:creationId xmlns:a16="http://schemas.microsoft.com/office/drawing/2014/main" id="{7AC510EA-5137-AF43-6AE9-328260DA8239}"/>
              </a:ext>
            </a:extLst>
          </p:cNvPr>
          <p:cNvSpPr>
            <a:spLocks noChangeArrowheads="1"/>
          </p:cNvSpPr>
          <p:nvPr/>
        </p:nvSpPr>
        <p:spPr bwMode="gray">
          <a:xfrm>
            <a:off x="0" y="1143000"/>
            <a:ext cx="228600" cy="5715000"/>
          </a:xfrm>
          <a:prstGeom prst="rect">
            <a:avLst/>
          </a:prstGeom>
          <a:gradFill rotWithShape="1">
            <a:gsLst>
              <a:gs pos="0">
                <a:schemeClr val="hlink"/>
              </a:gs>
              <a:gs pos="100000">
                <a:schemeClr val="hlink">
                  <a:gamma/>
                  <a:tint val="0"/>
                  <a:invGamma/>
                </a:schemeClr>
              </a:gs>
            </a:gsLst>
            <a:lin ang="5400000" scaled="1"/>
          </a:gradFill>
          <a:ln w="9525">
            <a:noFill/>
            <a:miter lim="800000"/>
            <a:headEnd/>
            <a:tailEnd/>
          </a:ln>
          <a:effectLst/>
        </p:spPr>
        <p:txBody>
          <a:bodyPr wrap="none" anchor="ctr"/>
          <a:lstStyle/>
          <a:p>
            <a:pPr eaLnBrk="1" hangingPunct="1">
              <a:defRPr/>
            </a:pPr>
            <a:endParaRPr lang="en-US">
              <a:latin typeface="Arial" charset="0"/>
            </a:endParaRPr>
          </a:p>
        </p:txBody>
      </p:sp>
      <p:sp>
        <p:nvSpPr>
          <p:cNvPr id="6" name="Rectangle 48">
            <a:extLst>
              <a:ext uri="{FF2B5EF4-FFF2-40B4-BE49-F238E27FC236}">
                <a16:creationId xmlns:a16="http://schemas.microsoft.com/office/drawing/2014/main" id="{3B2E73C1-4283-5312-E6C3-FF7A80EC0F2D}"/>
              </a:ext>
            </a:extLst>
          </p:cNvPr>
          <p:cNvSpPr>
            <a:spLocks noChangeArrowheads="1"/>
          </p:cNvSpPr>
          <p:nvPr/>
        </p:nvSpPr>
        <p:spPr bwMode="gray">
          <a:xfrm>
            <a:off x="8686800" y="0"/>
            <a:ext cx="76200" cy="60960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7" name="Rectangle 49">
            <a:extLst>
              <a:ext uri="{FF2B5EF4-FFF2-40B4-BE49-F238E27FC236}">
                <a16:creationId xmlns:a16="http://schemas.microsoft.com/office/drawing/2014/main" id="{F66034E4-9560-5D8F-0F42-D409D8213B67}"/>
              </a:ext>
            </a:extLst>
          </p:cNvPr>
          <p:cNvSpPr>
            <a:spLocks noChangeArrowheads="1"/>
          </p:cNvSpPr>
          <p:nvPr/>
        </p:nvSpPr>
        <p:spPr bwMode="gray">
          <a:xfrm>
            <a:off x="0" y="0"/>
            <a:ext cx="1447800" cy="10668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pic>
        <p:nvPicPr>
          <p:cNvPr id="8" name="Picture 41">
            <a:extLst>
              <a:ext uri="{FF2B5EF4-FFF2-40B4-BE49-F238E27FC236}">
                <a16:creationId xmlns:a16="http://schemas.microsoft.com/office/drawing/2014/main" id="{8F45CC1A-15AA-6403-7900-DB040A6FFE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0" y="0"/>
            <a:ext cx="1243013"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46">
            <a:extLst>
              <a:ext uri="{FF2B5EF4-FFF2-40B4-BE49-F238E27FC236}">
                <a16:creationId xmlns:a16="http://schemas.microsoft.com/office/drawing/2014/main" id="{2FCBD6E6-D05D-218F-E7C0-7939B62DA97D}"/>
              </a:ext>
            </a:extLst>
          </p:cNvPr>
          <p:cNvSpPr>
            <a:spLocks noChangeArrowheads="1"/>
          </p:cNvSpPr>
          <p:nvPr/>
        </p:nvSpPr>
        <p:spPr bwMode="gray">
          <a:xfrm>
            <a:off x="0" y="1035050"/>
            <a:ext cx="1447800" cy="2286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Tree>
    <p:extLst>
      <p:ext uri="{BB962C8B-B14F-4D97-AF65-F5344CB8AC3E}">
        <p14:creationId xmlns:p14="http://schemas.microsoft.com/office/powerpoint/2010/main" val="990780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showMasterPhAnim="0" type="objTx" preserve="1">
  <p:cSld name="Content with Caption">
    <p:spTree>
      <p:nvGrpSpPr>
        <p:cNvPr id="1" name=""/>
        <p:cNvGrpSpPr/>
        <p:nvPr/>
      </p:nvGrpSpPr>
      <p:grpSpPr>
        <a:xfrm>
          <a:off x="0" y="0"/>
          <a:ext cx="0" cy="0"/>
          <a:chOff x="0" y="0"/>
          <a:chExt cx="0" cy="0"/>
        </a:xfrm>
      </p:grpSpPr>
      <p:sp>
        <p:nvSpPr>
          <p:cNvPr id="5" name="Rectangle 43">
            <a:extLst>
              <a:ext uri="{FF2B5EF4-FFF2-40B4-BE49-F238E27FC236}">
                <a16:creationId xmlns:a16="http://schemas.microsoft.com/office/drawing/2014/main" id="{82E14F45-42C2-3526-0389-C2A01D169BB0}"/>
              </a:ext>
            </a:extLst>
          </p:cNvPr>
          <p:cNvSpPr>
            <a:spLocks noChangeArrowheads="1"/>
          </p:cNvSpPr>
          <p:nvPr/>
        </p:nvSpPr>
        <p:spPr bwMode="gray">
          <a:xfrm>
            <a:off x="0" y="9525"/>
            <a:ext cx="9144000" cy="10287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6" name="Rectangle 44">
            <a:extLst>
              <a:ext uri="{FF2B5EF4-FFF2-40B4-BE49-F238E27FC236}">
                <a16:creationId xmlns:a16="http://schemas.microsoft.com/office/drawing/2014/main" id="{AD61247D-1FAD-8734-8FD5-211BF557B183}"/>
              </a:ext>
            </a:extLst>
          </p:cNvPr>
          <p:cNvSpPr>
            <a:spLocks noChangeArrowheads="1"/>
          </p:cNvSpPr>
          <p:nvPr/>
        </p:nvSpPr>
        <p:spPr bwMode="gray">
          <a:xfrm>
            <a:off x="1447800" y="0"/>
            <a:ext cx="7696200" cy="87947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7" name="Rectangle 45">
            <a:extLst>
              <a:ext uri="{FF2B5EF4-FFF2-40B4-BE49-F238E27FC236}">
                <a16:creationId xmlns:a16="http://schemas.microsoft.com/office/drawing/2014/main" id="{1D2CFBAF-FB29-FA5E-B6B9-4291DE8D1A2A}"/>
              </a:ext>
            </a:extLst>
          </p:cNvPr>
          <p:cNvSpPr>
            <a:spLocks noChangeArrowheads="1"/>
          </p:cNvSpPr>
          <p:nvPr/>
        </p:nvSpPr>
        <p:spPr bwMode="gray">
          <a:xfrm>
            <a:off x="0" y="158750"/>
            <a:ext cx="9144000" cy="603250"/>
          </a:xfrm>
          <a:prstGeom prst="rect">
            <a:avLst/>
          </a:prstGeom>
          <a:gradFill rotWithShape="1">
            <a:gsLst>
              <a:gs pos="0">
                <a:schemeClr val="accent1">
                  <a:gamma/>
                  <a:shade val="46275"/>
                  <a:invGamma/>
                </a:schemeClr>
              </a:gs>
              <a:gs pos="100000">
                <a:schemeClr val="accent1"/>
              </a:gs>
            </a:gsLst>
            <a:lin ang="0" scaled="1"/>
          </a:gradFill>
          <a:ln w="9525">
            <a:solidFill>
              <a:schemeClr val="accent1"/>
            </a:solidFill>
            <a:miter lim="800000"/>
            <a:headEnd/>
            <a:tailEnd/>
          </a:ln>
          <a:effectLst/>
        </p:spPr>
        <p:txBody>
          <a:bodyPr wrap="none" anchor="ctr"/>
          <a:lstStyle/>
          <a:p>
            <a:pPr eaLnBrk="1" hangingPunct="1">
              <a:defRPr/>
            </a:pPr>
            <a:endParaRPr lang="en-US">
              <a:latin typeface="Arial" charset="0"/>
            </a:endParaRPr>
          </a:p>
        </p:txBody>
      </p:sp>
      <p:sp>
        <p:nvSpPr>
          <p:cNvPr id="8" name="Rectangle 47">
            <a:extLst>
              <a:ext uri="{FF2B5EF4-FFF2-40B4-BE49-F238E27FC236}">
                <a16:creationId xmlns:a16="http://schemas.microsoft.com/office/drawing/2014/main" id="{078402CD-C0AD-B88F-C5C9-321FD1822CB0}"/>
              </a:ext>
            </a:extLst>
          </p:cNvPr>
          <p:cNvSpPr>
            <a:spLocks noChangeArrowheads="1"/>
          </p:cNvSpPr>
          <p:nvPr/>
        </p:nvSpPr>
        <p:spPr bwMode="gray">
          <a:xfrm>
            <a:off x="0" y="1143000"/>
            <a:ext cx="228600" cy="5715000"/>
          </a:xfrm>
          <a:prstGeom prst="rect">
            <a:avLst/>
          </a:prstGeom>
          <a:gradFill rotWithShape="1">
            <a:gsLst>
              <a:gs pos="0">
                <a:schemeClr val="hlink"/>
              </a:gs>
              <a:gs pos="100000">
                <a:schemeClr val="hlink">
                  <a:gamma/>
                  <a:tint val="0"/>
                  <a:invGamma/>
                </a:schemeClr>
              </a:gs>
            </a:gsLst>
            <a:lin ang="5400000" scaled="1"/>
          </a:gradFill>
          <a:ln w="9525">
            <a:noFill/>
            <a:miter lim="800000"/>
            <a:headEnd/>
            <a:tailEnd/>
          </a:ln>
          <a:effectLst/>
        </p:spPr>
        <p:txBody>
          <a:bodyPr wrap="none" anchor="ctr"/>
          <a:lstStyle/>
          <a:p>
            <a:pPr eaLnBrk="1" hangingPunct="1">
              <a:defRPr/>
            </a:pPr>
            <a:endParaRPr lang="en-US">
              <a:latin typeface="Arial" charset="0"/>
            </a:endParaRPr>
          </a:p>
        </p:txBody>
      </p:sp>
      <p:sp>
        <p:nvSpPr>
          <p:cNvPr id="9" name="Rectangle 48">
            <a:extLst>
              <a:ext uri="{FF2B5EF4-FFF2-40B4-BE49-F238E27FC236}">
                <a16:creationId xmlns:a16="http://schemas.microsoft.com/office/drawing/2014/main" id="{FFE9EFFA-4EDA-F498-5272-8340BD4B871D}"/>
              </a:ext>
            </a:extLst>
          </p:cNvPr>
          <p:cNvSpPr>
            <a:spLocks noChangeArrowheads="1"/>
          </p:cNvSpPr>
          <p:nvPr/>
        </p:nvSpPr>
        <p:spPr bwMode="gray">
          <a:xfrm>
            <a:off x="8686800" y="0"/>
            <a:ext cx="76200" cy="60960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0" name="Rectangle 49">
            <a:extLst>
              <a:ext uri="{FF2B5EF4-FFF2-40B4-BE49-F238E27FC236}">
                <a16:creationId xmlns:a16="http://schemas.microsoft.com/office/drawing/2014/main" id="{2DE5CCBF-F15F-B3FA-3091-B737D39E02A2}"/>
              </a:ext>
            </a:extLst>
          </p:cNvPr>
          <p:cNvSpPr>
            <a:spLocks noChangeArrowheads="1"/>
          </p:cNvSpPr>
          <p:nvPr/>
        </p:nvSpPr>
        <p:spPr bwMode="gray">
          <a:xfrm>
            <a:off x="0" y="0"/>
            <a:ext cx="1447800" cy="10668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pic>
        <p:nvPicPr>
          <p:cNvPr id="11" name="Picture 41">
            <a:extLst>
              <a:ext uri="{FF2B5EF4-FFF2-40B4-BE49-F238E27FC236}">
                <a16:creationId xmlns:a16="http://schemas.microsoft.com/office/drawing/2014/main" id="{E13B5081-A509-DA51-99BC-1A878E9B7D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0" y="0"/>
            <a:ext cx="1243013"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46">
            <a:extLst>
              <a:ext uri="{FF2B5EF4-FFF2-40B4-BE49-F238E27FC236}">
                <a16:creationId xmlns:a16="http://schemas.microsoft.com/office/drawing/2014/main" id="{A6A7470E-439B-7928-D213-A07D787971E4}"/>
              </a:ext>
            </a:extLst>
          </p:cNvPr>
          <p:cNvSpPr>
            <a:spLocks noChangeArrowheads="1"/>
          </p:cNvSpPr>
          <p:nvPr/>
        </p:nvSpPr>
        <p:spPr bwMode="gray">
          <a:xfrm>
            <a:off x="0" y="1035050"/>
            <a:ext cx="1447800" cy="2286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340640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up)">
                                      <p:cBhvr>
                                        <p:cTn id="1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showMasterPhAnim="0" type="picTx" preserve="1">
  <p:cSld name="Picture with Caption">
    <p:spTree>
      <p:nvGrpSpPr>
        <p:cNvPr id="1" name=""/>
        <p:cNvGrpSpPr/>
        <p:nvPr/>
      </p:nvGrpSpPr>
      <p:grpSpPr>
        <a:xfrm>
          <a:off x="0" y="0"/>
          <a:ext cx="0" cy="0"/>
          <a:chOff x="0" y="0"/>
          <a:chExt cx="0" cy="0"/>
        </a:xfrm>
      </p:grpSpPr>
      <p:sp>
        <p:nvSpPr>
          <p:cNvPr id="5" name="Rectangle 43">
            <a:extLst>
              <a:ext uri="{FF2B5EF4-FFF2-40B4-BE49-F238E27FC236}">
                <a16:creationId xmlns:a16="http://schemas.microsoft.com/office/drawing/2014/main" id="{65294860-E43C-F39F-9933-91AB11AEEACC}"/>
              </a:ext>
            </a:extLst>
          </p:cNvPr>
          <p:cNvSpPr>
            <a:spLocks noChangeArrowheads="1"/>
          </p:cNvSpPr>
          <p:nvPr/>
        </p:nvSpPr>
        <p:spPr bwMode="gray">
          <a:xfrm>
            <a:off x="0" y="9525"/>
            <a:ext cx="9144000" cy="10287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6" name="Rectangle 44">
            <a:extLst>
              <a:ext uri="{FF2B5EF4-FFF2-40B4-BE49-F238E27FC236}">
                <a16:creationId xmlns:a16="http://schemas.microsoft.com/office/drawing/2014/main" id="{2655A74D-3B7A-8AAB-5E7F-D331A3775D61}"/>
              </a:ext>
            </a:extLst>
          </p:cNvPr>
          <p:cNvSpPr>
            <a:spLocks noChangeArrowheads="1"/>
          </p:cNvSpPr>
          <p:nvPr/>
        </p:nvSpPr>
        <p:spPr bwMode="gray">
          <a:xfrm>
            <a:off x="1447800" y="0"/>
            <a:ext cx="7696200" cy="87947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7" name="Rectangle 45">
            <a:extLst>
              <a:ext uri="{FF2B5EF4-FFF2-40B4-BE49-F238E27FC236}">
                <a16:creationId xmlns:a16="http://schemas.microsoft.com/office/drawing/2014/main" id="{3D70ABF2-9795-73C8-85CC-E79F5F1EB281}"/>
              </a:ext>
            </a:extLst>
          </p:cNvPr>
          <p:cNvSpPr>
            <a:spLocks noChangeArrowheads="1"/>
          </p:cNvSpPr>
          <p:nvPr/>
        </p:nvSpPr>
        <p:spPr bwMode="gray">
          <a:xfrm>
            <a:off x="0" y="158750"/>
            <a:ext cx="9144000" cy="603250"/>
          </a:xfrm>
          <a:prstGeom prst="rect">
            <a:avLst/>
          </a:prstGeom>
          <a:gradFill rotWithShape="1">
            <a:gsLst>
              <a:gs pos="0">
                <a:schemeClr val="accent1">
                  <a:gamma/>
                  <a:shade val="46275"/>
                  <a:invGamma/>
                </a:schemeClr>
              </a:gs>
              <a:gs pos="100000">
                <a:schemeClr val="accent1"/>
              </a:gs>
            </a:gsLst>
            <a:lin ang="0" scaled="1"/>
          </a:gradFill>
          <a:ln w="9525">
            <a:solidFill>
              <a:schemeClr val="accent1"/>
            </a:solidFill>
            <a:miter lim="800000"/>
            <a:headEnd/>
            <a:tailEnd/>
          </a:ln>
          <a:effectLst/>
        </p:spPr>
        <p:txBody>
          <a:bodyPr wrap="none" anchor="ctr"/>
          <a:lstStyle/>
          <a:p>
            <a:pPr eaLnBrk="1" hangingPunct="1">
              <a:defRPr/>
            </a:pPr>
            <a:endParaRPr lang="en-US">
              <a:latin typeface="Arial" charset="0"/>
            </a:endParaRPr>
          </a:p>
        </p:txBody>
      </p:sp>
      <p:sp>
        <p:nvSpPr>
          <p:cNvPr id="8" name="Rectangle 47">
            <a:extLst>
              <a:ext uri="{FF2B5EF4-FFF2-40B4-BE49-F238E27FC236}">
                <a16:creationId xmlns:a16="http://schemas.microsoft.com/office/drawing/2014/main" id="{FE747D4E-BF5E-324F-D193-4E8B1FD07CBA}"/>
              </a:ext>
            </a:extLst>
          </p:cNvPr>
          <p:cNvSpPr>
            <a:spLocks noChangeArrowheads="1"/>
          </p:cNvSpPr>
          <p:nvPr/>
        </p:nvSpPr>
        <p:spPr bwMode="gray">
          <a:xfrm>
            <a:off x="0" y="1143000"/>
            <a:ext cx="228600" cy="5715000"/>
          </a:xfrm>
          <a:prstGeom prst="rect">
            <a:avLst/>
          </a:prstGeom>
          <a:gradFill rotWithShape="1">
            <a:gsLst>
              <a:gs pos="0">
                <a:schemeClr val="hlink"/>
              </a:gs>
              <a:gs pos="100000">
                <a:schemeClr val="hlink">
                  <a:gamma/>
                  <a:tint val="0"/>
                  <a:invGamma/>
                </a:schemeClr>
              </a:gs>
            </a:gsLst>
            <a:lin ang="5400000" scaled="1"/>
          </a:gradFill>
          <a:ln w="9525">
            <a:noFill/>
            <a:miter lim="800000"/>
            <a:headEnd/>
            <a:tailEnd/>
          </a:ln>
          <a:effectLst/>
        </p:spPr>
        <p:txBody>
          <a:bodyPr wrap="none" anchor="ctr"/>
          <a:lstStyle/>
          <a:p>
            <a:pPr eaLnBrk="1" hangingPunct="1">
              <a:defRPr/>
            </a:pPr>
            <a:endParaRPr lang="en-US">
              <a:latin typeface="Arial" charset="0"/>
            </a:endParaRPr>
          </a:p>
        </p:txBody>
      </p:sp>
      <p:sp>
        <p:nvSpPr>
          <p:cNvPr id="9" name="Rectangle 48">
            <a:extLst>
              <a:ext uri="{FF2B5EF4-FFF2-40B4-BE49-F238E27FC236}">
                <a16:creationId xmlns:a16="http://schemas.microsoft.com/office/drawing/2014/main" id="{E18B5247-BD99-6636-278E-DDAFF9E56984}"/>
              </a:ext>
            </a:extLst>
          </p:cNvPr>
          <p:cNvSpPr>
            <a:spLocks noChangeArrowheads="1"/>
          </p:cNvSpPr>
          <p:nvPr/>
        </p:nvSpPr>
        <p:spPr bwMode="gray">
          <a:xfrm>
            <a:off x="8686800" y="0"/>
            <a:ext cx="76200" cy="60960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0" name="Rectangle 49">
            <a:extLst>
              <a:ext uri="{FF2B5EF4-FFF2-40B4-BE49-F238E27FC236}">
                <a16:creationId xmlns:a16="http://schemas.microsoft.com/office/drawing/2014/main" id="{D8BB390C-5E6D-9850-C7D2-91DC957AC586}"/>
              </a:ext>
            </a:extLst>
          </p:cNvPr>
          <p:cNvSpPr>
            <a:spLocks noChangeArrowheads="1"/>
          </p:cNvSpPr>
          <p:nvPr/>
        </p:nvSpPr>
        <p:spPr bwMode="gray">
          <a:xfrm>
            <a:off x="0" y="0"/>
            <a:ext cx="1447800" cy="10668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pic>
        <p:nvPicPr>
          <p:cNvPr id="11" name="Picture 41">
            <a:extLst>
              <a:ext uri="{FF2B5EF4-FFF2-40B4-BE49-F238E27FC236}">
                <a16:creationId xmlns:a16="http://schemas.microsoft.com/office/drawing/2014/main" id="{4EF8628B-3FEF-5E97-834E-437687B5E9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0" y="0"/>
            <a:ext cx="1243013"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46">
            <a:extLst>
              <a:ext uri="{FF2B5EF4-FFF2-40B4-BE49-F238E27FC236}">
                <a16:creationId xmlns:a16="http://schemas.microsoft.com/office/drawing/2014/main" id="{74327773-0D74-1AD8-F252-0828B4FBF6C5}"/>
              </a:ext>
            </a:extLst>
          </p:cNvPr>
          <p:cNvSpPr>
            <a:spLocks noChangeArrowheads="1"/>
          </p:cNvSpPr>
          <p:nvPr/>
        </p:nvSpPr>
        <p:spPr bwMode="gray">
          <a:xfrm>
            <a:off x="0" y="1035050"/>
            <a:ext cx="1447800" cy="2286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308874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up)">
                                      <p:cBhvr>
                                        <p:cTn id="1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showMasterPhAnim="0" type="vertTx" preserve="1">
  <p:cSld name="Title and Vertical Text">
    <p:spTree>
      <p:nvGrpSpPr>
        <p:cNvPr id="1" name=""/>
        <p:cNvGrpSpPr/>
        <p:nvPr/>
      </p:nvGrpSpPr>
      <p:grpSpPr>
        <a:xfrm>
          <a:off x="0" y="0"/>
          <a:ext cx="0" cy="0"/>
          <a:chOff x="0" y="0"/>
          <a:chExt cx="0" cy="0"/>
        </a:xfrm>
      </p:grpSpPr>
      <p:sp>
        <p:nvSpPr>
          <p:cNvPr id="4" name="Rectangle 43">
            <a:extLst>
              <a:ext uri="{FF2B5EF4-FFF2-40B4-BE49-F238E27FC236}">
                <a16:creationId xmlns:a16="http://schemas.microsoft.com/office/drawing/2014/main" id="{5DAA0D0B-B7E7-7749-E3FA-7BA2828437F5}"/>
              </a:ext>
            </a:extLst>
          </p:cNvPr>
          <p:cNvSpPr>
            <a:spLocks noChangeArrowheads="1"/>
          </p:cNvSpPr>
          <p:nvPr/>
        </p:nvSpPr>
        <p:spPr bwMode="gray">
          <a:xfrm>
            <a:off x="0" y="9525"/>
            <a:ext cx="9144000" cy="10287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5" name="Rectangle 44">
            <a:extLst>
              <a:ext uri="{FF2B5EF4-FFF2-40B4-BE49-F238E27FC236}">
                <a16:creationId xmlns:a16="http://schemas.microsoft.com/office/drawing/2014/main" id="{C437BBAF-3BDD-7811-8476-35BAD7C52C37}"/>
              </a:ext>
            </a:extLst>
          </p:cNvPr>
          <p:cNvSpPr>
            <a:spLocks noChangeArrowheads="1"/>
          </p:cNvSpPr>
          <p:nvPr/>
        </p:nvSpPr>
        <p:spPr bwMode="gray">
          <a:xfrm>
            <a:off x="1447800" y="0"/>
            <a:ext cx="7696200" cy="87947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6" name="Rectangle 45">
            <a:extLst>
              <a:ext uri="{FF2B5EF4-FFF2-40B4-BE49-F238E27FC236}">
                <a16:creationId xmlns:a16="http://schemas.microsoft.com/office/drawing/2014/main" id="{04AF357D-AB53-DFEB-6B6F-68AAC6C3F94D}"/>
              </a:ext>
            </a:extLst>
          </p:cNvPr>
          <p:cNvSpPr>
            <a:spLocks noChangeArrowheads="1"/>
          </p:cNvSpPr>
          <p:nvPr/>
        </p:nvSpPr>
        <p:spPr bwMode="gray">
          <a:xfrm>
            <a:off x="0" y="158750"/>
            <a:ext cx="9144000" cy="603250"/>
          </a:xfrm>
          <a:prstGeom prst="rect">
            <a:avLst/>
          </a:prstGeom>
          <a:gradFill rotWithShape="1">
            <a:gsLst>
              <a:gs pos="0">
                <a:schemeClr val="accent1">
                  <a:gamma/>
                  <a:shade val="46275"/>
                  <a:invGamma/>
                </a:schemeClr>
              </a:gs>
              <a:gs pos="100000">
                <a:schemeClr val="accent1"/>
              </a:gs>
            </a:gsLst>
            <a:lin ang="0" scaled="1"/>
          </a:gradFill>
          <a:ln w="9525">
            <a:solidFill>
              <a:schemeClr val="accent1"/>
            </a:solidFill>
            <a:miter lim="800000"/>
            <a:headEnd/>
            <a:tailEnd/>
          </a:ln>
          <a:effectLst/>
        </p:spPr>
        <p:txBody>
          <a:bodyPr wrap="none" anchor="ctr"/>
          <a:lstStyle/>
          <a:p>
            <a:pPr eaLnBrk="1" hangingPunct="1">
              <a:defRPr/>
            </a:pPr>
            <a:endParaRPr lang="en-US">
              <a:latin typeface="Arial" charset="0"/>
            </a:endParaRPr>
          </a:p>
        </p:txBody>
      </p:sp>
      <p:sp>
        <p:nvSpPr>
          <p:cNvPr id="7" name="Rectangle 47">
            <a:extLst>
              <a:ext uri="{FF2B5EF4-FFF2-40B4-BE49-F238E27FC236}">
                <a16:creationId xmlns:a16="http://schemas.microsoft.com/office/drawing/2014/main" id="{0BF9B6E8-14A8-6848-105E-3B2A95F74D7B}"/>
              </a:ext>
            </a:extLst>
          </p:cNvPr>
          <p:cNvSpPr>
            <a:spLocks noChangeArrowheads="1"/>
          </p:cNvSpPr>
          <p:nvPr/>
        </p:nvSpPr>
        <p:spPr bwMode="gray">
          <a:xfrm>
            <a:off x="0" y="1143000"/>
            <a:ext cx="228600" cy="5715000"/>
          </a:xfrm>
          <a:prstGeom prst="rect">
            <a:avLst/>
          </a:prstGeom>
          <a:gradFill rotWithShape="1">
            <a:gsLst>
              <a:gs pos="0">
                <a:schemeClr val="hlink"/>
              </a:gs>
              <a:gs pos="100000">
                <a:schemeClr val="hlink">
                  <a:gamma/>
                  <a:tint val="0"/>
                  <a:invGamma/>
                </a:schemeClr>
              </a:gs>
            </a:gsLst>
            <a:lin ang="5400000" scaled="1"/>
          </a:gradFill>
          <a:ln w="9525">
            <a:noFill/>
            <a:miter lim="800000"/>
            <a:headEnd/>
            <a:tailEnd/>
          </a:ln>
          <a:effectLst/>
        </p:spPr>
        <p:txBody>
          <a:bodyPr wrap="none" anchor="ctr"/>
          <a:lstStyle/>
          <a:p>
            <a:pPr eaLnBrk="1" hangingPunct="1">
              <a:defRPr/>
            </a:pPr>
            <a:endParaRPr lang="en-US">
              <a:latin typeface="Arial" charset="0"/>
            </a:endParaRPr>
          </a:p>
        </p:txBody>
      </p:sp>
      <p:sp>
        <p:nvSpPr>
          <p:cNvPr id="8" name="Rectangle 48">
            <a:extLst>
              <a:ext uri="{FF2B5EF4-FFF2-40B4-BE49-F238E27FC236}">
                <a16:creationId xmlns:a16="http://schemas.microsoft.com/office/drawing/2014/main" id="{29E31F34-C26F-FAF5-5AF6-F3A137E0A6C0}"/>
              </a:ext>
            </a:extLst>
          </p:cNvPr>
          <p:cNvSpPr>
            <a:spLocks noChangeArrowheads="1"/>
          </p:cNvSpPr>
          <p:nvPr/>
        </p:nvSpPr>
        <p:spPr bwMode="gray">
          <a:xfrm>
            <a:off x="8686800" y="0"/>
            <a:ext cx="76200" cy="60960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9" name="Rectangle 49">
            <a:extLst>
              <a:ext uri="{FF2B5EF4-FFF2-40B4-BE49-F238E27FC236}">
                <a16:creationId xmlns:a16="http://schemas.microsoft.com/office/drawing/2014/main" id="{43FE3E66-4E4F-C5F0-F927-ACDD48D7F768}"/>
              </a:ext>
            </a:extLst>
          </p:cNvPr>
          <p:cNvSpPr>
            <a:spLocks noChangeArrowheads="1"/>
          </p:cNvSpPr>
          <p:nvPr/>
        </p:nvSpPr>
        <p:spPr bwMode="gray">
          <a:xfrm>
            <a:off x="0" y="0"/>
            <a:ext cx="1447800" cy="10668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pic>
        <p:nvPicPr>
          <p:cNvPr id="10" name="Picture 41">
            <a:extLst>
              <a:ext uri="{FF2B5EF4-FFF2-40B4-BE49-F238E27FC236}">
                <a16:creationId xmlns:a16="http://schemas.microsoft.com/office/drawing/2014/main" id="{DCD00C17-25DE-5E35-BA02-EA3300A303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0" y="0"/>
            <a:ext cx="1243013"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46">
            <a:extLst>
              <a:ext uri="{FF2B5EF4-FFF2-40B4-BE49-F238E27FC236}">
                <a16:creationId xmlns:a16="http://schemas.microsoft.com/office/drawing/2014/main" id="{CE05F22D-3580-6F57-E664-660A55DBCF0A}"/>
              </a:ext>
            </a:extLst>
          </p:cNvPr>
          <p:cNvSpPr>
            <a:spLocks noChangeArrowheads="1"/>
          </p:cNvSpPr>
          <p:nvPr/>
        </p:nvSpPr>
        <p:spPr bwMode="gray">
          <a:xfrm>
            <a:off x="0" y="1035050"/>
            <a:ext cx="1447800" cy="2286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67334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showMasterPhAnim="0" type="vertTitleAndTx" preserve="1">
  <p:cSld name="Vertical Title and Text">
    <p:spTree>
      <p:nvGrpSpPr>
        <p:cNvPr id="1" name=""/>
        <p:cNvGrpSpPr/>
        <p:nvPr/>
      </p:nvGrpSpPr>
      <p:grpSpPr>
        <a:xfrm>
          <a:off x="0" y="0"/>
          <a:ext cx="0" cy="0"/>
          <a:chOff x="0" y="0"/>
          <a:chExt cx="0" cy="0"/>
        </a:xfrm>
      </p:grpSpPr>
      <p:sp>
        <p:nvSpPr>
          <p:cNvPr id="4" name="Rectangle 43">
            <a:extLst>
              <a:ext uri="{FF2B5EF4-FFF2-40B4-BE49-F238E27FC236}">
                <a16:creationId xmlns:a16="http://schemas.microsoft.com/office/drawing/2014/main" id="{170C0121-3950-9101-C4E2-ACC3032220BE}"/>
              </a:ext>
            </a:extLst>
          </p:cNvPr>
          <p:cNvSpPr>
            <a:spLocks noChangeArrowheads="1"/>
          </p:cNvSpPr>
          <p:nvPr/>
        </p:nvSpPr>
        <p:spPr bwMode="gray">
          <a:xfrm>
            <a:off x="0" y="9525"/>
            <a:ext cx="9144000" cy="10287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5" name="Rectangle 44">
            <a:extLst>
              <a:ext uri="{FF2B5EF4-FFF2-40B4-BE49-F238E27FC236}">
                <a16:creationId xmlns:a16="http://schemas.microsoft.com/office/drawing/2014/main" id="{FA6A9174-95F7-2CE4-EC10-D3C2269F10C7}"/>
              </a:ext>
            </a:extLst>
          </p:cNvPr>
          <p:cNvSpPr>
            <a:spLocks noChangeArrowheads="1"/>
          </p:cNvSpPr>
          <p:nvPr/>
        </p:nvSpPr>
        <p:spPr bwMode="gray">
          <a:xfrm>
            <a:off x="1447800" y="0"/>
            <a:ext cx="7696200" cy="87947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6" name="Rectangle 45">
            <a:extLst>
              <a:ext uri="{FF2B5EF4-FFF2-40B4-BE49-F238E27FC236}">
                <a16:creationId xmlns:a16="http://schemas.microsoft.com/office/drawing/2014/main" id="{8C2706F8-1157-B550-3644-1F9A390B76EE}"/>
              </a:ext>
            </a:extLst>
          </p:cNvPr>
          <p:cNvSpPr>
            <a:spLocks noChangeArrowheads="1"/>
          </p:cNvSpPr>
          <p:nvPr/>
        </p:nvSpPr>
        <p:spPr bwMode="gray">
          <a:xfrm>
            <a:off x="0" y="158750"/>
            <a:ext cx="9144000" cy="603250"/>
          </a:xfrm>
          <a:prstGeom prst="rect">
            <a:avLst/>
          </a:prstGeom>
          <a:gradFill rotWithShape="1">
            <a:gsLst>
              <a:gs pos="0">
                <a:schemeClr val="accent1">
                  <a:gamma/>
                  <a:shade val="46275"/>
                  <a:invGamma/>
                </a:schemeClr>
              </a:gs>
              <a:gs pos="100000">
                <a:schemeClr val="accent1"/>
              </a:gs>
            </a:gsLst>
            <a:lin ang="0" scaled="1"/>
          </a:gradFill>
          <a:ln w="9525">
            <a:solidFill>
              <a:schemeClr val="accent1"/>
            </a:solidFill>
            <a:miter lim="800000"/>
            <a:headEnd/>
            <a:tailEnd/>
          </a:ln>
          <a:effectLst/>
        </p:spPr>
        <p:txBody>
          <a:bodyPr wrap="none" anchor="ctr"/>
          <a:lstStyle/>
          <a:p>
            <a:pPr eaLnBrk="1" hangingPunct="1">
              <a:defRPr/>
            </a:pPr>
            <a:endParaRPr lang="en-US">
              <a:latin typeface="Arial" charset="0"/>
            </a:endParaRPr>
          </a:p>
        </p:txBody>
      </p:sp>
      <p:sp>
        <p:nvSpPr>
          <p:cNvPr id="7" name="Rectangle 47">
            <a:extLst>
              <a:ext uri="{FF2B5EF4-FFF2-40B4-BE49-F238E27FC236}">
                <a16:creationId xmlns:a16="http://schemas.microsoft.com/office/drawing/2014/main" id="{5314E88F-BA5A-39B3-C670-4C9288403BCE}"/>
              </a:ext>
            </a:extLst>
          </p:cNvPr>
          <p:cNvSpPr>
            <a:spLocks noChangeArrowheads="1"/>
          </p:cNvSpPr>
          <p:nvPr/>
        </p:nvSpPr>
        <p:spPr bwMode="gray">
          <a:xfrm>
            <a:off x="0" y="1143000"/>
            <a:ext cx="228600" cy="5715000"/>
          </a:xfrm>
          <a:prstGeom prst="rect">
            <a:avLst/>
          </a:prstGeom>
          <a:gradFill rotWithShape="1">
            <a:gsLst>
              <a:gs pos="0">
                <a:schemeClr val="hlink"/>
              </a:gs>
              <a:gs pos="100000">
                <a:schemeClr val="hlink">
                  <a:gamma/>
                  <a:tint val="0"/>
                  <a:invGamma/>
                </a:schemeClr>
              </a:gs>
            </a:gsLst>
            <a:lin ang="5400000" scaled="1"/>
          </a:gradFill>
          <a:ln w="9525">
            <a:noFill/>
            <a:miter lim="800000"/>
            <a:headEnd/>
            <a:tailEnd/>
          </a:ln>
          <a:effectLst/>
        </p:spPr>
        <p:txBody>
          <a:bodyPr wrap="none" anchor="ctr"/>
          <a:lstStyle/>
          <a:p>
            <a:pPr eaLnBrk="1" hangingPunct="1">
              <a:defRPr/>
            </a:pPr>
            <a:endParaRPr lang="en-US">
              <a:latin typeface="Arial" charset="0"/>
            </a:endParaRPr>
          </a:p>
        </p:txBody>
      </p:sp>
      <p:sp>
        <p:nvSpPr>
          <p:cNvPr id="8" name="Rectangle 48">
            <a:extLst>
              <a:ext uri="{FF2B5EF4-FFF2-40B4-BE49-F238E27FC236}">
                <a16:creationId xmlns:a16="http://schemas.microsoft.com/office/drawing/2014/main" id="{3C1E0887-0660-53AA-9BE7-A93CFD0B5714}"/>
              </a:ext>
            </a:extLst>
          </p:cNvPr>
          <p:cNvSpPr>
            <a:spLocks noChangeArrowheads="1"/>
          </p:cNvSpPr>
          <p:nvPr/>
        </p:nvSpPr>
        <p:spPr bwMode="gray">
          <a:xfrm>
            <a:off x="8686800" y="0"/>
            <a:ext cx="76200" cy="60960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9" name="Rectangle 49">
            <a:extLst>
              <a:ext uri="{FF2B5EF4-FFF2-40B4-BE49-F238E27FC236}">
                <a16:creationId xmlns:a16="http://schemas.microsoft.com/office/drawing/2014/main" id="{2180EDBE-1014-919E-E881-B43BB0DDD1ED}"/>
              </a:ext>
            </a:extLst>
          </p:cNvPr>
          <p:cNvSpPr>
            <a:spLocks noChangeArrowheads="1"/>
          </p:cNvSpPr>
          <p:nvPr/>
        </p:nvSpPr>
        <p:spPr bwMode="gray">
          <a:xfrm>
            <a:off x="0" y="0"/>
            <a:ext cx="1447800" cy="10668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pic>
        <p:nvPicPr>
          <p:cNvPr id="10" name="Picture 41">
            <a:extLst>
              <a:ext uri="{FF2B5EF4-FFF2-40B4-BE49-F238E27FC236}">
                <a16:creationId xmlns:a16="http://schemas.microsoft.com/office/drawing/2014/main" id="{4DD5F15D-AE53-F474-72EE-B1623C71B3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0" y="0"/>
            <a:ext cx="1243013"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46">
            <a:extLst>
              <a:ext uri="{FF2B5EF4-FFF2-40B4-BE49-F238E27FC236}">
                <a16:creationId xmlns:a16="http://schemas.microsoft.com/office/drawing/2014/main" id="{616496F7-347D-404C-C015-81D081D1464E}"/>
              </a:ext>
            </a:extLst>
          </p:cNvPr>
          <p:cNvSpPr>
            <a:spLocks noChangeArrowheads="1"/>
          </p:cNvSpPr>
          <p:nvPr/>
        </p:nvSpPr>
        <p:spPr bwMode="gray">
          <a:xfrm>
            <a:off x="0" y="1035050"/>
            <a:ext cx="1447800" cy="2286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2" name="Vertical Title 1"/>
          <p:cNvSpPr>
            <a:spLocks noGrp="1"/>
          </p:cNvSpPr>
          <p:nvPr>
            <p:ph type="title" orient="vert"/>
          </p:nvPr>
        </p:nvSpPr>
        <p:spPr>
          <a:xfrm>
            <a:off x="6629400" y="206375"/>
            <a:ext cx="2057400" cy="6191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6375"/>
            <a:ext cx="6019800" cy="6191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14376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showMasterPhAnim="0" type="tbl" preserve="1">
  <p:cSld name="Title and Table">
    <p:spTree>
      <p:nvGrpSpPr>
        <p:cNvPr id="1" name=""/>
        <p:cNvGrpSpPr/>
        <p:nvPr/>
      </p:nvGrpSpPr>
      <p:grpSpPr>
        <a:xfrm>
          <a:off x="0" y="0"/>
          <a:ext cx="0" cy="0"/>
          <a:chOff x="0" y="0"/>
          <a:chExt cx="0" cy="0"/>
        </a:xfrm>
      </p:grpSpPr>
      <p:sp>
        <p:nvSpPr>
          <p:cNvPr id="4" name="Rectangle 43">
            <a:extLst>
              <a:ext uri="{FF2B5EF4-FFF2-40B4-BE49-F238E27FC236}">
                <a16:creationId xmlns:a16="http://schemas.microsoft.com/office/drawing/2014/main" id="{E8C6EEF0-CCEF-3559-3CDF-D05BE50A1591}"/>
              </a:ext>
            </a:extLst>
          </p:cNvPr>
          <p:cNvSpPr>
            <a:spLocks noChangeArrowheads="1"/>
          </p:cNvSpPr>
          <p:nvPr/>
        </p:nvSpPr>
        <p:spPr bwMode="gray">
          <a:xfrm>
            <a:off x="0" y="9525"/>
            <a:ext cx="9144000" cy="10287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5" name="Rectangle 44">
            <a:extLst>
              <a:ext uri="{FF2B5EF4-FFF2-40B4-BE49-F238E27FC236}">
                <a16:creationId xmlns:a16="http://schemas.microsoft.com/office/drawing/2014/main" id="{1C63BE54-FB7A-2325-6902-9BBA831509EF}"/>
              </a:ext>
            </a:extLst>
          </p:cNvPr>
          <p:cNvSpPr>
            <a:spLocks noChangeArrowheads="1"/>
          </p:cNvSpPr>
          <p:nvPr/>
        </p:nvSpPr>
        <p:spPr bwMode="gray">
          <a:xfrm>
            <a:off x="1447800" y="0"/>
            <a:ext cx="7696200" cy="87947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6" name="Rectangle 45">
            <a:extLst>
              <a:ext uri="{FF2B5EF4-FFF2-40B4-BE49-F238E27FC236}">
                <a16:creationId xmlns:a16="http://schemas.microsoft.com/office/drawing/2014/main" id="{C755F53D-15AD-574A-F423-647BAFEAA5FE}"/>
              </a:ext>
            </a:extLst>
          </p:cNvPr>
          <p:cNvSpPr>
            <a:spLocks noChangeArrowheads="1"/>
          </p:cNvSpPr>
          <p:nvPr/>
        </p:nvSpPr>
        <p:spPr bwMode="gray">
          <a:xfrm>
            <a:off x="0" y="158750"/>
            <a:ext cx="9144000" cy="603250"/>
          </a:xfrm>
          <a:prstGeom prst="rect">
            <a:avLst/>
          </a:prstGeom>
          <a:gradFill rotWithShape="1">
            <a:gsLst>
              <a:gs pos="0">
                <a:schemeClr val="accent1">
                  <a:gamma/>
                  <a:shade val="46275"/>
                  <a:invGamma/>
                </a:schemeClr>
              </a:gs>
              <a:gs pos="100000">
                <a:schemeClr val="accent1"/>
              </a:gs>
            </a:gsLst>
            <a:lin ang="0" scaled="1"/>
          </a:gradFill>
          <a:ln w="9525">
            <a:solidFill>
              <a:schemeClr val="accent1"/>
            </a:solidFill>
            <a:miter lim="800000"/>
            <a:headEnd/>
            <a:tailEnd/>
          </a:ln>
          <a:effectLst/>
        </p:spPr>
        <p:txBody>
          <a:bodyPr wrap="none" anchor="ctr"/>
          <a:lstStyle/>
          <a:p>
            <a:pPr eaLnBrk="1" hangingPunct="1">
              <a:defRPr/>
            </a:pPr>
            <a:endParaRPr lang="en-US">
              <a:latin typeface="Arial" charset="0"/>
            </a:endParaRPr>
          </a:p>
        </p:txBody>
      </p:sp>
      <p:sp>
        <p:nvSpPr>
          <p:cNvPr id="7" name="Rectangle 47">
            <a:extLst>
              <a:ext uri="{FF2B5EF4-FFF2-40B4-BE49-F238E27FC236}">
                <a16:creationId xmlns:a16="http://schemas.microsoft.com/office/drawing/2014/main" id="{739599DD-262F-7B95-D235-46FBD8667473}"/>
              </a:ext>
            </a:extLst>
          </p:cNvPr>
          <p:cNvSpPr>
            <a:spLocks noChangeArrowheads="1"/>
          </p:cNvSpPr>
          <p:nvPr/>
        </p:nvSpPr>
        <p:spPr bwMode="gray">
          <a:xfrm>
            <a:off x="0" y="1143000"/>
            <a:ext cx="228600" cy="5715000"/>
          </a:xfrm>
          <a:prstGeom prst="rect">
            <a:avLst/>
          </a:prstGeom>
          <a:gradFill rotWithShape="1">
            <a:gsLst>
              <a:gs pos="0">
                <a:schemeClr val="hlink"/>
              </a:gs>
              <a:gs pos="100000">
                <a:schemeClr val="hlink">
                  <a:gamma/>
                  <a:tint val="0"/>
                  <a:invGamma/>
                </a:schemeClr>
              </a:gs>
            </a:gsLst>
            <a:lin ang="5400000" scaled="1"/>
          </a:gradFill>
          <a:ln w="9525">
            <a:noFill/>
            <a:miter lim="800000"/>
            <a:headEnd/>
            <a:tailEnd/>
          </a:ln>
          <a:effectLst/>
        </p:spPr>
        <p:txBody>
          <a:bodyPr wrap="none" anchor="ctr"/>
          <a:lstStyle/>
          <a:p>
            <a:pPr eaLnBrk="1" hangingPunct="1">
              <a:defRPr/>
            </a:pPr>
            <a:endParaRPr lang="en-US">
              <a:latin typeface="Arial" charset="0"/>
            </a:endParaRPr>
          </a:p>
        </p:txBody>
      </p:sp>
      <p:sp>
        <p:nvSpPr>
          <p:cNvPr id="8" name="Rectangle 48">
            <a:extLst>
              <a:ext uri="{FF2B5EF4-FFF2-40B4-BE49-F238E27FC236}">
                <a16:creationId xmlns:a16="http://schemas.microsoft.com/office/drawing/2014/main" id="{F397EE28-5A10-31BB-64A2-EE4C21A7AAD7}"/>
              </a:ext>
            </a:extLst>
          </p:cNvPr>
          <p:cNvSpPr>
            <a:spLocks noChangeArrowheads="1"/>
          </p:cNvSpPr>
          <p:nvPr/>
        </p:nvSpPr>
        <p:spPr bwMode="gray">
          <a:xfrm>
            <a:off x="8686800" y="0"/>
            <a:ext cx="76200" cy="60960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9" name="Rectangle 49">
            <a:extLst>
              <a:ext uri="{FF2B5EF4-FFF2-40B4-BE49-F238E27FC236}">
                <a16:creationId xmlns:a16="http://schemas.microsoft.com/office/drawing/2014/main" id="{210A6FA4-3A35-5633-F6DF-883FE590B2C6}"/>
              </a:ext>
            </a:extLst>
          </p:cNvPr>
          <p:cNvSpPr>
            <a:spLocks noChangeArrowheads="1"/>
          </p:cNvSpPr>
          <p:nvPr/>
        </p:nvSpPr>
        <p:spPr bwMode="gray">
          <a:xfrm>
            <a:off x="0" y="0"/>
            <a:ext cx="1447800" cy="10668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pic>
        <p:nvPicPr>
          <p:cNvPr id="10" name="Picture 41">
            <a:extLst>
              <a:ext uri="{FF2B5EF4-FFF2-40B4-BE49-F238E27FC236}">
                <a16:creationId xmlns:a16="http://schemas.microsoft.com/office/drawing/2014/main" id="{9F6968E4-C57B-7299-48C0-83DE16E0AB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0" y="0"/>
            <a:ext cx="1243013"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46">
            <a:extLst>
              <a:ext uri="{FF2B5EF4-FFF2-40B4-BE49-F238E27FC236}">
                <a16:creationId xmlns:a16="http://schemas.microsoft.com/office/drawing/2014/main" id="{6DA588E1-5586-8FB2-F22F-23985154AC51}"/>
              </a:ext>
            </a:extLst>
          </p:cNvPr>
          <p:cNvSpPr>
            <a:spLocks noChangeArrowheads="1"/>
          </p:cNvSpPr>
          <p:nvPr/>
        </p:nvSpPr>
        <p:spPr bwMode="gray">
          <a:xfrm>
            <a:off x="0" y="1035050"/>
            <a:ext cx="1447800" cy="2286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2" name="Title 1"/>
          <p:cNvSpPr>
            <a:spLocks noGrp="1"/>
          </p:cNvSpPr>
          <p:nvPr>
            <p:ph type="title"/>
          </p:nvPr>
        </p:nvSpPr>
        <p:spPr>
          <a:xfrm>
            <a:off x="1447800" y="206375"/>
            <a:ext cx="6858000" cy="533400"/>
          </a:xfrm>
        </p:spPr>
        <p:txBody>
          <a:bodyPr/>
          <a:lstStyle/>
          <a:p>
            <a:r>
              <a:rPr lang="en-US"/>
              <a:t>Click to edit Master title style</a:t>
            </a:r>
          </a:p>
        </p:txBody>
      </p:sp>
      <p:sp>
        <p:nvSpPr>
          <p:cNvPr id="3" name="Table Placeholder 2"/>
          <p:cNvSpPr>
            <a:spLocks noGrp="1"/>
          </p:cNvSpPr>
          <p:nvPr>
            <p:ph type="tbl" idx="1"/>
          </p:nvPr>
        </p:nvSpPr>
        <p:spPr>
          <a:xfrm>
            <a:off x="457200" y="1371600"/>
            <a:ext cx="8229600" cy="5026025"/>
          </a:xfrm>
        </p:spPr>
        <p:txBody>
          <a:bodyPr/>
          <a:lstStyle/>
          <a:p>
            <a:pPr lvl="0"/>
            <a:r>
              <a:rPr lang="en-US" noProof="0"/>
              <a:t>Click icon to add table</a:t>
            </a:r>
          </a:p>
        </p:txBody>
      </p:sp>
    </p:spTree>
    <p:extLst>
      <p:ext uri="{BB962C8B-B14F-4D97-AF65-F5344CB8AC3E}">
        <p14:creationId xmlns:p14="http://schemas.microsoft.com/office/powerpoint/2010/main" val="3168561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showMasterPhAnim="0" type="txAndClipArt">
  <p:cSld name="Title, Text and Clip Art">
    <p:spTree>
      <p:nvGrpSpPr>
        <p:cNvPr id="1" name=""/>
        <p:cNvGrpSpPr/>
        <p:nvPr/>
      </p:nvGrpSpPr>
      <p:grpSpPr>
        <a:xfrm>
          <a:off x="0" y="0"/>
          <a:ext cx="0" cy="0"/>
          <a:chOff x="0" y="0"/>
          <a:chExt cx="0" cy="0"/>
        </a:xfrm>
      </p:grpSpPr>
      <p:sp>
        <p:nvSpPr>
          <p:cNvPr id="5" name="Rectangle 43">
            <a:extLst>
              <a:ext uri="{FF2B5EF4-FFF2-40B4-BE49-F238E27FC236}">
                <a16:creationId xmlns:a16="http://schemas.microsoft.com/office/drawing/2014/main" id="{DEF3F4C1-03E1-E4D1-5C67-B8ED953D1C7E}"/>
              </a:ext>
            </a:extLst>
          </p:cNvPr>
          <p:cNvSpPr>
            <a:spLocks noChangeArrowheads="1"/>
          </p:cNvSpPr>
          <p:nvPr/>
        </p:nvSpPr>
        <p:spPr bwMode="gray">
          <a:xfrm>
            <a:off x="0" y="9525"/>
            <a:ext cx="9144000" cy="10287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6" name="Rectangle 44">
            <a:extLst>
              <a:ext uri="{FF2B5EF4-FFF2-40B4-BE49-F238E27FC236}">
                <a16:creationId xmlns:a16="http://schemas.microsoft.com/office/drawing/2014/main" id="{275158AE-E2BC-1FCB-2C11-0529408D480E}"/>
              </a:ext>
            </a:extLst>
          </p:cNvPr>
          <p:cNvSpPr>
            <a:spLocks noChangeArrowheads="1"/>
          </p:cNvSpPr>
          <p:nvPr/>
        </p:nvSpPr>
        <p:spPr bwMode="gray">
          <a:xfrm>
            <a:off x="1447800" y="0"/>
            <a:ext cx="7696200" cy="87947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7" name="Rectangle 45">
            <a:extLst>
              <a:ext uri="{FF2B5EF4-FFF2-40B4-BE49-F238E27FC236}">
                <a16:creationId xmlns:a16="http://schemas.microsoft.com/office/drawing/2014/main" id="{63AE7058-A64D-F0EA-0A00-203612676D1E}"/>
              </a:ext>
            </a:extLst>
          </p:cNvPr>
          <p:cNvSpPr>
            <a:spLocks noChangeArrowheads="1"/>
          </p:cNvSpPr>
          <p:nvPr/>
        </p:nvSpPr>
        <p:spPr bwMode="gray">
          <a:xfrm>
            <a:off x="0" y="158750"/>
            <a:ext cx="9144000" cy="603250"/>
          </a:xfrm>
          <a:prstGeom prst="rect">
            <a:avLst/>
          </a:prstGeom>
          <a:gradFill rotWithShape="1">
            <a:gsLst>
              <a:gs pos="0">
                <a:schemeClr val="accent1">
                  <a:gamma/>
                  <a:shade val="46275"/>
                  <a:invGamma/>
                </a:schemeClr>
              </a:gs>
              <a:gs pos="100000">
                <a:schemeClr val="accent1"/>
              </a:gs>
            </a:gsLst>
            <a:lin ang="0" scaled="1"/>
          </a:gradFill>
          <a:ln w="9525">
            <a:solidFill>
              <a:schemeClr val="accent1"/>
            </a:solidFill>
            <a:miter lim="800000"/>
            <a:headEnd/>
            <a:tailEnd/>
          </a:ln>
          <a:effectLst/>
        </p:spPr>
        <p:txBody>
          <a:bodyPr wrap="none" anchor="ctr"/>
          <a:lstStyle/>
          <a:p>
            <a:pPr eaLnBrk="1" hangingPunct="1">
              <a:defRPr/>
            </a:pPr>
            <a:endParaRPr lang="en-US">
              <a:latin typeface="Arial" charset="0"/>
            </a:endParaRPr>
          </a:p>
        </p:txBody>
      </p:sp>
      <p:sp>
        <p:nvSpPr>
          <p:cNvPr id="8" name="Rectangle 47">
            <a:extLst>
              <a:ext uri="{FF2B5EF4-FFF2-40B4-BE49-F238E27FC236}">
                <a16:creationId xmlns:a16="http://schemas.microsoft.com/office/drawing/2014/main" id="{BE36C802-DAA6-C147-0841-0FF3C9FFF0ED}"/>
              </a:ext>
            </a:extLst>
          </p:cNvPr>
          <p:cNvSpPr>
            <a:spLocks noChangeArrowheads="1"/>
          </p:cNvSpPr>
          <p:nvPr/>
        </p:nvSpPr>
        <p:spPr bwMode="gray">
          <a:xfrm>
            <a:off x="0" y="1143000"/>
            <a:ext cx="228600" cy="5715000"/>
          </a:xfrm>
          <a:prstGeom prst="rect">
            <a:avLst/>
          </a:prstGeom>
          <a:gradFill rotWithShape="1">
            <a:gsLst>
              <a:gs pos="0">
                <a:schemeClr val="hlink"/>
              </a:gs>
              <a:gs pos="100000">
                <a:schemeClr val="hlink">
                  <a:gamma/>
                  <a:tint val="0"/>
                  <a:invGamma/>
                </a:schemeClr>
              </a:gs>
            </a:gsLst>
            <a:lin ang="5400000" scaled="1"/>
          </a:gradFill>
          <a:ln w="9525">
            <a:noFill/>
            <a:miter lim="800000"/>
            <a:headEnd/>
            <a:tailEnd/>
          </a:ln>
          <a:effectLst/>
        </p:spPr>
        <p:txBody>
          <a:bodyPr wrap="none" anchor="ctr"/>
          <a:lstStyle/>
          <a:p>
            <a:pPr eaLnBrk="1" hangingPunct="1">
              <a:defRPr/>
            </a:pPr>
            <a:endParaRPr lang="en-US">
              <a:latin typeface="Arial" charset="0"/>
            </a:endParaRPr>
          </a:p>
        </p:txBody>
      </p:sp>
      <p:sp>
        <p:nvSpPr>
          <p:cNvPr id="9" name="Rectangle 48">
            <a:extLst>
              <a:ext uri="{FF2B5EF4-FFF2-40B4-BE49-F238E27FC236}">
                <a16:creationId xmlns:a16="http://schemas.microsoft.com/office/drawing/2014/main" id="{6C56A407-F96C-C8F9-927F-D5A473634A53}"/>
              </a:ext>
            </a:extLst>
          </p:cNvPr>
          <p:cNvSpPr>
            <a:spLocks noChangeArrowheads="1"/>
          </p:cNvSpPr>
          <p:nvPr/>
        </p:nvSpPr>
        <p:spPr bwMode="gray">
          <a:xfrm>
            <a:off x="8686800" y="0"/>
            <a:ext cx="76200" cy="60960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0" name="Rectangle 49">
            <a:extLst>
              <a:ext uri="{FF2B5EF4-FFF2-40B4-BE49-F238E27FC236}">
                <a16:creationId xmlns:a16="http://schemas.microsoft.com/office/drawing/2014/main" id="{880454FC-7BAC-EB4A-0346-19EA4AD49E02}"/>
              </a:ext>
            </a:extLst>
          </p:cNvPr>
          <p:cNvSpPr>
            <a:spLocks noChangeArrowheads="1"/>
          </p:cNvSpPr>
          <p:nvPr/>
        </p:nvSpPr>
        <p:spPr bwMode="gray">
          <a:xfrm>
            <a:off x="0" y="0"/>
            <a:ext cx="1447800" cy="10668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pic>
        <p:nvPicPr>
          <p:cNvPr id="11" name="Picture 41">
            <a:extLst>
              <a:ext uri="{FF2B5EF4-FFF2-40B4-BE49-F238E27FC236}">
                <a16:creationId xmlns:a16="http://schemas.microsoft.com/office/drawing/2014/main" id="{1E3F7A78-7040-B620-D088-9EDB78E01C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0" y="0"/>
            <a:ext cx="1243013"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46">
            <a:extLst>
              <a:ext uri="{FF2B5EF4-FFF2-40B4-BE49-F238E27FC236}">
                <a16:creationId xmlns:a16="http://schemas.microsoft.com/office/drawing/2014/main" id="{8E7B88D9-D168-7BBE-FAA1-1E476265F1A0}"/>
              </a:ext>
            </a:extLst>
          </p:cNvPr>
          <p:cNvSpPr>
            <a:spLocks noChangeArrowheads="1"/>
          </p:cNvSpPr>
          <p:nvPr/>
        </p:nvSpPr>
        <p:spPr bwMode="gray">
          <a:xfrm>
            <a:off x="0" y="1035050"/>
            <a:ext cx="1447800" cy="2286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2" name="Title 1"/>
          <p:cNvSpPr>
            <a:spLocks noGrp="1"/>
          </p:cNvSpPr>
          <p:nvPr>
            <p:ph type="title"/>
          </p:nvPr>
        </p:nvSpPr>
        <p:spPr>
          <a:xfrm>
            <a:off x="685800" y="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676400"/>
            <a:ext cx="3810000" cy="47767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8200" y="1676400"/>
            <a:ext cx="3810000" cy="4776788"/>
          </a:xfrm>
        </p:spPr>
        <p:txBody>
          <a:bodyPr/>
          <a:lstStyle/>
          <a:p>
            <a:pPr lvl="0"/>
            <a:endParaRPr lang="en-US" noProof="0"/>
          </a:p>
        </p:txBody>
      </p:sp>
    </p:spTree>
    <p:extLst>
      <p:ext uri="{BB962C8B-B14F-4D97-AF65-F5344CB8AC3E}">
        <p14:creationId xmlns:p14="http://schemas.microsoft.com/office/powerpoint/2010/main" val="1361594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up)">
                                      <p:cBhvr>
                                        <p:cTn id="1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FFFFFF"/>
            </a:gs>
          </a:gsLst>
          <a:lin ang="5400000" scaled="1"/>
        </a:gradFill>
        <a:effectLst/>
      </p:bgPr>
    </p:bg>
    <p:spTree>
      <p:nvGrpSpPr>
        <p:cNvPr id="1" name=""/>
        <p:cNvGrpSpPr/>
        <p:nvPr/>
      </p:nvGrpSpPr>
      <p:grpSpPr>
        <a:xfrm>
          <a:off x="0" y="0"/>
          <a:ext cx="0" cy="0"/>
          <a:chOff x="0" y="0"/>
          <a:chExt cx="0" cy="0"/>
        </a:xfrm>
      </p:grpSpPr>
      <p:sp>
        <p:nvSpPr>
          <p:cNvPr id="1026" name="Rectangle 43">
            <a:extLst>
              <a:ext uri="{FF2B5EF4-FFF2-40B4-BE49-F238E27FC236}">
                <a16:creationId xmlns:a16="http://schemas.microsoft.com/office/drawing/2014/main" id="{3FC51CAD-2855-B13F-1E9F-5BBA8D8697DD}"/>
              </a:ext>
            </a:extLst>
          </p:cNvPr>
          <p:cNvSpPr>
            <a:spLocks noChangeArrowheads="1"/>
          </p:cNvSpPr>
          <p:nvPr/>
        </p:nvSpPr>
        <p:spPr bwMode="gray">
          <a:xfrm>
            <a:off x="0" y="9525"/>
            <a:ext cx="9144000" cy="10287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027" name="Rectangle 44">
            <a:extLst>
              <a:ext uri="{FF2B5EF4-FFF2-40B4-BE49-F238E27FC236}">
                <a16:creationId xmlns:a16="http://schemas.microsoft.com/office/drawing/2014/main" id="{506A239B-8ECE-4331-F842-A059882A9FA5}"/>
              </a:ext>
            </a:extLst>
          </p:cNvPr>
          <p:cNvSpPr>
            <a:spLocks noChangeArrowheads="1"/>
          </p:cNvSpPr>
          <p:nvPr/>
        </p:nvSpPr>
        <p:spPr bwMode="gray">
          <a:xfrm>
            <a:off x="1447800" y="0"/>
            <a:ext cx="7696200" cy="87947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069" name="Rectangle 45">
            <a:extLst>
              <a:ext uri="{FF2B5EF4-FFF2-40B4-BE49-F238E27FC236}">
                <a16:creationId xmlns:a16="http://schemas.microsoft.com/office/drawing/2014/main" id="{93CD3EB2-B016-5DAB-E8C0-29ECD14CB460}"/>
              </a:ext>
            </a:extLst>
          </p:cNvPr>
          <p:cNvSpPr>
            <a:spLocks noChangeArrowheads="1"/>
          </p:cNvSpPr>
          <p:nvPr/>
        </p:nvSpPr>
        <p:spPr bwMode="gray">
          <a:xfrm>
            <a:off x="0" y="158750"/>
            <a:ext cx="9144000" cy="603250"/>
          </a:xfrm>
          <a:prstGeom prst="rect">
            <a:avLst/>
          </a:prstGeom>
          <a:gradFill rotWithShape="1">
            <a:gsLst>
              <a:gs pos="0">
                <a:schemeClr val="accent1">
                  <a:gamma/>
                  <a:shade val="46275"/>
                  <a:invGamma/>
                </a:schemeClr>
              </a:gs>
              <a:gs pos="100000">
                <a:schemeClr val="accent1"/>
              </a:gs>
            </a:gsLst>
            <a:lin ang="0" scaled="1"/>
          </a:gradFill>
          <a:ln w="9525">
            <a:solidFill>
              <a:schemeClr val="accent1"/>
            </a:solidFill>
            <a:miter lim="800000"/>
            <a:headEnd/>
            <a:tailEnd/>
          </a:ln>
          <a:effectLst/>
        </p:spPr>
        <p:txBody>
          <a:bodyPr wrap="none" anchor="ctr"/>
          <a:lstStyle/>
          <a:p>
            <a:pPr eaLnBrk="1" hangingPunct="1">
              <a:defRPr/>
            </a:pPr>
            <a:endParaRPr lang="en-US">
              <a:latin typeface="Arial" charset="0"/>
            </a:endParaRPr>
          </a:p>
        </p:txBody>
      </p:sp>
      <p:sp>
        <p:nvSpPr>
          <p:cNvPr id="1071" name="Rectangle 47">
            <a:extLst>
              <a:ext uri="{FF2B5EF4-FFF2-40B4-BE49-F238E27FC236}">
                <a16:creationId xmlns:a16="http://schemas.microsoft.com/office/drawing/2014/main" id="{6C913CE2-A393-454B-9AD6-D2DE4AF77CC0}"/>
              </a:ext>
            </a:extLst>
          </p:cNvPr>
          <p:cNvSpPr>
            <a:spLocks noChangeArrowheads="1"/>
          </p:cNvSpPr>
          <p:nvPr/>
        </p:nvSpPr>
        <p:spPr bwMode="gray">
          <a:xfrm>
            <a:off x="0" y="1143000"/>
            <a:ext cx="228600" cy="5715000"/>
          </a:xfrm>
          <a:prstGeom prst="rect">
            <a:avLst/>
          </a:prstGeom>
          <a:gradFill rotWithShape="1">
            <a:gsLst>
              <a:gs pos="0">
                <a:schemeClr val="hlink"/>
              </a:gs>
              <a:gs pos="100000">
                <a:schemeClr val="hlink">
                  <a:gamma/>
                  <a:tint val="0"/>
                  <a:invGamma/>
                </a:schemeClr>
              </a:gs>
            </a:gsLst>
            <a:lin ang="5400000" scaled="1"/>
          </a:gradFill>
          <a:ln w="9525">
            <a:noFill/>
            <a:miter lim="800000"/>
            <a:headEnd/>
            <a:tailEnd/>
          </a:ln>
          <a:effectLst/>
        </p:spPr>
        <p:txBody>
          <a:bodyPr wrap="none" anchor="ctr"/>
          <a:lstStyle/>
          <a:p>
            <a:pPr eaLnBrk="1" hangingPunct="1">
              <a:defRPr/>
            </a:pPr>
            <a:endParaRPr lang="en-US">
              <a:latin typeface="Arial" charset="0"/>
            </a:endParaRPr>
          </a:p>
        </p:txBody>
      </p:sp>
      <p:sp>
        <p:nvSpPr>
          <p:cNvPr id="1072" name="Rectangle 48">
            <a:extLst>
              <a:ext uri="{FF2B5EF4-FFF2-40B4-BE49-F238E27FC236}">
                <a16:creationId xmlns:a16="http://schemas.microsoft.com/office/drawing/2014/main" id="{1E392713-C69C-AD7A-9A70-E25D0A039BC3}"/>
              </a:ext>
            </a:extLst>
          </p:cNvPr>
          <p:cNvSpPr>
            <a:spLocks noChangeArrowheads="1"/>
          </p:cNvSpPr>
          <p:nvPr/>
        </p:nvSpPr>
        <p:spPr bwMode="gray">
          <a:xfrm>
            <a:off x="8686800" y="0"/>
            <a:ext cx="76200" cy="60960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031" name="Rectangle 3">
            <a:extLst>
              <a:ext uri="{FF2B5EF4-FFF2-40B4-BE49-F238E27FC236}">
                <a16:creationId xmlns:a16="http://schemas.microsoft.com/office/drawing/2014/main" id="{69BE52B0-DE7A-4C4C-3C76-2D9AEF9E21BA}"/>
              </a:ext>
            </a:extLst>
          </p:cNvPr>
          <p:cNvSpPr>
            <a:spLocks noGrp="1" noChangeArrowheads="1"/>
          </p:cNvSpPr>
          <p:nvPr>
            <p:ph type="body" idx="1"/>
          </p:nvPr>
        </p:nvSpPr>
        <p:spPr bwMode="gray">
          <a:xfrm>
            <a:off x="457200" y="1371600"/>
            <a:ext cx="8229600" cy="502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vi-VN"/>
              <a:t>Click to edit Master text styles</a:t>
            </a:r>
          </a:p>
          <a:p>
            <a:pPr lvl="1"/>
            <a:r>
              <a:rPr lang="en-US" altLang="vi-VN"/>
              <a:t>Second level</a:t>
            </a:r>
          </a:p>
          <a:p>
            <a:pPr lvl="2"/>
            <a:r>
              <a:rPr lang="en-US" altLang="vi-VN"/>
              <a:t>Third level</a:t>
            </a:r>
          </a:p>
          <a:p>
            <a:pPr lvl="3"/>
            <a:r>
              <a:rPr lang="en-US" altLang="vi-VN"/>
              <a:t>Fourth level</a:t>
            </a:r>
          </a:p>
          <a:p>
            <a:pPr lvl="4"/>
            <a:r>
              <a:rPr lang="en-US" altLang="vi-VN"/>
              <a:t>Fifth level</a:t>
            </a:r>
          </a:p>
        </p:txBody>
      </p:sp>
      <p:sp>
        <p:nvSpPr>
          <p:cNvPr id="1028" name="Rectangle 4">
            <a:extLst>
              <a:ext uri="{FF2B5EF4-FFF2-40B4-BE49-F238E27FC236}">
                <a16:creationId xmlns:a16="http://schemas.microsoft.com/office/drawing/2014/main" id="{6346E104-9BC1-87F8-7655-D7F9E3AA55A6}"/>
              </a:ext>
            </a:extLst>
          </p:cNvPr>
          <p:cNvSpPr>
            <a:spLocks noGrp="1" noChangeArrowheads="1"/>
          </p:cNvSpPr>
          <p:nvPr>
            <p:ph type="dt" sz="half" idx="2"/>
          </p:nvPr>
        </p:nvSpPr>
        <p:spPr bwMode="gray">
          <a:xfrm>
            <a:off x="457200" y="6521450"/>
            <a:ext cx="21336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solidFill>
                  <a:schemeClr val="accent1"/>
                </a:solidFill>
                <a:latin typeface="Arial" charset="0"/>
              </a:defRPr>
            </a:lvl1pPr>
          </a:lstStyle>
          <a:p>
            <a:pPr>
              <a:defRPr/>
            </a:pPr>
            <a:fld id="{A7B47695-A1CE-458E-9297-8CA7FFEED1AD}" type="datetime2">
              <a:rPr lang="en-US"/>
              <a:pPr>
                <a:defRPr/>
              </a:pPr>
              <a:t>Friday, March 13, 2026</a:t>
            </a:fld>
            <a:endParaRPr lang="en-US"/>
          </a:p>
        </p:txBody>
      </p:sp>
      <p:sp>
        <p:nvSpPr>
          <p:cNvPr id="1029" name="Rectangle 5">
            <a:extLst>
              <a:ext uri="{FF2B5EF4-FFF2-40B4-BE49-F238E27FC236}">
                <a16:creationId xmlns:a16="http://schemas.microsoft.com/office/drawing/2014/main" id="{37ABA780-D5B1-8205-47A5-B694678FCAF6}"/>
              </a:ext>
            </a:extLst>
          </p:cNvPr>
          <p:cNvSpPr>
            <a:spLocks noGrp="1" noChangeArrowheads="1"/>
          </p:cNvSpPr>
          <p:nvPr>
            <p:ph type="ftr" sz="quarter" idx="3"/>
          </p:nvPr>
        </p:nvSpPr>
        <p:spPr bwMode="gray">
          <a:xfrm>
            <a:off x="3124200" y="6521450"/>
            <a:ext cx="28956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solidFill>
                  <a:schemeClr val="accent1"/>
                </a:solidFill>
                <a:latin typeface="Arial" charset="0"/>
              </a:defRPr>
            </a:lvl1pPr>
          </a:lstStyle>
          <a:p>
            <a:pPr>
              <a:defRPr/>
            </a:pPr>
            <a:r>
              <a:rPr lang="vi-VN"/>
              <a:t>Tin học đại cương</a:t>
            </a:r>
            <a:endParaRPr lang="en-US"/>
          </a:p>
        </p:txBody>
      </p:sp>
      <p:sp>
        <p:nvSpPr>
          <p:cNvPr id="1030" name="Rectangle 6">
            <a:extLst>
              <a:ext uri="{FF2B5EF4-FFF2-40B4-BE49-F238E27FC236}">
                <a16:creationId xmlns:a16="http://schemas.microsoft.com/office/drawing/2014/main" id="{DDB977EC-0CB5-C5AB-61A1-D75EDC3351A6}"/>
              </a:ext>
            </a:extLst>
          </p:cNvPr>
          <p:cNvSpPr>
            <a:spLocks noGrp="1" noChangeArrowheads="1"/>
          </p:cNvSpPr>
          <p:nvPr>
            <p:ph type="sldNum" sz="quarter" idx="4"/>
          </p:nvPr>
        </p:nvSpPr>
        <p:spPr bwMode="gray">
          <a:xfrm>
            <a:off x="6553200" y="6521450"/>
            <a:ext cx="21336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solidFill>
                  <a:schemeClr val="accent1"/>
                </a:solidFill>
              </a:defRPr>
            </a:lvl1pPr>
          </a:lstStyle>
          <a:p>
            <a:fld id="{DCDB3FC5-4F0B-4476-BF28-9577C3EC3838}" type="slidenum">
              <a:rPr lang="en-US" altLang="vi-VN"/>
              <a:pPr/>
              <a:t>‹#›</a:t>
            </a:fld>
            <a:endParaRPr lang="en-US" altLang="vi-VN"/>
          </a:p>
        </p:txBody>
      </p:sp>
      <p:sp>
        <p:nvSpPr>
          <p:cNvPr id="1035" name="Rectangle 49">
            <a:extLst>
              <a:ext uri="{FF2B5EF4-FFF2-40B4-BE49-F238E27FC236}">
                <a16:creationId xmlns:a16="http://schemas.microsoft.com/office/drawing/2014/main" id="{83A59B16-7381-2299-3EAB-758FED682ED1}"/>
              </a:ext>
            </a:extLst>
          </p:cNvPr>
          <p:cNvSpPr>
            <a:spLocks noChangeArrowheads="1"/>
          </p:cNvSpPr>
          <p:nvPr/>
        </p:nvSpPr>
        <p:spPr bwMode="gray">
          <a:xfrm>
            <a:off x="0" y="0"/>
            <a:ext cx="1447800" cy="10668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036" name="Rectangle 50">
            <a:extLst>
              <a:ext uri="{FF2B5EF4-FFF2-40B4-BE49-F238E27FC236}">
                <a16:creationId xmlns:a16="http://schemas.microsoft.com/office/drawing/2014/main" id="{D6353BA8-1EE2-2111-9689-01F6E76C2A04}"/>
              </a:ext>
            </a:extLst>
          </p:cNvPr>
          <p:cNvSpPr>
            <a:spLocks noGrp="1" noChangeArrowheads="1"/>
          </p:cNvSpPr>
          <p:nvPr>
            <p:ph type="title"/>
          </p:nvPr>
        </p:nvSpPr>
        <p:spPr bwMode="gray">
          <a:xfrm>
            <a:off x="1447800" y="206375"/>
            <a:ext cx="6858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vi-VN"/>
              <a:t>Click to edit Master title style</a:t>
            </a:r>
          </a:p>
        </p:txBody>
      </p:sp>
      <p:pic>
        <p:nvPicPr>
          <p:cNvPr id="1037" name="Picture 15">
            <a:extLst>
              <a:ext uri="{FF2B5EF4-FFF2-40B4-BE49-F238E27FC236}">
                <a16:creationId xmlns:a16="http://schemas.microsoft.com/office/drawing/2014/main" id="{0BC0F90E-DCE3-8CF5-EF62-416940E6E92F}"/>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152400" y="0"/>
            <a:ext cx="901700" cy="89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35" r:id="rId1"/>
    <p:sldLayoutId id="2147483936" r:id="rId2"/>
    <p:sldLayoutId id="2147483937" r:id="rId3"/>
    <p:sldLayoutId id="2147483938" r:id="rId4"/>
    <p:sldLayoutId id="2147483939" r:id="rId5"/>
    <p:sldLayoutId id="2147483940" r:id="rId6"/>
    <p:sldLayoutId id="2147483941" r:id="rId7"/>
    <p:sldLayoutId id="2147483942" r:id="rId8"/>
    <p:sldLayoutId id="2147483943" r:id="rId9"/>
    <p:sldLayoutId id="2147483944" r:id="rId10"/>
    <p:sldLayoutId id="2147483945" r:id="rId11"/>
    <p:sldLayoutId id="2147483946" r:id="rId12"/>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69"/>
                                        </p:tgtEl>
                                        <p:attrNameLst>
                                          <p:attrName>style.visibility</p:attrName>
                                        </p:attrNameLst>
                                      </p:cBhvr>
                                      <p:to>
                                        <p:strVal val="visible"/>
                                      </p:to>
                                    </p:set>
                                    <p:animEffect transition="in" filter="wipe(left)">
                                      <p:cBhvr>
                                        <p:cTn id="7" dur="500"/>
                                        <p:tgtEl>
                                          <p:spTgt spid="1069"/>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072"/>
                                        </p:tgtEl>
                                        <p:attrNameLst>
                                          <p:attrName>style.visibility</p:attrName>
                                        </p:attrNameLst>
                                      </p:cBhvr>
                                      <p:to>
                                        <p:strVal val="visible"/>
                                      </p:to>
                                    </p:set>
                                    <p:animEffect transition="in" filter="wipe(up)">
                                      <p:cBhvr>
                                        <p:cTn id="11" dur="500"/>
                                        <p:tgtEl>
                                          <p:spTgt spid="10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9" grpId="0" animBg="1"/>
      <p:bldP spid="1072" grpId="0" animBg="1"/>
    </p:bldLst>
  </p:timing>
  <p:hf hdr="0"/>
  <p:txStyles>
    <p:titleStyle>
      <a:lvl1pPr algn="ctr" rtl="0" eaLnBrk="0" fontAlgn="base" hangingPunct="0">
        <a:spcBef>
          <a:spcPct val="0"/>
        </a:spcBef>
        <a:spcAft>
          <a:spcPct val="0"/>
        </a:spcAft>
        <a:defRPr sz="3600">
          <a:solidFill>
            <a:schemeClr val="bg1"/>
          </a:solidFill>
          <a:latin typeface="+mj-lt"/>
          <a:ea typeface="+mj-ea"/>
          <a:cs typeface="+mj-cs"/>
        </a:defRPr>
      </a:lvl1pPr>
      <a:lvl2pPr algn="ctr" rtl="0" eaLnBrk="0" fontAlgn="base" hangingPunct="0">
        <a:spcBef>
          <a:spcPct val="0"/>
        </a:spcBef>
        <a:spcAft>
          <a:spcPct val="0"/>
        </a:spcAft>
        <a:defRPr sz="3600">
          <a:solidFill>
            <a:schemeClr val="bg1"/>
          </a:solidFill>
          <a:latin typeface="Arial" charset="0"/>
        </a:defRPr>
      </a:lvl2pPr>
      <a:lvl3pPr algn="ctr" rtl="0" eaLnBrk="0" fontAlgn="base" hangingPunct="0">
        <a:spcBef>
          <a:spcPct val="0"/>
        </a:spcBef>
        <a:spcAft>
          <a:spcPct val="0"/>
        </a:spcAft>
        <a:defRPr sz="3600">
          <a:solidFill>
            <a:schemeClr val="bg1"/>
          </a:solidFill>
          <a:latin typeface="Arial" charset="0"/>
        </a:defRPr>
      </a:lvl3pPr>
      <a:lvl4pPr algn="ctr" rtl="0" eaLnBrk="0" fontAlgn="base" hangingPunct="0">
        <a:spcBef>
          <a:spcPct val="0"/>
        </a:spcBef>
        <a:spcAft>
          <a:spcPct val="0"/>
        </a:spcAft>
        <a:defRPr sz="3600">
          <a:solidFill>
            <a:schemeClr val="bg1"/>
          </a:solidFill>
          <a:latin typeface="Arial" charset="0"/>
        </a:defRPr>
      </a:lvl4pPr>
      <a:lvl5pPr algn="ctr" rtl="0" eaLnBrk="0" fontAlgn="base" hangingPunct="0">
        <a:spcBef>
          <a:spcPct val="0"/>
        </a:spcBef>
        <a:spcAft>
          <a:spcPct val="0"/>
        </a:spcAft>
        <a:defRPr sz="3600">
          <a:solidFill>
            <a:schemeClr val="bg1"/>
          </a:solidFill>
          <a:latin typeface="Arial" charset="0"/>
        </a:defRPr>
      </a:lvl5pPr>
      <a:lvl6pPr marL="457200" algn="ctr" rtl="0" eaLnBrk="1" fontAlgn="base" hangingPunct="1">
        <a:spcBef>
          <a:spcPct val="0"/>
        </a:spcBef>
        <a:spcAft>
          <a:spcPct val="0"/>
        </a:spcAft>
        <a:defRPr sz="3600">
          <a:solidFill>
            <a:schemeClr val="bg1"/>
          </a:solidFill>
          <a:latin typeface="Arial" charset="0"/>
        </a:defRPr>
      </a:lvl6pPr>
      <a:lvl7pPr marL="914400" algn="ctr" rtl="0" eaLnBrk="1" fontAlgn="base" hangingPunct="1">
        <a:spcBef>
          <a:spcPct val="0"/>
        </a:spcBef>
        <a:spcAft>
          <a:spcPct val="0"/>
        </a:spcAft>
        <a:defRPr sz="3600">
          <a:solidFill>
            <a:schemeClr val="bg1"/>
          </a:solidFill>
          <a:latin typeface="Arial" charset="0"/>
        </a:defRPr>
      </a:lvl7pPr>
      <a:lvl8pPr marL="1371600" algn="ctr" rtl="0" eaLnBrk="1" fontAlgn="base" hangingPunct="1">
        <a:spcBef>
          <a:spcPct val="0"/>
        </a:spcBef>
        <a:spcAft>
          <a:spcPct val="0"/>
        </a:spcAft>
        <a:defRPr sz="3600">
          <a:solidFill>
            <a:schemeClr val="bg1"/>
          </a:solidFill>
          <a:latin typeface="Arial" charset="0"/>
        </a:defRPr>
      </a:lvl8pPr>
      <a:lvl9pPr marL="1828800" algn="ctr" rtl="0" eaLnBrk="1" fontAlgn="base" hangingPunct="1">
        <a:spcBef>
          <a:spcPct val="0"/>
        </a:spcBef>
        <a:spcAft>
          <a:spcPct val="0"/>
        </a:spcAft>
        <a:defRPr sz="3600">
          <a:solidFill>
            <a:schemeClr val="bg1"/>
          </a:solidFill>
          <a:latin typeface="Arial" charset="0"/>
        </a:defRPr>
      </a:lvl9pPr>
    </p:titleStyle>
    <p:bodyStyle>
      <a:lvl1pPr marL="342900" indent="-342900" algn="l" rtl="0" eaLnBrk="0" fontAlgn="base" hangingPunct="0">
        <a:spcBef>
          <a:spcPct val="20000"/>
        </a:spcBef>
        <a:spcAft>
          <a:spcPct val="0"/>
        </a:spcAft>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50000"/>
        <a:buFont typeface="Wingdings 2" panose="05020102010507070707" pitchFamily="18" charset="2"/>
        <a:buChar char=""/>
        <a:defRPr sz="2800">
          <a:solidFill>
            <a:schemeClr val="tx1"/>
          </a:solidFill>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lr>
          <a:schemeClr val="folHlink"/>
        </a:buClr>
        <a:buSzPct val="60000"/>
        <a:buFont typeface="Wingdings 2" panose="05020102010507070707" pitchFamily="18" charset="2"/>
        <a:buChar char=""/>
        <a:defRPr sz="2000">
          <a:solidFill>
            <a:schemeClr val="tx1"/>
          </a:solidFill>
          <a:latin typeface="+mn-lt"/>
        </a:defRPr>
      </a:lvl4pPr>
      <a:lvl5pPr marL="2057400" indent="-228600" algn="l" rtl="0" eaLnBrk="0" fontAlgn="base" hangingPunct="0">
        <a:spcBef>
          <a:spcPct val="20000"/>
        </a:spcBef>
        <a:spcAft>
          <a:spcPct val="0"/>
        </a:spcAft>
        <a:buFont typeface="Wingdings" panose="05000000000000000000" pitchFamily="2" charset="2"/>
        <a:buChar char="§"/>
        <a:defRPr sz="2000">
          <a:solidFill>
            <a:schemeClr val="tx1"/>
          </a:solidFill>
          <a:latin typeface="+mn-lt"/>
        </a:defRPr>
      </a:lvl5pPr>
      <a:lvl6pPr marL="2514600" indent="-228600" algn="l" rtl="0" eaLnBrk="1" fontAlgn="base" hangingPunct="1">
        <a:spcBef>
          <a:spcPct val="20000"/>
        </a:spcBef>
        <a:spcAft>
          <a:spcPct val="0"/>
        </a:spcAft>
        <a:buFont typeface="Wingdings" pitchFamily="2" charset="2"/>
        <a:buChar char="§"/>
        <a:defRPr sz="2000">
          <a:solidFill>
            <a:schemeClr val="tx1"/>
          </a:solidFill>
          <a:latin typeface="+mn-lt"/>
        </a:defRPr>
      </a:lvl6pPr>
      <a:lvl7pPr marL="2971800" indent="-228600" algn="l" rtl="0" eaLnBrk="1" fontAlgn="base" hangingPunct="1">
        <a:spcBef>
          <a:spcPct val="20000"/>
        </a:spcBef>
        <a:spcAft>
          <a:spcPct val="0"/>
        </a:spcAft>
        <a:buFont typeface="Wingdings" pitchFamily="2" charset="2"/>
        <a:buChar char="§"/>
        <a:defRPr sz="2000">
          <a:solidFill>
            <a:schemeClr val="tx1"/>
          </a:solidFill>
          <a:latin typeface="+mn-lt"/>
        </a:defRPr>
      </a:lvl7pPr>
      <a:lvl8pPr marL="3429000" indent="-228600" algn="l" rtl="0" eaLnBrk="1" fontAlgn="base" hangingPunct="1">
        <a:spcBef>
          <a:spcPct val="20000"/>
        </a:spcBef>
        <a:spcAft>
          <a:spcPct val="0"/>
        </a:spcAft>
        <a:buFont typeface="Wingdings" pitchFamily="2" charset="2"/>
        <a:buChar char="§"/>
        <a:defRPr sz="2000">
          <a:solidFill>
            <a:schemeClr val="tx1"/>
          </a:solidFill>
          <a:latin typeface="+mn-lt"/>
        </a:defRPr>
      </a:lvl8pPr>
      <a:lvl9pPr marL="3886200" indent="-228600" algn="l" rtl="0" eaLnBrk="1" fontAlgn="base" hangingPunct="1">
        <a:spcBef>
          <a:spcPct val="20000"/>
        </a:spcBef>
        <a:spcAft>
          <a:spcPct val="0"/>
        </a:spcAft>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BT%20THUC%20HANH%20CCA/excel/bang%20diem%20mon%20tin%20hoc1%20.xls"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BT%20THUC%20HANH%20CCA/excel/b%20th%2004/bang%20luong%20nhan%20vien%20.xls"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2.png"/><Relationship Id="rId12" Type="http://schemas.openxmlformats.org/officeDocument/2006/relationships/customXml" Target="../ink/ink6.xml"/><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54.png"/><Relationship Id="rId5" Type="http://schemas.openxmlformats.org/officeDocument/2006/relationships/image" Target="../media/image51.png"/><Relationship Id="rId10" Type="http://schemas.openxmlformats.org/officeDocument/2006/relationships/customXml" Target="../ink/ink5.xml"/><Relationship Id="rId4" Type="http://schemas.openxmlformats.org/officeDocument/2006/relationships/customXml" Target="../ink/ink2.xml"/><Relationship Id="rId9" Type="http://schemas.openxmlformats.org/officeDocument/2006/relationships/image" Target="../media/image53.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a:extLst>
              <a:ext uri="{FF2B5EF4-FFF2-40B4-BE49-F238E27FC236}">
                <a16:creationId xmlns:a16="http://schemas.microsoft.com/office/drawing/2014/main" id="{D51A355F-3571-D9D0-C0F0-AB09A29E1B49}"/>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F3CE8DF1-DFEA-4B48-A175-95D7C610140F}" type="slidenum">
              <a:rPr lang="en-US" altLang="vi-VN" sz="1000">
                <a:latin typeface="Verdana" panose="020B0604030504040204" pitchFamily="34" charset="0"/>
              </a:rPr>
              <a:pPr algn="r" eaLnBrk="1" hangingPunct="1">
                <a:spcBef>
                  <a:spcPct val="0"/>
                </a:spcBef>
                <a:buFontTx/>
                <a:buNone/>
              </a:pPr>
              <a:t>1</a:t>
            </a:fld>
            <a:endParaRPr lang="en-US" altLang="vi-VN" sz="1000">
              <a:latin typeface="Verdana" panose="020B0604030504040204" pitchFamily="34" charset="0"/>
            </a:endParaRPr>
          </a:p>
        </p:txBody>
      </p:sp>
      <p:sp>
        <p:nvSpPr>
          <p:cNvPr id="271363" name="Rectangle 3">
            <a:extLst>
              <a:ext uri="{FF2B5EF4-FFF2-40B4-BE49-F238E27FC236}">
                <a16:creationId xmlns:a16="http://schemas.microsoft.com/office/drawing/2014/main" id="{49F3C4A9-26C5-4556-14C1-15B43E3727B4}"/>
              </a:ext>
            </a:extLst>
          </p:cNvPr>
          <p:cNvSpPr>
            <a:spLocks noGrp="1" noChangeArrowheads="1"/>
          </p:cNvSpPr>
          <p:nvPr>
            <p:ph type="body" idx="4294967295"/>
          </p:nvPr>
        </p:nvSpPr>
        <p:spPr>
          <a:xfrm>
            <a:off x="304800" y="2667000"/>
            <a:ext cx="8534400" cy="3455988"/>
          </a:xfrm>
        </p:spPr>
        <p:txBody>
          <a:bodyPr/>
          <a:lstStyle/>
          <a:p>
            <a:pPr eaLnBrk="1" hangingPunct="1">
              <a:buFont typeface="Wingdings" panose="05000000000000000000" pitchFamily="2" charset="2"/>
              <a:buNone/>
            </a:pPr>
            <a:r>
              <a:rPr lang="en-US" altLang="vi-VN" sz="2800">
                <a:solidFill>
                  <a:srgbClr val="FF0000"/>
                </a:solidFill>
              </a:rPr>
              <a:t>I. Giới thiệu</a:t>
            </a:r>
          </a:p>
          <a:p>
            <a:pPr algn="just" eaLnBrk="1" hangingPunct="1"/>
            <a:r>
              <a:rPr lang="en-US" altLang="vi-VN" b="1">
                <a:solidFill>
                  <a:srgbClr val="0000FF"/>
                </a:solidFill>
                <a:latin typeface="Times New Roman" panose="02020603050405020304" pitchFamily="18" charset="0"/>
              </a:rPr>
              <a:t>Microsoft Excel</a:t>
            </a:r>
            <a:r>
              <a:rPr lang="en-US" altLang="vi-VN">
                <a:latin typeface="Times New Roman" panose="02020603050405020304" pitchFamily="18" charset="0"/>
              </a:rPr>
              <a:t> là một bảng tính điện tử được dùng để tổ chức, tính toán bằng những công thức (Formulas), phân tích và tổng hợp số liệu.</a:t>
            </a:r>
          </a:p>
        </p:txBody>
      </p:sp>
      <p:sp>
        <p:nvSpPr>
          <p:cNvPr id="1028101" name="Rectangle 5">
            <a:extLst>
              <a:ext uri="{FF2B5EF4-FFF2-40B4-BE49-F238E27FC236}">
                <a16:creationId xmlns:a16="http://schemas.microsoft.com/office/drawing/2014/main" id="{8E4166B1-8B77-BB88-7BAD-4BC9C6122CB2}"/>
              </a:ext>
            </a:extLst>
          </p:cNvPr>
          <p:cNvSpPr>
            <a:spLocks noChangeArrowheads="1"/>
          </p:cNvSpPr>
          <p:nvPr/>
        </p:nvSpPr>
        <p:spPr bwMode="auto">
          <a:xfrm>
            <a:off x="1600200" y="228600"/>
            <a:ext cx="6172200" cy="523875"/>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defRPr/>
            </a:pPr>
            <a:r>
              <a:rPr lang="en-US" altLang="vi-VN" sz="2800" b="1" dirty="0">
                <a:solidFill>
                  <a:srgbClr val="FF0000"/>
                </a:solidFill>
                <a:effectLst>
                  <a:outerShdw blurRad="38100" dist="38100" dir="2700000" algn="tl">
                    <a:srgbClr val="C0C0C0"/>
                  </a:outerShdw>
                </a:effectLst>
              </a:rPr>
              <a:t>GIỚI THIỆU MICROSOFT EXCEL</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271363">
                                            <p:txEl>
                                              <p:pRg st="1" end="1"/>
                                            </p:txEl>
                                          </p:spTgt>
                                        </p:tgtEl>
                                        <p:attrNameLst>
                                          <p:attrName>style.visibility</p:attrName>
                                        </p:attrNameLst>
                                      </p:cBhvr>
                                      <p:to>
                                        <p:strVal val="visible"/>
                                      </p:to>
                                    </p:set>
                                    <p:animEffect transition="in" filter="wheel(4)">
                                      <p:cBhvr>
                                        <p:cTn id="7" dur="2000"/>
                                        <p:tgtEl>
                                          <p:spTgt spid="27136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1" presetClass="entr" presetSubtype="4" fill="hold" nodeType="clickEffect">
                                  <p:stCondLst>
                                    <p:cond delay="0"/>
                                  </p:stCondLst>
                                  <p:childTnLst>
                                    <p:set>
                                      <p:cBhvr>
                                        <p:cTn id="11" dur="1" fill="hold">
                                          <p:stCondLst>
                                            <p:cond delay="0"/>
                                          </p:stCondLst>
                                        </p:cTn>
                                        <p:tgtEl>
                                          <p:spTgt spid="271363">
                                            <p:txEl>
                                              <p:pRg st="0" end="0"/>
                                            </p:txEl>
                                          </p:spTgt>
                                        </p:tgtEl>
                                        <p:attrNameLst>
                                          <p:attrName>style.visibility</p:attrName>
                                        </p:attrNameLst>
                                      </p:cBhvr>
                                      <p:to>
                                        <p:strVal val="visible"/>
                                      </p:to>
                                    </p:set>
                                    <p:animEffect transition="in" filter="wheel(4)">
                                      <p:cBhvr>
                                        <p:cTn id="12" dur="2000"/>
                                        <p:tgtEl>
                                          <p:spTgt spid="27136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a:extLst>
              <a:ext uri="{FF2B5EF4-FFF2-40B4-BE49-F238E27FC236}">
                <a16:creationId xmlns:a16="http://schemas.microsoft.com/office/drawing/2014/main" id="{9CF699F5-1D9D-5603-5C20-FC64BCB8CC11}"/>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8758C431-E8E6-4545-9AF6-0447FCA1D7D5}" type="slidenum">
              <a:rPr lang="en-US" altLang="vi-VN" sz="1000">
                <a:latin typeface="Verdana" panose="020B0604030504040204" pitchFamily="34" charset="0"/>
              </a:rPr>
              <a:pPr algn="r" eaLnBrk="1" hangingPunct="1">
                <a:spcBef>
                  <a:spcPct val="0"/>
                </a:spcBef>
                <a:buFontTx/>
                <a:buNone/>
              </a:pPr>
              <a:t>2</a:t>
            </a:fld>
            <a:endParaRPr lang="en-US" altLang="vi-VN" sz="1000">
              <a:latin typeface="Verdana" panose="020B0604030504040204" pitchFamily="34" charset="0"/>
            </a:endParaRPr>
          </a:p>
        </p:txBody>
      </p:sp>
      <p:sp>
        <p:nvSpPr>
          <p:cNvPr id="272387" name="Rectangle 3">
            <a:extLst>
              <a:ext uri="{FF2B5EF4-FFF2-40B4-BE49-F238E27FC236}">
                <a16:creationId xmlns:a16="http://schemas.microsoft.com/office/drawing/2014/main" id="{2445BC2C-88D3-3562-4F32-8CFFA87887EE}"/>
              </a:ext>
            </a:extLst>
          </p:cNvPr>
          <p:cNvSpPr>
            <a:spLocks noGrp="1" noChangeArrowheads="1"/>
          </p:cNvSpPr>
          <p:nvPr>
            <p:ph type="body" idx="4294967295"/>
          </p:nvPr>
        </p:nvSpPr>
        <p:spPr>
          <a:xfrm>
            <a:off x="457200" y="1143000"/>
            <a:ext cx="8229600" cy="5410200"/>
          </a:xfrm>
        </p:spPr>
        <p:txBody>
          <a:bodyPr/>
          <a:lstStyle/>
          <a:p>
            <a:pPr eaLnBrk="1" hangingPunct="1">
              <a:lnSpc>
                <a:spcPct val="90000"/>
              </a:lnSpc>
              <a:buFont typeface="Wingdings" panose="05000000000000000000" pitchFamily="2" charset="2"/>
              <a:buNone/>
            </a:pPr>
            <a:endParaRPr lang="en-US" altLang="vi-VN" sz="2800" b="1"/>
          </a:p>
          <a:p>
            <a:pPr algn="just" eaLnBrk="1" hangingPunct="1">
              <a:lnSpc>
                <a:spcPct val="90000"/>
              </a:lnSpc>
              <a:buFont typeface="Wingdings" panose="05000000000000000000" pitchFamily="2" charset="2"/>
              <a:buNone/>
            </a:pPr>
            <a:r>
              <a:rPr lang="en-US" altLang="vi-VN" sz="2800" b="1">
                <a:solidFill>
                  <a:srgbClr val="FF0000"/>
                </a:solidFill>
                <a:latin typeface="Times New Roman" panose="02020603050405020304" pitchFamily="18" charset="0"/>
              </a:rPr>
              <a:t>1 Khởi động Microsoft Excel</a:t>
            </a:r>
          </a:p>
          <a:p>
            <a:pPr algn="just" eaLnBrk="1" hangingPunct="1">
              <a:lnSpc>
                <a:spcPct val="90000"/>
              </a:lnSpc>
              <a:buFont typeface="Wingdings" panose="05000000000000000000" pitchFamily="2" charset="2"/>
              <a:buChar char="Ø"/>
            </a:pPr>
            <a:r>
              <a:rPr lang="en-US" altLang="vi-VN" sz="2800" b="1">
                <a:solidFill>
                  <a:srgbClr val="0000FF"/>
                </a:solidFill>
                <a:latin typeface="Times New Roman" panose="02020603050405020304" pitchFamily="18" charset="0"/>
              </a:rPr>
              <a:t>Cách 1</a:t>
            </a:r>
            <a:r>
              <a:rPr lang="en-US" altLang="vi-VN" sz="2800">
                <a:latin typeface="Times New Roman" panose="02020603050405020304" pitchFamily="18" charset="0"/>
              </a:rPr>
              <a:t>: Chọn lệnh Start \ Programs \ Microsoft Office \ Microsoft Office Excel.</a:t>
            </a:r>
            <a:endParaRPr lang="en-US" altLang="vi-VN" sz="2800" b="1">
              <a:latin typeface="Times New Roman" panose="02020603050405020304" pitchFamily="18" charset="0"/>
            </a:endParaRPr>
          </a:p>
          <a:p>
            <a:pPr algn="just" eaLnBrk="1" hangingPunct="1">
              <a:lnSpc>
                <a:spcPct val="90000"/>
              </a:lnSpc>
              <a:buFont typeface="Wingdings" panose="05000000000000000000" pitchFamily="2" charset="2"/>
              <a:buChar char="Ø"/>
            </a:pPr>
            <a:r>
              <a:rPr lang="en-US" altLang="vi-VN" sz="2800" b="1">
                <a:solidFill>
                  <a:srgbClr val="0000FF"/>
                </a:solidFill>
                <a:latin typeface="Times New Roman" panose="02020603050405020304" pitchFamily="18" charset="0"/>
              </a:rPr>
              <a:t>Cách 2</a:t>
            </a:r>
            <a:r>
              <a:rPr lang="en-US" altLang="vi-VN" sz="2800">
                <a:latin typeface="Times New Roman" panose="02020603050405020304" pitchFamily="18" charset="0"/>
              </a:rPr>
              <a:t>: D_Click vào biểu tượng         Microsoft Office Excel trên màn hình nền (Desktop)</a:t>
            </a:r>
          </a:p>
          <a:p>
            <a:pPr algn="just" eaLnBrk="1" hangingPunct="1">
              <a:lnSpc>
                <a:spcPct val="90000"/>
              </a:lnSpc>
              <a:buFont typeface="Wingdings" panose="05000000000000000000" pitchFamily="2" charset="2"/>
              <a:buNone/>
            </a:pPr>
            <a:r>
              <a:rPr lang="en-US" altLang="vi-VN" sz="2800" b="1">
                <a:solidFill>
                  <a:srgbClr val="FF0000"/>
                </a:solidFill>
                <a:latin typeface="Times New Roman" panose="02020603050405020304" pitchFamily="18" charset="0"/>
              </a:rPr>
              <a:t>2. Thoát khỏi Microsoft Excel:</a:t>
            </a:r>
          </a:p>
          <a:p>
            <a:pPr algn="just" eaLnBrk="1" hangingPunct="1">
              <a:lnSpc>
                <a:spcPct val="90000"/>
              </a:lnSpc>
              <a:buFont typeface="Wingdings" panose="05000000000000000000" pitchFamily="2" charset="2"/>
              <a:buChar char="Ø"/>
            </a:pPr>
            <a:r>
              <a:rPr lang="en-US" altLang="vi-VN" sz="2800" b="1">
                <a:solidFill>
                  <a:srgbClr val="0000FF"/>
                </a:solidFill>
                <a:latin typeface="Times New Roman" panose="02020603050405020304" pitchFamily="18" charset="0"/>
              </a:rPr>
              <a:t>Cách 1</a:t>
            </a:r>
            <a:r>
              <a:rPr lang="en-US" altLang="vi-VN" sz="2800" b="1">
                <a:latin typeface="Times New Roman" panose="02020603050405020304" pitchFamily="18" charset="0"/>
              </a:rPr>
              <a:t>:</a:t>
            </a:r>
            <a:r>
              <a:rPr lang="en-US" altLang="vi-VN" sz="2800">
                <a:latin typeface="Times New Roman" panose="02020603050405020304" pitchFamily="18" charset="0"/>
              </a:rPr>
              <a:t> Click vào nút Close. </a:t>
            </a:r>
          </a:p>
          <a:p>
            <a:pPr algn="just" eaLnBrk="1" hangingPunct="1">
              <a:lnSpc>
                <a:spcPct val="90000"/>
              </a:lnSpc>
              <a:buFont typeface="Wingdings" panose="05000000000000000000" pitchFamily="2" charset="2"/>
              <a:buChar char="Ø"/>
            </a:pPr>
            <a:r>
              <a:rPr lang="en-US" altLang="vi-VN" sz="2800" b="1">
                <a:solidFill>
                  <a:srgbClr val="0000FF"/>
                </a:solidFill>
                <a:latin typeface="Times New Roman" panose="02020603050405020304" pitchFamily="18" charset="0"/>
              </a:rPr>
              <a:t>Cách 2</a:t>
            </a:r>
            <a:r>
              <a:rPr lang="en-US" altLang="vi-VN" sz="2800" b="1">
                <a:latin typeface="Times New Roman" panose="02020603050405020304" pitchFamily="18" charset="0"/>
              </a:rPr>
              <a:t>:</a:t>
            </a:r>
            <a:r>
              <a:rPr lang="en-US" altLang="vi-VN" sz="2800">
                <a:latin typeface="Times New Roman" panose="02020603050405020304" pitchFamily="18" charset="0"/>
              </a:rPr>
              <a:t> Chọn lệnh File \ Exit.</a:t>
            </a:r>
            <a:endParaRPr lang="en-US" altLang="vi-VN" sz="2800" b="1">
              <a:latin typeface="Times New Roman" panose="02020603050405020304" pitchFamily="18" charset="0"/>
            </a:endParaRPr>
          </a:p>
          <a:p>
            <a:pPr algn="just" eaLnBrk="1" hangingPunct="1">
              <a:lnSpc>
                <a:spcPct val="90000"/>
              </a:lnSpc>
              <a:buFont typeface="Wingdings" panose="05000000000000000000" pitchFamily="2" charset="2"/>
              <a:buChar char="Ø"/>
            </a:pPr>
            <a:r>
              <a:rPr lang="en-US" altLang="vi-VN" sz="2800" b="1">
                <a:solidFill>
                  <a:srgbClr val="0000FF"/>
                </a:solidFill>
                <a:latin typeface="Times New Roman" panose="02020603050405020304" pitchFamily="18" charset="0"/>
              </a:rPr>
              <a:t>Cách 3</a:t>
            </a:r>
            <a:r>
              <a:rPr lang="en-US" altLang="vi-VN" sz="2800">
                <a:latin typeface="Times New Roman" panose="02020603050405020304" pitchFamily="18" charset="0"/>
              </a:rPr>
              <a:t>: Nhấn tổ hợp phím Alt + F4.</a:t>
            </a:r>
          </a:p>
        </p:txBody>
      </p:sp>
      <p:pic>
        <p:nvPicPr>
          <p:cNvPr id="272388" name="Picture 4">
            <a:extLst>
              <a:ext uri="{FF2B5EF4-FFF2-40B4-BE49-F238E27FC236}">
                <a16:creationId xmlns:a16="http://schemas.microsoft.com/office/drawing/2014/main" id="{7F3A9BBD-1A4E-0467-C4F9-5A609125D647}"/>
              </a:ext>
            </a:extLst>
          </p:cNvPr>
          <p:cNvPicPr>
            <a:picLocks noChangeAspect="1" noChangeArrowheads="1"/>
          </p:cNvPicPr>
          <p:nvPr/>
        </p:nvPicPr>
        <p:blipFill>
          <a:blip r:embed="rId2">
            <a:lum contrast="42000"/>
            <a:extLst>
              <a:ext uri="{28A0092B-C50C-407E-A947-70E740481C1C}">
                <a14:useLocalDpi xmlns:a14="http://schemas.microsoft.com/office/drawing/2010/main" val="0"/>
              </a:ext>
            </a:extLst>
          </a:blip>
          <a:srcRect/>
          <a:stretch>
            <a:fillRect/>
          </a:stretch>
        </p:blipFill>
        <p:spPr bwMode="auto">
          <a:xfrm>
            <a:off x="6096000" y="2895600"/>
            <a:ext cx="647700" cy="381000"/>
          </a:xfrm>
          <a:prstGeom prst="rect">
            <a:avLst/>
          </a:prstGeom>
          <a:solidFill>
            <a:srgbClr val="FFFFFF">
              <a:alpha val="5882"/>
            </a:srgbClr>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272389" name="Picture 5" descr="D">
            <a:extLst>
              <a:ext uri="{FF2B5EF4-FFF2-40B4-BE49-F238E27FC236}">
                <a16:creationId xmlns:a16="http://schemas.microsoft.com/office/drawing/2014/main" id="{7ABCE1E1-E803-1CD9-9653-E6E1BCA53C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4191000"/>
            <a:ext cx="533400" cy="50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9127" name="Rectangle 7">
            <a:extLst>
              <a:ext uri="{FF2B5EF4-FFF2-40B4-BE49-F238E27FC236}">
                <a16:creationId xmlns:a16="http://schemas.microsoft.com/office/drawing/2014/main" id="{3D10B23D-52FD-DABA-A332-275781F6DC3B}"/>
              </a:ext>
            </a:extLst>
          </p:cNvPr>
          <p:cNvSpPr>
            <a:spLocks noChangeArrowheads="1"/>
          </p:cNvSpPr>
          <p:nvPr/>
        </p:nvSpPr>
        <p:spPr bwMode="auto">
          <a:xfrm>
            <a:off x="2057400" y="254000"/>
            <a:ext cx="4572000" cy="519113"/>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ctr" eaLnBrk="1" hangingPunct="1">
              <a:defRPr/>
            </a:pPr>
            <a:r>
              <a:rPr lang="en-US" altLang="vi-VN" sz="2800" b="1">
                <a:solidFill>
                  <a:srgbClr val="FF0000"/>
                </a:solidFill>
              </a:rPr>
              <a:t>I. GIỚI THIỆU</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272387">
                                            <p:txEl>
                                              <p:pRg st="1" end="1"/>
                                            </p:txEl>
                                          </p:spTgt>
                                        </p:tgtEl>
                                        <p:attrNameLst>
                                          <p:attrName>style.visibility</p:attrName>
                                        </p:attrNameLst>
                                      </p:cBhvr>
                                      <p:to>
                                        <p:strVal val="visible"/>
                                      </p:to>
                                    </p:set>
                                    <p:animEffect transition="in" filter="wheel(4)">
                                      <p:cBhvr>
                                        <p:cTn id="7" dur="2000"/>
                                        <p:tgtEl>
                                          <p:spTgt spid="27238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1" presetClass="entr" presetSubtype="0" fill="hold" nodeType="clickEffect">
                                  <p:stCondLst>
                                    <p:cond delay="0"/>
                                  </p:stCondLst>
                                  <p:iterate type="lt">
                                    <p:tmPct val="10000"/>
                                  </p:iterate>
                                  <p:childTnLst>
                                    <p:set>
                                      <p:cBhvr>
                                        <p:cTn id="11" dur="1" fill="hold">
                                          <p:stCondLst>
                                            <p:cond delay="0"/>
                                          </p:stCondLst>
                                        </p:cTn>
                                        <p:tgtEl>
                                          <p:spTgt spid="272387">
                                            <p:txEl>
                                              <p:pRg st="2" end="2"/>
                                            </p:txEl>
                                          </p:spTgt>
                                        </p:tgtEl>
                                        <p:attrNameLst>
                                          <p:attrName>style.visibility</p:attrName>
                                        </p:attrNameLst>
                                      </p:cBhvr>
                                      <p:to>
                                        <p:strVal val="visible"/>
                                      </p:to>
                                    </p:set>
                                    <p:anim calcmode="lin" valueType="num">
                                      <p:cBhvr>
                                        <p:cTn id="12" dur="500" fill="hold"/>
                                        <p:tgtEl>
                                          <p:spTgt spid="272387">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13" dur="500" fill="hold"/>
                                        <p:tgtEl>
                                          <p:spTgt spid="272387">
                                            <p:txEl>
                                              <p:pRg st="2" end="2"/>
                                            </p:txEl>
                                          </p:spTgt>
                                        </p:tgtEl>
                                        <p:attrNameLst>
                                          <p:attrName>ppt_y</p:attrName>
                                        </p:attrNameLst>
                                      </p:cBhvr>
                                      <p:tavLst>
                                        <p:tav tm="0">
                                          <p:val>
                                            <p:strVal val="#ppt_y"/>
                                          </p:val>
                                        </p:tav>
                                        <p:tav tm="100000">
                                          <p:val>
                                            <p:strVal val="#ppt_y"/>
                                          </p:val>
                                        </p:tav>
                                      </p:tavLst>
                                    </p:anim>
                                    <p:anim calcmode="lin" valueType="num">
                                      <p:cBhvr>
                                        <p:cTn id="14" dur="500" fill="hold"/>
                                        <p:tgtEl>
                                          <p:spTgt spid="272387">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5" dur="500" fill="hold"/>
                                        <p:tgtEl>
                                          <p:spTgt spid="272387">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6" dur="500" tmFilter="0,0; .5, 1; 1, 1"/>
                                        <p:tgtEl>
                                          <p:spTgt spid="272387">
                                            <p:txEl>
                                              <p:pRg st="2" end="2"/>
                                            </p:txEl>
                                          </p:spTgt>
                                        </p:tgtEl>
                                      </p:cBhvr>
                                    </p:animEffect>
                                  </p:childTnLst>
                                </p:cTn>
                              </p:par>
                              <p:par>
                                <p:cTn id="17" presetID="41" presetClass="entr" presetSubtype="0" fill="hold" nodeType="withEffect">
                                  <p:stCondLst>
                                    <p:cond delay="0"/>
                                  </p:stCondLst>
                                  <p:iterate type="lt">
                                    <p:tmPct val="10000"/>
                                  </p:iterate>
                                  <p:childTnLst>
                                    <p:set>
                                      <p:cBhvr>
                                        <p:cTn id="18" dur="1" fill="hold">
                                          <p:stCondLst>
                                            <p:cond delay="0"/>
                                          </p:stCondLst>
                                        </p:cTn>
                                        <p:tgtEl>
                                          <p:spTgt spid="272387">
                                            <p:txEl>
                                              <p:pRg st="3" end="3"/>
                                            </p:txEl>
                                          </p:spTgt>
                                        </p:tgtEl>
                                        <p:attrNameLst>
                                          <p:attrName>style.visibility</p:attrName>
                                        </p:attrNameLst>
                                      </p:cBhvr>
                                      <p:to>
                                        <p:strVal val="visible"/>
                                      </p:to>
                                    </p:set>
                                    <p:anim calcmode="lin" valueType="num">
                                      <p:cBhvr>
                                        <p:cTn id="19" dur="500" fill="hold"/>
                                        <p:tgtEl>
                                          <p:spTgt spid="272387">
                                            <p:txEl>
                                              <p:pRg st="3" end="3"/>
                                            </p:txEl>
                                          </p:spTgt>
                                        </p:tgtEl>
                                        <p:attrNameLst>
                                          <p:attrName>ppt_x</p:attrName>
                                        </p:attrNameLst>
                                      </p:cBhvr>
                                      <p:tavLst>
                                        <p:tav tm="0">
                                          <p:val>
                                            <p:strVal val="#ppt_x"/>
                                          </p:val>
                                        </p:tav>
                                        <p:tav tm="50000">
                                          <p:val>
                                            <p:strVal val="#ppt_x+.1"/>
                                          </p:val>
                                        </p:tav>
                                        <p:tav tm="100000">
                                          <p:val>
                                            <p:strVal val="#ppt_x"/>
                                          </p:val>
                                        </p:tav>
                                      </p:tavLst>
                                    </p:anim>
                                    <p:anim calcmode="lin" valueType="num">
                                      <p:cBhvr>
                                        <p:cTn id="20" dur="500" fill="hold"/>
                                        <p:tgtEl>
                                          <p:spTgt spid="272387">
                                            <p:txEl>
                                              <p:pRg st="3" end="3"/>
                                            </p:txEl>
                                          </p:spTgt>
                                        </p:tgtEl>
                                        <p:attrNameLst>
                                          <p:attrName>ppt_y</p:attrName>
                                        </p:attrNameLst>
                                      </p:cBhvr>
                                      <p:tavLst>
                                        <p:tav tm="0">
                                          <p:val>
                                            <p:strVal val="#ppt_y"/>
                                          </p:val>
                                        </p:tav>
                                        <p:tav tm="100000">
                                          <p:val>
                                            <p:strVal val="#ppt_y"/>
                                          </p:val>
                                        </p:tav>
                                      </p:tavLst>
                                    </p:anim>
                                    <p:anim calcmode="lin" valueType="num">
                                      <p:cBhvr>
                                        <p:cTn id="21" dur="500" fill="hold"/>
                                        <p:tgtEl>
                                          <p:spTgt spid="272387">
                                            <p:txEl>
                                              <p:pRg st="3" end="3"/>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2" dur="500" fill="hold"/>
                                        <p:tgtEl>
                                          <p:spTgt spid="272387">
                                            <p:txEl>
                                              <p:pRg st="3" end="3"/>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3" dur="500" tmFilter="0,0; .5, 1; 1, 1"/>
                                        <p:tgtEl>
                                          <p:spTgt spid="272387">
                                            <p:txEl>
                                              <p:pRg st="3" end="3"/>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1" presetClass="entr" presetSubtype="4" fill="hold" nodeType="clickEffect">
                                  <p:stCondLst>
                                    <p:cond delay="0"/>
                                  </p:stCondLst>
                                  <p:childTnLst>
                                    <p:set>
                                      <p:cBhvr>
                                        <p:cTn id="27" dur="1" fill="hold">
                                          <p:stCondLst>
                                            <p:cond delay="0"/>
                                          </p:stCondLst>
                                        </p:cTn>
                                        <p:tgtEl>
                                          <p:spTgt spid="272388"/>
                                        </p:tgtEl>
                                        <p:attrNameLst>
                                          <p:attrName>style.visibility</p:attrName>
                                        </p:attrNameLst>
                                      </p:cBhvr>
                                      <p:to>
                                        <p:strVal val="visible"/>
                                      </p:to>
                                    </p:set>
                                    <p:animEffect transition="in" filter="wheel(4)">
                                      <p:cBhvr>
                                        <p:cTn id="28" dur="2000"/>
                                        <p:tgtEl>
                                          <p:spTgt spid="272388"/>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41" presetClass="entr" presetSubtype="0" fill="hold" nodeType="clickEffect">
                                  <p:stCondLst>
                                    <p:cond delay="0"/>
                                  </p:stCondLst>
                                  <p:iterate type="lt">
                                    <p:tmPct val="10000"/>
                                  </p:iterate>
                                  <p:childTnLst>
                                    <p:set>
                                      <p:cBhvr>
                                        <p:cTn id="32" dur="1" fill="hold">
                                          <p:stCondLst>
                                            <p:cond delay="0"/>
                                          </p:stCondLst>
                                        </p:cTn>
                                        <p:tgtEl>
                                          <p:spTgt spid="272387">
                                            <p:txEl>
                                              <p:pRg st="4" end="4"/>
                                            </p:txEl>
                                          </p:spTgt>
                                        </p:tgtEl>
                                        <p:attrNameLst>
                                          <p:attrName>style.visibility</p:attrName>
                                        </p:attrNameLst>
                                      </p:cBhvr>
                                      <p:to>
                                        <p:strVal val="visible"/>
                                      </p:to>
                                    </p:set>
                                    <p:anim calcmode="lin" valueType="num">
                                      <p:cBhvr>
                                        <p:cTn id="33" dur="500" fill="hold"/>
                                        <p:tgtEl>
                                          <p:spTgt spid="272387">
                                            <p:txEl>
                                              <p:pRg st="4" end="4"/>
                                            </p:txEl>
                                          </p:spTgt>
                                        </p:tgtEl>
                                        <p:attrNameLst>
                                          <p:attrName>ppt_x</p:attrName>
                                        </p:attrNameLst>
                                      </p:cBhvr>
                                      <p:tavLst>
                                        <p:tav tm="0">
                                          <p:val>
                                            <p:strVal val="#ppt_x"/>
                                          </p:val>
                                        </p:tav>
                                        <p:tav tm="50000">
                                          <p:val>
                                            <p:strVal val="#ppt_x+.1"/>
                                          </p:val>
                                        </p:tav>
                                        <p:tav tm="100000">
                                          <p:val>
                                            <p:strVal val="#ppt_x"/>
                                          </p:val>
                                        </p:tav>
                                      </p:tavLst>
                                    </p:anim>
                                    <p:anim calcmode="lin" valueType="num">
                                      <p:cBhvr>
                                        <p:cTn id="34" dur="500" fill="hold"/>
                                        <p:tgtEl>
                                          <p:spTgt spid="272387">
                                            <p:txEl>
                                              <p:pRg st="4" end="4"/>
                                            </p:txEl>
                                          </p:spTgt>
                                        </p:tgtEl>
                                        <p:attrNameLst>
                                          <p:attrName>ppt_y</p:attrName>
                                        </p:attrNameLst>
                                      </p:cBhvr>
                                      <p:tavLst>
                                        <p:tav tm="0">
                                          <p:val>
                                            <p:strVal val="#ppt_y"/>
                                          </p:val>
                                        </p:tav>
                                        <p:tav tm="100000">
                                          <p:val>
                                            <p:strVal val="#ppt_y"/>
                                          </p:val>
                                        </p:tav>
                                      </p:tavLst>
                                    </p:anim>
                                    <p:anim calcmode="lin" valueType="num">
                                      <p:cBhvr>
                                        <p:cTn id="35" dur="500" fill="hold"/>
                                        <p:tgtEl>
                                          <p:spTgt spid="272387">
                                            <p:txEl>
                                              <p:pRg st="4" end="4"/>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6" dur="500" fill="hold"/>
                                        <p:tgtEl>
                                          <p:spTgt spid="272387">
                                            <p:txEl>
                                              <p:pRg st="4" end="4"/>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7" dur="500" tmFilter="0,0; .5, 1; 1, 1"/>
                                        <p:tgtEl>
                                          <p:spTgt spid="272387">
                                            <p:txEl>
                                              <p:pRg st="4" end="4"/>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1" presetClass="entr" presetSubtype="0" fill="hold" nodeType="clickEffect">
                                  <p:stCondLst>
                                    <p:cond delay="0"/>
                                  </p:stCondLst>
                                  <p:iterate type="lt">
                                    <p:tmPct val="10000"/>
                                  </p:iterate>
                                  <p:childTnLst>
                                    <p:set>
                                      <p:cBhvr>
                                        <p:cTn id="41" dur="1" fill="hold">
                                          <p:stCondLst>
                                            <p:cond delay="0"/>
                                          </p:stCondLst>
                                        </p:cTn>
                                        <p:tgtEl>
                                          <p:spTgt spid="272387">
                                            <p:txEl>
                                              <p:pRg st="5" end="5"/>
                                            </p:txEl>
                                          </p:spTgt>
                                        </p:tgtEl>
                                        <p:attrNameLst>
                                          <p:attrName>style.visibility</p:attrName>
                                        </p:attrNameLst>
                                      </p:cBhvr>
                                      <p:to>
                                        <p:strVal val="visible"/>
                                      </p:to>
                                    </p:set>
                                    <p:anim calcmode="lin" valueType="num">
                                      <p:cBhvr>
                                        <p:cTn id="42" dur="500" fill="hold"/>
                                        <p:tgtEl>
                                          <p:spTgt spid="272387">
                                            <p:txEl>
                                              <p:pRg st="5" end="5"/>
                                            </p:txEl>
                                          </p:spTgt>
                                        </p:tgtEl>
                                        <p:attrNameLst>
                                          <p:attrName>ppt_x</p:attrName>
                                        </p:attrNameLst>
                                      </p:cBhvr>
                                      <p:tavLst>
                                        <p:tav tm="0">
                                          <p:val>
                                            <p:strVal val="#ppt_x"/>
                                          </p:val>
                                        </p:tav>
                                        <p:tav tm="50000">
                                          <p:val>
                                            <p:strVal val="#ppt_x+.1"/>
                                          </p:val>
                                        </p:tav>
                                        <p:tav tm="100000">
                                          <p:val>
                                            <p:strVal val="#ppt_x"/>
                                          </p:val>
                                        </p:tav>
                                      </p:tavLst>
                                    </p:anim>
                                    <p:anim calcmode="lin" valueType="num">
                                      <p:cBhvr>
                                        <p:cTn id="43" dur="500" fill="hold"/>
                                        <p:tgtEl>
                                          <p:spTgt spid="272387">
                                            <p:txEl>
                                              <p:pRg st="5" end="5"/>
                                            </p:txEl>
                                          </p:spTgt>
                                        </p:tgtEl>
                                        <p:attrNameLst>
                                          <p:attrName>ppt_y</p:attrName>
                                        </p:attrNameLst>
                                      </p:cBhvr>
                                      <p:tavLst>
                                        <p:tav tm="0">
                                          <p:val>
                                            <p:strVal val="#ppt_y"/>
                                          </p:val>
                                        </p:tav>
                                        <p:tav tm="100000">
                                          <p:val>
                                            <p:strVal val="#ppt_y"/>
                                          </p:val>
                                        </p:tav>
                                      </p:tavLst>
                                    </p:anim>
                                    <p:anim calcmode="lin" valueType="num">
                                      <p:cBhvr>
                                        <p:cTn id="44" dur="500" fill="hold"/>
                                        <p:tgtEl>
                                          <p:spTgt spid="272387">
                                            <p:txEl>
                                              <p:pRg st="5" end="5"/>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45" dur="500" fill="hold"/>
                                        <p:tgtEl>
                                          <p:spTgt spid="272387">
                                            <p:txEl>
                                              <p:pRg st="5" end="5"/>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46" dur="500" tmFilter="0,0; .5, 1; 1, 1"/>
                                        <p:tgtEl>
                                          <p:spTgt spid="272387">
                                            <p:txEl>
                                              <p:pRg st="5" end="5"/>
                                            </p:txEl>
                                          </p:spTgt>
                                        </p:tgtEl>
                                      </p:cBhvr>
                                    </p:animEffect>
                                  </p:childTnLst>
                                </p:cTn>
                              </p:par>
                              <p:par>
                                <p:cTn id="47" presetID="41" presetClass="entr" presetSubtype="0" fill="hold" nodeType="withEffect">
                                  <p:stCondLst>
                                    <p:cond delay="0"/>
                                  </p:stCondLst>
                                  <p:iterate type="lt">
                                    <p:tmPct val="10000"/>
                                  </p:iterate>
                                  <p:childTnLst>
                                    <p:set>
                                      <p:cBhvr>
                                        <p:cTn id="48" dur="1" fill="hold">
                                          <p:stCondLst>
                                            <p:cond delay="0"/>
                                          </p:stCondLst>
                                        </p:cTn>
                                        <p:tgtEl>
                                          <p:spTgt spid="272387">
                                            <p:txEl>
                                              <p:pRg st="6" end="6"/>
                                            </p:txEl>
                                          </p:spTgt>
                                        </p:tgtEl>
                                        <p:attrNameLst>
                                          <p:attrName>style.visibility</p:attrName>
                                        </p:attrNameLst>
                                      </p:cBhvr>
                                      <p:to>
                                        <p:strVal val="visible"/>
                                      </p:to>
                                    </p:set>
                                    <p:anim calcmode="lin" valueType="num">
                                      <p:cBhvr>
                                        <p:cTn id="49" dur="500" fill="hold"/>
                                        <p:tgtEl>
                                          <p:spTgt spid="272387">
                                            <p:txEl>
                                              <p:pRg st="6" end="6"/>
                                            </p:txEl>
                                          </p:spTgt>
                                        </p:tgtEl>
                                        <p:attrNameLst>
                                          <p:attrName>ppt_x</p:attrName>
                                        </p:attrNameLst>
                                      </p:cBhvr>
                                      <p:tavLst>
                                        <p:tav tm="0">
                                          <p:val>
                                            <p:strVal val="#ppt_x"/>
                                          </p:val>
                                        </p:tav>
                                        <p:tav tm="50000">
                                          <p:val>
                                            <p:strVal val="#ppt_x+.1"/>
                                          </p:val>
                                        </p:tav>
                                        <p:tav tm="100000">
                                          <p:val>
                                            <p:strVal val="#ppt_x"/>
                                          </p:val>
                                        </p:tav>
                                      </p:tavLst>
                                    </p:anim>
                                    <p:anim calcmode="lin" valueType="num">
                                      <p:cBhvr>
                                        <p:cTn id="50" dur="500" fill="hold"/>
                                        <p:tgtEl>
                                          <p:spTgt spid="272387">
                                            <p:txEl>
                                              <p:pRg st="6" end="6"/>
                                            </p:txEl>
                                          </p:spTgt>
                                        </p:tgtEl>
                                        <p:attrNameLst>
                                          <p:attrName>ppt_y</p:attrName>
                                        </p:attrNameLst>
                                      </p:cBhvr>
                                      <p:tavLst>
                                        <p:tav tm="0">
                                          <p:val>
                                            <p:strVal val="#ppt_y"/>
                                          </p:val>
                                        </p:tav>
                                        <p:tav tm="100000">
                                          <p:val>
                                            <p:strVal val="#ppt_y"/>
                                          </p:val>
                                        </p:tav>
                                      </p:tavLst>
                                    </p:anim>
                                    <p:anim calcmode="lin" valueType="num">
                                      <p:cBhvr>
                                        <p:cTn id="51" dur="500" fill="hold"/>
                                        <p:tgtEl>
                                          <p:spTgt spid="272387">
                                            <p:txEl>
                                              <p:pRg st="6" end="6"/>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52" dur="500" fill="hold"/>
                                        <p:tgtEl>
                                          <p:spTgt spid="272387">
                                            <p:txEl>
                                              <p:pRg st="6" end="6"/>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53" dur="500" tmFilter="0,0; .5, 1; 1, 1"/>
                                        <p:tgtEl>
                                          <p:spTgt spid="272387">
                                            <p:txEl>
                                              <p:pRg st="6" end="6"/>
                                            </p:txEl>
                                          </p:spTgt>
                                        </p:tgtEl>
                                      </p:cBhvr>
                                    </p:animEffect>
                                  </p:childTnLst>
                                </p:cTn>
                              </p:par>
                              <p:par>
                                <p:cTn id="54" presetID="41" presetClass="entr" presetSubtype="0" fill="hold" nodeType="withEffect">
                                  <p:stCondLst>
                                    <p:cond delay="0"/>
                                  </p:stCondLst>
                                  <p:iterate type="lt">
                                    <p:tmPct val="10000"/>
                                  </p:iterate>
                                  <p:childTnLst>
                                    <p:set>
                                      <p:cBhvr>
                                        <p:cTn id="55" dur="1" fill="hold">
                                          <p:stCondLst>
                                            <p:cond delay="0"/>
                                          </p:stCondLst>
                                        </p:cTn>
                                        <p:tgtEl>
                                          <p:spTgt spid="272387">
                                            <p:txEl>
                                              <p:pRg st="7" end="7"/>
                                            </p:txEl>
                                          </p:spTgt>
                                        </p:tgtEl>
                                        <p:attrNameLst>
                                          <p:attrName>style.visibility</p:attrName>
                                        </p:attrNameLst>
                                      </p:cBhvr>
                                      <p:to>
                                        <p:strVal val="visible"/>
                                      </p:to>
                                    </p:set>
                                    <p:anim calcmode="lin" valueType="num">
                                      <p:cBhvr>
                                        <p:cTn id="56" dur="500" fill="hold"/>
                                        <p:tgtEl>
                                          <p:spTgt spid="272387">
                                            <p:txEl>
                                              <p:pRg st="7" end="7"/>
                                            </p:txEl>
                                          </p:spTgt>
                                        </p:tgtEl>
                                        <p:attrNameLst>
                                          <p:attrName>ppt_x</p:attrName>
                                        </p:attrNameLst>
                                      </p:cBhvr>
                                      <p:tavLst>
                                        <p:tav tm="0">
                                          <p:val>
                                            <p:strVal val="#ppt_x"/>
                                          </p:val>
                                        </p:tav>
                                        <p:tav tm="50000">
                                          <p:val>
                                            <p:strVal val="#ppt_x+.1"/>
                                          </p:val>
                                        </p:tav>
                                        <p:tav tm="100000">
                                          <p:val>
                                            <p:strVal val="#ppt_x"/>
                                          </p:val>
                                        </p:tav>
                                      </p:tavLst>
                                    </p:anim>
                                    <p:anim calcmode="lin" valueType="num">
                                      <p:cBhvr>
                                        <p:cTn id="57" dur="500" fill="hold"/>
                                        <p:tgtEl>
                                          <p:spTgt spid="272387">
                                            <p:txEl>
                                              <p:pRg st="7" end="7"/>
                                            </p:txEl>
                                          </p:spTgt>
                                        </p:tgtEl>
                                        <p:attrNameLst>
                                          <p:attrName>ppt_y</p:attrName>
                                        </p:attrNameLst>
                                      </p:cBhvr>
                                      <p:tavLst>
                                        <p:tav tm="0">
                                          <p:val>
                                            <p:strVal val="#ppt_y"/>
                                          </p:val>
                                        </p:tav>
                                        <p:tav tm="100000">
                                          <p:val>
                                            <p:strVal val="#ppt_y"/>
                                          </p:val>
                                        </p:tav>
                                      </p:tavLst>
                                    </p:anim>
                                    <p:anim calcmode="lin" valueType="num">
                                      <p:cBhvr>
                                        <p:cTn id="58" dur="500" fill="hold"/>
                                        <p:tgtEl>
                                          <p:spTgt spid="272387">
                                            <p:txEl>
                                              <p:pRg st="7" end="7"/>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59" dur="500" fill="hold"/>
                                        <p:tgtEl>
                                          <p:spTgt spid="272387">
                                            <p:txEl>
                                              <p:pRg st="7" end="7"/>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60" dur="500" tmFilter="0,0; .5, 1; 1, 1"/>
                                        <p:tgtEl>
                                          <p:spTgt spid="272387">
                                            <p:txEl>
                                              <p:pRg st="7" end="7"/>
                                            </p:txEl>
                                          </p:spTgt>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1" presetClass="entr" presetSubtype="4" fill="hold" nodeType="clickEffect">
                                  <p:stCondLst>
                                    <p:cond delay="0"/>
                                  </p:stCondLst>
                                  <p:childTnLst>
                                    <p:set>
                                      <p:cBhvr>
                                        <p:cTn id="64" dur="1" fill="hold">
                                          <p:stCondLst>
                                            <p:cond delay="0"/>
                                          </p:stCondLst>
                                        </p:cTn>
                                        <p:tgtEl>
                                          <p:spTgt spid="272389"/>
                                        </p:tgtEl>
                                        <p:attrNameLst>
                                          <p:attrName>style.visibility</p:attrName>
                                        </p:attrNameLst>
                                      </p:cBhvr>
                                      <p:to>
                                        <p:strVal val="visible"/>
                                      </p:to>
                                    </p:set>
                                    <p:animEffect transition="in" filter="wheel(4)">
                                      <p:cBhvr>
                                        <p:cTn id="65" dur="2000"/>
                                        <p:tgtEl>
                                          <p:spTgt spid="2723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5">
            <a:extLst>
              <a:ext uri="{FF2B5EF4-FFF2-40B4-BE49-F238E27FC236}">
                <a16:creationId xmlns:a16="http://schemas.microsoft.com/office/drawing/2014/main" id="{8B35FB58-8C95-EE45-EA21-58C03355DADE}"/>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886545C0-5A72-44D0-8D7A-E4216B4A2B15}" type="slidenum">
              <a:rPr lang="en-US" altLang="vi-VN" sz="1000">
                <a:latin typeface="Verdana" panose="020B0604030504040204" pitchFamily="34" charset="0"/>
              </a:rPr>
              <a:pPr algn="r" eaLnBrk="1" hangingPunct="1">
                <a:spcBef>
                  <a:spcPct val="0"/>
                </a:spcBef>
                <a:buFontTx/>
                <a:buNone/>
              </a:pPr>
              <a:t>3</a:t>
            </a:fld>
            <a:endParaRPr lang="en-US" altLang="vi-VN" sz="1000">
              <a:latin typeface="Verdana" panose="020B0604030504040204" pitchFamily="34" charset="0"/>
            </a:endParaRPr>
          </a:p>
        </p:txBody>
      </p:sp>
      <p:sp>
        <p:nvSpPr>
          <p:cNvPr id="18435" name="Rectangle 2">
            <a:extLst>
              <a:ext uri="{FF2B5EF4-FFF2-40B4-BE49-F238E27FC236}">
                <a16:creationId xmlns:a16="http://schemas.microsoft.com/office/drawing/2014/main" id="{CEACEC6E-4172-09A7-7341-04BD5C5B1C4F}"/>
              </a:ext>
            </a:extLst>
          </p:cNvPr>
          <p:cNvSpPr>
            <a:spLocks noGrp="1" noChangeArrowheads="1"/>
          </p:cNvSpPr>
          <p:nvPr>
            <p:ph type="title" idx="4294967295"/>
          </p:nvPr>
        </p:nvSpPr>
        <p:spPr>
          <a:xfrm>
            <a:off x="1143000" y="228600"/>
            <a:ext cx="7315200" cy="534988"/>
          </a:xfrm>
        </p:spPr>
        <p:txBody>
          <a:bodyPr anchor="b"/>
          <a:lstStyle/>
          <a:p>
            <a:pPr eaLnBrk="1" hangingPunct="1"/>
            <a:r>
              <a:rPr lang="en-US" altLang="vi-VN" sz="2800" b="1">
                <a:solidFill>
                  <a:srgbClr val="FF0000"/>
                </a:solidFill>
                <a:latin typeface="Times New Roman" panose="02020603050405020304" pitchFamily="18" charset="0"/>
              </a:rPr>
              <a:t>II. MÀN HÌNH CỦA MICROSOFT EXCEL</a:t>
            </a:r>
          </a:p>
        </p:txBody>
      </p:sp>
      <p:pic>
        <p:nvPicPr>
          <p:cNvPr id="18436" name="Picture 1">
            <a:extLst>
              <a:ext uri="{FF2B5EF4-FFF2-40B4-BE49-F238E27FC236}">
                <a16:creationId xmlns:a16="http://schemas.microsoft.com/office/drawing/2014/main" id="{A1947CD8-346F-83CD-306F-243899C020B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519238"/>
            <a:ext cx="8450263" cy="47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599A4776-24D8-FB28-EB34-E7779E73D0A1}"/>
              </a:ext>
            </a:extLst>
          </p:cNvPr>
          <p:cNvSpPr>
            <a:spLocks noGrp="1"/>
          </p:cNvSpPr>
          <p:nvPr>
            <p:ph type="title"/>
          </p:nvPr>
        </p:nvSpPr>
        <p:spPr>
          <a:xfrm>
            <a:off x="1219200" y="228600"/>
            <a:ext cx="7239000" cy="533400"/>
          </a:xfrm>
        </p:spPr>
        <p:txBody>
          <a:bodyPr/>
          <a:lstStyle/>
          <a:p>
            <a:r>
              <a:rPr lang="en-US" altLang="vi-VN" sz="2800" b="1">
                <a:solidFill>
                  <a:srgbClr val="FF0000"/>
                </a:solidFill>
                <a:latin typeface="Times New Roman" panose="02020603050405020304" pitchFamily="18" charset="0"/>
              </a:rPr>
              <a:t>II. MÀN HÌNH CỦA MICROSOFT EXCEL</a:t>
            </a:r>
            <a:endParaRPr lang="en-US" altLang="en-US" sz="2800"/>
          </a:p>
        </p:txBody>
      </p:sp>
      <p:sp>
        <p:nvSpPr>
          <p:cNvPr id="19459" name="Footer Placeholder 3">
            <a:extLst>
              <a:ext uri="{FF2B5EF4-FFF2-40B4-BE49-F238E27FC236}">
                <a16:creationId xmlns:a16="http://schemas.microsoft.com/office/drawing/2014/main" id="{3A571F15-14F6-D4D9-B50C-D8C7DC303B33}"/>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FontTx/>
              <a:buNone/>
            </a:pPr>
            <a:r>
              <a:rPr lang="en-US" altLang="en-US" sz="1400">
                <a:solidFill>
                  <a:schemeClr val="accent1"/>
                </a:solidFill>
              </a:rPr>
              <a:t>Tin học đại cương</a:t>
            </a:r>
          </a:p>
        </p:txBody>
      </p:sp>
      <p:pic>
        <p:nvPicPr>
          <p:cNvPr id="19460" name="Picture 4">
            <a:extLst>
              <a:ext uri="{FF2B5EF4-FFF2-40B4-BE49-F238E27FC236}">
                <a16:creationId xmlns:a16="http://schemas.microsoft.com/office/drawing/2014/main" id="{305FFAF1-DD57-828D-394A-2581B1A51F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295400"/>
            <a:ext cx="85344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a:extLst>
              <a:ext uri="{FF2B5EF4-FFF2-40B4-BE49-F238E27FC236}">
                <a16:creationId xmlns:a16="http://schemas.microsoft.com/office/drawing/2014/main" id="{89214D1E-7269-EF61-594D-4578AA1473D1}"/>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F63161B4-D427-4DBD-A1B1-1C232B2BB9D6}" type="slidenum">
              <a:rPr lang="en-US" altLang="vi-VN" sz="1000">
                <a:latin typeface="Verdana" panose="020B0604030504040204" pitchFamily="34" charset="0"/>
              </a:rPr>
              <a:pPr algn="r" eaLnBrk="1" hangingPunct="1">
                <a:spcBef>
                  <a:spcPct val="0"/>
                </a:spcBef>
                <a:buFontTx/>
                <a:buNone/>
              </a:pPr>
              <a:t>5</a:t>
            </a:fld>
            <a:endParaRPr lang="en-US" altLang="vi-VN" sz="1000">
              <a:latin typeface="Verdana" panose="020B0604030504040204" pitchFamily="34" charset="0"/>
            </a:endParaRPr>
          </a:p>
        </p:txBody>
      </p:sp>
      <p:sp>
        <p:nvSpPr>
          <p:cNvPr id="20483" name="Rectangle 2">
            <a:extLst>
              <a:ext uri="{FF2B5EF4-FFF2-40B4-BE49-F238E27FC236}">
                <a16:creationId xmlns:a16="http://schemas.microsoft.com/office/drawing/2014/main" id="{DCFD363B-4799-6A0A-7B7D-951B3B4344D5}"/>
              </a:ext>
            </a:extLst>
          </p:cNvPr>
          <p:cNvSpPr>
            <a:spLocks noGrp="1" noChangeArrowheads="1"/>
          </p:cNvSpPr>
          <p:nvPr>
            <p:ph type="title" idx="4294967295"/>
          </p:nvPr>
        </p:nvSpPr>
        <p:spPr>
          <a:xfrm>
            <a:off x="381000" y="228600"/>
            <a:ext cx="8763000" cy="533400"/>
          </a:xfrm>
        </p:spPr>
        <p:txBody>
          <a:bodyPr anchor="b"/>
          <a:lstStyle/>
          <a:p>
            <a:pPr eaLnBrk="1" hangingPunct="1"/>
            <a:r>
              <a:rPr lang="en-US" altLang="vi-VN" sz="2800" b="1">
                <a:solidFill>
                  <a:srgbClr val="FF0000"/>
                </a:solidFill>
                <a:latin typeface="Times New Roman" panose="02020603050405020304" pitchFamily="18" charset="0"/>
              </a:rPr>
              <a:t>II. MÀN HÌNH CỦA MICROSOFT EXCEL (tt)</a:t>
            </a:r>
          </a:p>
        </p:txBody>
      </p:sp>
      <p:sp>
        <p:nvSpPr>
          <p:cNvPr id="274435" name="Rectangle 3">
            <a:extLst>
              <a:ext uri="{FF2B5EF4-FFF2-40B4-BE49-F238E27FC236}">
                <a16:creationId xmlns:a16="http://schemas.microsoft.com/office/drawing/2014/main" id="{CD2C114D-1D12-406A-20A2-796847387F17}"/>
              </a:ext>
            </a:extLst>
          </p:cNvPr>
          <p:cNvSpPr>
            <a:spLocks noGrp="1" noChangeArrowheads="1"/>
          </p:cNvSpPr>
          <p:nvPr>
            <p:ph type="body" idx="4294967295"/>
          </p:nvPr>
        </p:nvSpPr>
        <p:spPr>
          <a:xfrm>
            <a:off x="571500" y="1282700"/>
            <a:ext cx="8382000" cy="4495800"/>
          </a:xfrm>
        </p:spPr>
        <p:txBody>
          <a:bodyPr/>
          <a:lstStyle/>
          <a:p>
            <a:pPr>
              <a:defRPr/>
            </a:pPr>
            <a:r>
              <a:rPr lang="vi-VN" sz="2800" b="1" dirty="0"/>
              <a:t>Workbook</a:t>
            </a:r>
            <a:r>
              <a:rPr lang="vi-VN" sz="2800" dirty="0"/>
              <a:t>: là một file dữ liệu có nhiều bảng tính(worksheet)</a:t>
            </a:r>
            <a:endParaRPr lang="en-US" sz="2800" dirty="0"/>
          </a:p>
          <a:p>
            <a:pPr>
              <a:defRPr/>
            </a:pPr>
            <a:r>
              <a:rPr lang="vi-VN" sz="2800" b="1" dirty="0"/>
              <a:t>Worksheet</a:t>
            </a:r>
            <a:r>
              <a:rPr lang="vi-VN" sz="2800" dirty="0"/>
              <a:t>(còn gọi là sheet): là một </a:t>
            </a:r>
            <a:r>
              <a:rPr lang="en-US" sz="2800"/>
              <a:t>trang</a:t>
            </a:r>
            <a:r>
              <a:rPr lang="vi-VN" sz="2800"/>
              <a:t> </a:t>
            </a:r>
            <a:r>
              <a:rPr lang="vi-VN" sz="2800" dirty="0"/>
              <a:t>tính, số dòng hiện tại của một worksheet là 1,048,576 và số cột là16,384.</a:t>
            </a:r>
            <a:endParaRPr lang="en-US" sz="2800" dirty="0"/>
          </a:p>
          <a:p>
            <a:pPr>
              <a:defRPr/>
            </a:pPr>
            <a:r>
              <a:rPr lang="vi-VN" sz="2800" b="1" dirty="0"/>
              <a:t>Chart sheet</a:t>
            </a:r>
            <a:r>
              <a:rPr lang="vi-VN" sz="2800" dirty="0"/>
              <a:t>: là sheet chứa đồ thị.</a:t>
            </a:r>
            <a:endParaRPr lang="en-US" sz="2800" dirty="0"/>
          </a:p>
          <a:p>
            <a:pPr>
              <a:defRPr/>
            </a:pPr>
            <a:r>
              <a:rPr lang="vi-VN" sz="2800" b="1" dirty="0"/>
              <a:t>Ribbon</a:t>
            </a:r>
            <a:r>
              <a:rPr lang="vi-VN" sz="2800" dirty="0"/>
              <a:t>: </a:t>
            </a:r>
            <a:r>
              <a:rPr lang="en-US" sz="2800" dirty="0" err="1"/>
              <a:t>Nhóm</a:t>
            </a:r>
            <a:r>
              <a:rPr lang="vi-VN" sz="2800" dirty="0"/>
              <a:t> các lệnh trên menu truyền thống thành các cụm lệnh để dễ dàng truy cập trên màn hình. Có các nhóm Ribbon chính: HOME, INSERT, PAGE LAYOUT, FORMULAS, DATA, REVIEW, VIEW.</a:t>
            </a:r>
            <a:endParaRPr lang="en-US" sz="2800" dirty="0"/>
          </a:p>
          <a:p>
            <a:pPr marL="285750" indent="-285750" eaLnBrk="1" hangingPunct="1">
              <a:defRPr/>
            </a:pPr>
            <a:endParaRPr lang="en-US" altLang="vi-VN" sz="28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274435">
                                            <p:txEl>
                                              <p:pRg st="0" end="0"/>
                                            </p:txEl>
                                          </p:spTgt>
                                        </p:tgtEl>
                                        <p:attrNameLst>
                                          <p:attrName>style.visibility</p:attrName>
                                        </p:attrNameLst>
                                      </p:cBhvr>
                                      <p:to>
                                        <p:strVal val="visible"/>
                                      </p:to>
                                    </p:set>
                                    <p:anim calcmode="lin" valueType="num">
                                      <p:cBhvr>
                                        <p:cTn id="7" dur="500" fill="hold"/>
                                        <p:tgtEl>
                                          <p:spTgt spid="274435">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74435">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274435">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74435">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74435">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1" presetClass="entr" presetSubtype="0" fill="hold" nodeType="clickEffect">
                                  <p:stCondLst>
                                    <p:cond delay="0"/>
                                  </p:stCondLst>
                                  <p:iterate type="lt">
                                    <p:tmPct val="10000"/>
                                  </p:iterate>
                                  <p:childTnLst>
                                    <p:set>
                                      <p:cBhvr>
                                        <p:cTn id="15" dur="1" fill="hold">
                                          <p:stCondLst>
                                            <p:cond delay="0"/>
                                          </p:stCondLst>
                                        </p:cTn>
                                        <p:tgtEl>
                                          <p:spTgt spid="274435">
                                            <p:txEl>
                                              <p:pRg st="1" end="1"/>
                                            </p:txEl>
                                          </p:spTgt>
                                        </p:tgtEl>
                                        <p:attrNameLst>
                                          <p:attrName>style.visibility</p:attrName>
                                        </p:attrNameLst>
                                      </p:cBhvr>
                                      <p:to>
                                        <p:strVal val="visible"/>
                                      </p:to>
                                    </p:set>
                                    <p:anim calcmode="lin" valueType="num">
                                      <p:cBhvr>
                                        <p:cTn id="16" dur="500" fill="hold"/>
                                        <p:tgtEl>
                                          <p:spTgt spid="274435">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274435">
                                            <p:txEl>
                                              <p:pRg st="1" end="1"/>
                                            </p:txEl>
                                          </p:spTgt>
                                        </p:tgtEl>
                                        <p:attrNameLst>
                                          <p:attrName>ppt_y</p:attrName>
                                        </p:attrNameLst>
                                      </p:cBhvr>
                                      <p:tavLst>
                                        <p:tav tm="0">
                                          <p:val>
                                            <p:strVal val="#ppt_y"/>
                                          </p:val>
                                        </p:tav>
                                        <p:tav tm="100000">
                                          <p:val>
                                            <p:strVal val="#ppt_y"/>
                                          </p:val>
                                        </p:tav>
                                      </p:tavLst>
                                    </p:anim>
                                    <p:anim calcmode="lin" valueType="num">
                                      <p:cBhvr>
                                        <p:cTn id="18" dur="500" fill="hold"/>
                                        <p:tgtEl>
                                          <p:spTgt spid="274435">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274435">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274435">
                                            <p:txEl>
                                              <p:pRg st="1" end="1"/>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1" presetClass="entr" presetSubtype="0" fill="hold" nodeType="clickEffect">
                                  <p:stCondLst>
                                    <p:cond delay="0"/>
                                  </p:stCondLst>
                                  <p:iterate type="lt">
                                    <p:tmPct val="10000"/>
                                  </p:iterate>
                                  <p:childTnLst>
                                    <p:set>
                                      <p:cBhvr>
                                        <p:cTn id="24" dur="1" fill="hold">
                                          <p:stCondLst>
                                            <p:cond delay="0"/>
                                          </p:stCondLst>
                                        </p:cTn>
                                        <p:tgtEl>
                                          <p:spTgt spid="274435">
                                            <p:txEl>
                                              <p:pRg st="2" end="2"/>
                                            </p:txEl>
                                          </p:spTgt>
                                        </p:tgtEl>
                                        <p:attrNameLst>
                                          <p:attrName>style.visibility</p:attrName>
                                        </p:attrNameLst>
                                      </p:cBhvr>
                                      <p:to>
                                        <p:strVal val="visible"/>
                                      </p:to>
                                    </p:set>
                                    <p:anim calcmode="lin" valueType="num">
                                      <p:cBhvr>
                                        <p:cTn id="25" dur="500" fill="hold"/>
                                        <p:tgtEl>
                                          <p:spTgt spid="274435">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26" dur="500" fill="hold"/>
                                        <p:tgtEl>
                                          <p:spTgt spid="274435">
                                            <p:txEl>
                                              <p:pRg st="2" end="2"/>
                                            </p:txEl>
                                          </p:spTgt>
                                        </p:tgtEl>
                                        <p:attrNameLst>
                                          <p:attrName>ppt_y</p:attrName>
                                        </p:attrNameLst>
                                      </p:cBhvr>
                                      <p:tavLst>
                                        <p:tav tm="0">
                                          <p:val>
                                            <p:strVal val="#ppt_y"/>
                                          </p:val>
                                        </p:tav>
                                        <p:tav tm="100000">
                                          <p:val>
                                            <p:strVal val="#ppt_y"/>
                                          </p:val>
                                        </p:tav>
                                      </p:tavLst>
                                    </p:anim>
                                    <p:anim calcmode="lin" valueType="num">
                                      <p:cBhvr>
                                        <p:cTn id="27" dur="500" fill="hold"/>
                                        <p:tgtEl>
                                          <p:spTgt spid="274435">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8" dur="500" fill="hold"/>
                                        <p:tgtEl>
                                          <p:spTgt spid="274435">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9" dur="500" tmFilter="0,0; .5, 1; 1, 1"/>
                                        <p:tgtEl>
                                          <p:spTgt spid="274435">
                                            <p:txEl>
                                              <p:pRg st="2" end="2"/>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41" presetClass="entr" presetSubtype="0" fill="hold" nodeType="clickEffect">
                                  <p:stCondLst>
                                    <p:cond delay="0"/>
                                  </p:stCondLst>
                                  <p:iterate type="lt">
                                    <p:tmPct val="10000"/>
                                  </p:iterate>
                                  <p:childTnLst>
                                    <p:set>
                                      <p:cBhvr>
                                        <p:cTn id="33" dur="1" fill="hold">
                                          <p:stCondLst>
                                            <p:cond delay="0"/>
                                          </p:stCondLst>
                                        </p:cTn>
                                        <p:tgtEl>
                                          <p:spTgt spid="274435">
                                            <p:txEl>
                                              <p:pRg st="3" end="3"/>
                                            </p:txEl>
                                          </p:spTgt>
                                        </p:tgtEl>
                                        <p:attrNameLst>
                                          <p:attrName>style.visibility</p:attrName>
                                        </p:attrNameLst>
                                      </p:cBhvr>
                                      <p:to>
                                        <p:strVal val="visible"/>
                                      </p:to>
                                    </p:set>
                                    <p:anim calcmode="lin" valueType="num">
                                      <p:cBhvr>
                                        <p:cTn id="34" dur="500" fill="hold"/>
                                        <p:tgtEl>
                                          <p:spTgt spid="274435">
                                            <p:txEl>
                                              <p:pRg st="3" end="3"/>
                                            </p:txEl>
                                          </p:spTgt>
                                        </p:tgtEl>
                                        <p:attrNameLst>
                                          <p:attrName>ppt_x</p:attrName>
                                        </p:attrNameLst>
                                      </p:cBhvr>
                                      <p:tavLst>
                                        <p:tav tm="0">
                                          <p:val>
                                            <p:strVal val="#ppt_x"/>
                                          </p:val>
                                        </p:tav>
                                        <p:tav tm="50000">
                                          <p:val>
                                            <p:strVal val="#ppt_x+.1"/>
                                          </p:val>
                                        </p:tav>
                                        <p:tav tm="100000">
                                          <p:val>
                                            <p:strVal val="#ppt_x"/>
                                          </p:val>
                                        </p:tav>
                                      </p:tavLst>
                                    </p:anim>
                                    <p:anim calcmode="lin" valueType="num">
                                      <p:cBhvr>
                                        <p:cTn id="35" dur="500" fill="hold"/>
                                        <p:tgtEl>
                                          <p:spTgt spid="274435">
                                            <p:txEl>
                                              <p:pRg st="3" end="3"/>
                                            </p:txEl>
                                          </p:spTgt>
                                        </p:tgtEl>
                                        <p:attrNameLst>
                                          <p:attrName>ppt_y</p:attrName>
                                        </p:attrNameLst>
                                      </p:cBhvr>
                                      <p:tavLst>
                                        <p:tav tm="0">
                                          <p:val>
                                            <p:strVal val="#ppt_y"/>
                                          </p:val>
                                        </p:tav>
                                        <p:tav tm="100000">
                                          <p:val>
                                            <p:strVal val="#ppt_y"/>
                                          </p:val>
                                        </p:tav>
                                      </p:tavLst>
                                    </p:anim>
                                    <p:anim calcmode="lin" valueType="num">
                                      <p:cBhvr>
                                        <p:cTn id="36" dur="500" fill="hold"/>
                                        <p:tgtEl>
                                          <p:spTgt spid="274435">
                                            <p:txEl>
                                              <p:pRg st="3" end="3"/>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7" dur="500" fill="hold"/>
                                        <p:tgtEl>
                                          <p:spTgt spid="274435">
                                            <p:txEl>
                                              <p:pRg st="3" end="3"/>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8" dur="500" tmFilter="0,0; .5, 1; 1, 1"/>
                                        <p:tgtEl>
                                          <p:spTgt spid="27443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5">
            <a:extLst>
              <a:ext uri="{FF2B5EF4-FFF2-40B4-BE49-F238E27FC236}">
                <a16:creationId xmlns:a16="http://schemas.microsoft.com/office/drawing/2014/main" id="{BE42450B-3F6E-7C97-0C9B-923BCC485037}"/>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456C450F-5F6E-455D-8D8E-3A7D34CEAB0F}" type="slidenum">
              <a:rPr lang="en-US" altLang="vi-VN" sz="1000">
                <a:latin typeface="Verdana" panose="020B0604030504040204" pitchFamily="34" charset="0"/>
              </a:rPr>
              <a:pPr algn="r" eaLnBrk="1" hangingPunct="1">
                <a:spcBef>
                  <a:spcPct val="0"/>
                </a:spcBef>
                <a:buFontTx/>
                <a:buNone/>
              </a:pPr>
              <a:t>6</a:t>
            </a:fld>
            <a:endParaRPr lang="en-US" altLang="vi-VN" sz="1000">
              <a:latin typeface="Verdana" panose="020B0604030504040204" pitchFamily="34" charset="0"/>
            </a:endParaRPr>
          </a:p>
        </p:txBody>
      </p:sp>
      <p:sp>
        <p:nvSpPr>
          <p:cNvPr id="21507" name="Rectangle 2">
            <a:extLst>
              <a:ext uri="{FF2B5EF4-FFF2-40B4-BE49-F238E27FC236}">
                <a16:creationId xmlns:a16="http://schemas.microsoft.com/office/drawing/2014/main" id="{AB09B05C-03C8-440E-9AB9-98D71F61AAC5}"/>
              </a:ext>
            </a:extLst>
          </p:cNvPr>
          <p:cNvSpPr>
            <a:spLocks noGrp="1" noChangeArrowheads="1"/>
          </p:cNvSpPr>
          <p:nvPr>
            <p:ph type="title" idx="4294967295"/>
          </p:nvPr>
        </p:nvSpPr>
        <p:spPr>
          <a:xfrm>
            <a:off x="381000" y="228600"/>
            <a:ext cx="8763000" cy="533400"/>
          </a:xfrm>
        </p:spPr>
        <p:txBody>
          <a:bodyPr anchor="b"/>
          <a:lstStyle/>
          <a:p>
            <a:pPr eaLnBrk="1" hangingPunct="1"/>
            <a:r>
              <a:rPr lang="en-US" altLang="vi-VN" sz="2800" b="1">
                <a:solidFill>
                  <a:srgbClr val="FF0000"/>
                </a:solidFill>
                <a:latin typeface="Times New Roman" panose="02020603050405020304" pitchFamily="18" charset="0"/>
              </a:rPr>
              <a:t>II. MÀN HÌNH CỦA MICROSOFT EXCEL (tt)</a:t>
            </a:r>
          </a:p>
        </p:txBody>
      </p:sp>
      <p:sp>
        <p:nvSpPr>
          <p:cNvPr id="274435" name="Rectangle 3">
            <a:extLst>
              <a:ext uri="{FF2B5EF4-FFF2-40B4-BE49-F238E27FC236}">
                <a16:creationId xmlns:a16="http://schemas.microsoft.com/office/drawing/2014/main" id="{553F7E7A-F519-F267-D388-5A3F024F626A}"/>
              </a:ext>
            </a:extLst>
          </p:cNvPr>
          <p:cNvSpPr>
            <a:spLocks noGrp="1" noChangeArrowheads="1"/>
          </p:cNvSpPr>
          <p:nvPr>
            <p:ph type="body" idx="4294967295"/>
          </p:nvPr>
        </p:nvSpPr>
        <p:spPr>
          <a:xfrm>
            <a:off x="457200" y="1828800"/>
            <a:ext cx="8382000" cy="4495800"/>
          </a:xfrm>
        </p:spPr>
        <p:txBody>
          <a:bodyPr/>
          <a:lstStyle/>
          <a:p>
            <a:pPr marL="285750" indent="-285750" algn="just" eaLnBrk="1" hangingPunct="1">
              <a:buFontTx/>
              <a:buNone/>
            </a:pPr>
            <a:r>
              <a:rPr lang="en-US" altLang="vi-VN" sz="2800" b="1">
                <a:solidFill>
                  <a:srgbClr val="FF0000"/>
                </a:solidFill>
                <a:latin typeface="Times New Roman" panose="02020603050405020304" pitchFamily="18" charset="0"/>
              </a:rPr>
              <a:t>1. Thanh công thức</a:t>
            </a:r>
            <a:r>
              <a:rPr lang="en-US" altLang="vi-VN" sz="2800">
                <a:solidFill>
                  <a:srgbClr val="FF0000"/>
                </a:solidFill>
                <a:latin typeface="Times New Roman" panose="02020603050405020304" pitchFamily="18" charset="0"/>
              </a:rPr>
              <a:t> (</a:t>
            </a:r>
            <a:r>
              <a:rPr lang="en-US" altLang="vi-VN" sz="2800" b="1">
                <a:solidFill>
                  <a:srgbClr val="FF0000"/>
                </a:solidFill>
                <a:latin typeface="Times New Roman" panose="02020603050405020304" pitchFamily="18" charset="0"/>
              </a:rPr>
              <a:t>Formula Bar</a:t>
            </a:r>
            <a:r>
              <a:rPr lang="en-US" altLang="vi-VN" sz="2800">
                <a:solidFill>
                  <a:srgbClr val="FF0000"/>
                </a:solidFill>
                <a:latin typeface="Times New Roman" panose="02020603050405020304" pitchFamily="18" charset="0"/>
              </a:rPr>
              <a:t>):</a:t>
            </a:r>
          </a:p>
          <a:p>
            <a:pPr marL="285750" indent="-285750" algn="just" eaLnBrk="1" hangingPunct="1">
              <a:buFont typeface="Wingdings" panose="05000000000000000000" pitchFamily="2" charset="2"/>
              <a:buChar char="Ø"/>
            </a:pPr>
            <a:r>
              <a:rPr lang="en-US" altLang="vi-VN" sz="2800">
                <a:latin typeface="Times New Roman" panose="02020603050405020304" pitchFamily="18" charset="0"/>
              </a:rPr>
              <a:t> Menu (</a:t>
            </a:r>
            <a:r>
              <a:rPr lang="en-US" altLang="vi-VN" sz="2800" b="1">
                <a:latin typeface="Times New Roman" panose="02020603050405020304" pitchFamily="18" charset="0"/>
              </a:rPr>
              <a:t>View \ Formula Bar</a:t>
            </a:r>
            <a:r>
              <a:rPr lang="en-US" altLang="vi-VN" sz="2800">
                <a:latin typeface="Times New Roman" panose="02020603050405020304" pitchFamily="18" charset="0"/>
              </a:rPr>
              <a:t>): Dùng để nhập dữ liệu</a:t>
            </a:r>
          </a:p>
          <a:p>
            <a:pPr marL="285750" indent="-285750" algn="just" eaLnBrk="1" hangingPunct="1">
              <a:buFont typeface="Wingdings" panose="05000000000000000000" pitchFamily="2" charset="2"/>
              <a:buNone/>
            </a:pPr>
            <a:r>
              <a:rPr lang="en-US" altLang="vi-VN" sz="2800" b="1">
                <a:solidFill>
                  <a:srgbClr val="FF0000"/>
                </a:solidFill>
                <a:latin typeface="Times New Roman" panose="02020603050405020304" pitchFamily="18" charset="0"/>
              </a:rPr>
              <a:t>2. Cửa sổ bảng tính</a:t>
            </a:r>
            <a:r>
              <a:rPr lang="en-US" altLang="vi-VN" sz="2800">
                <a:solidFill>
                  <a:srgbClr val="FF0000"/>
                </a:solidFill>
                <a:latin typeface="Times New Roman" panose="02020603050405020304" pitchFamily="18" charset="0"/>
              </a:rPr>
              <a:t> :</a:t>
            </a:r>
          </a:p>
          <a:p>
            <a:pPr marL="285750" indent="-285750" algn="just" eaLnBrk="1" hangingPunct="1">
              <a:buFont typeface="Wingdings" panose="05000000000000000000" pitchFamily="2" charset="2"/>
              <a:buChar char="Ø"/>
            </a:pPr>
            <a:r>
              <a:rPr lang="en-US" altLang="vi-VN" sz="2800">
                <a:latin typeface="Times New Roman" panose="02020603050405020304" pitchFamily="18" charset="0"/>
              </a:rPr>
              <a:t>Các </a:t>
            </a:r>
            <a:r>
              <a:rPr lang="en-US" altLang="vi-VN" sz="2800" b="1">
                <a:latin typeface="Times New Roman" panose="02020603050405020304" pitchFamily="18" charset="0"/>
              </a:rPr>
              <a:t>Sheet</a:t>
            </a:r>
            <a:r>
              <a:rPr lang="en-US" altLang="vi-VN" sz="2800">
                <a:latin typeface="Times New Roman" panose="02020603050405020304" pitchFamily="18" charset="0"/>
              </a:rPr>
              <a:t> được đặt theo tên mặc nhiên là: </a:t>
            </a:r>
            <a:r>
              <a:rPr lang="en-US" altLang="vi-VN" sz="2800" b="1">
                <a:latin typeface="Times New Roman" panose="02020603050405020304" pitchFamily="18" charset="0"/>
              </a:rPr>
              <a:t>Sheet1, Sheet2, Sheet3</a:t>
            </a:r>
            <a:r>
              <a:rPr lang="en-US" altLang="vi-VN" sz="2800">
                <a:latin typeface="Times New Roman" panose="02020603050405020304" pitchFamily="18" charset="0"/>
              </a:rPr>
              <a:t> …</a:t>
            </a:r>
          </a:p>
          <a:p>
            <a:pPr marL="285750" indent="-285750" algn="just" eaLnBrk="1" hangingPunct="1">
              <a:buFont typeface="Wingdings" panose="05000000000000000000" pitchFamily="2" charset="2"/>
              <a:buChar char="Ø"/>
            </a:pPr>
            <a:r>
              <a:rPr lang="en-US" altLang="vi-VN" sz="2800">
                <a:latin typeface="Times New Roman" panose="02020603050405020304" pitchFamily="18" charset="0"/>
              </a:rPr>
              <a:t>Có tối đa 255 </a:t>
            </a:r>
            <a:r>
              <a:rPr lang="en-US" altLang="vi-VN" sz="2800" b="1">
                <a:latin typeface="Times New Roman" panose="02020603050405020304" pitchFamily="18" charset="0"/>
              </a:rPr>
              <a:t>Sheet</a:t>
            </a:r>
          </a:p>
          <a:p>
            <a:pPr marL="285750" indent="-285750" eaLnBrk="1" hangingPunct="1"/>
            <a:endParaRPr lang="en-US" altLang="vi-VN" sz="28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274435">
                                            <p:txEl>
                                              <p:pRg st="0" end="0"/>
                                            </p:txEl>
                                          </p:spTgt>
                                        </p:tgtEl>
                                        <p:attrNameLst>
                                          <p:attrName>style.visibility</p:attrName>
                                        </p:attrNameLst>
                                      </p:cBhvr>
                                      <p:to>
                                        <p:strVal val="visible"/>
                                      </p:to>
                                    </p:set>
                                    <p:anim calcmode="lin" valueType="num">
                                      <p:cBhvr>
                                        <p:cTn id="7" dur="500" fill="hold"/>
                                        <p:tgtEl>
                                          <p:spTgt spid="274435">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74435">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274435">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74435">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74435">
                                            <p:txEl>
                                              <p:pRg st="0" end="0"/>
                                            </p:txEl>
                                          </p:spTgt>
                                        </p:tgtEl>
                                      </p:cBhvr>
                                    </p:animEffect>
                                  </p:childTnLst>
                                </p:cTn>
                              </p:par>
                              <p:par>
                                <p:cTn id="12" presetID="41" presetClass="entr" presetSubtype="0" fill="hold" nodeType="withEffect">
                                  <p:stCondLst>
                                    <p:cond delay="0"/>
                                  </p:stCondLst>
                                  <p:iterate type="lt">
                                    <p:tmPct val="10000"/>
                                  </p:iterate>
                                  <p:childTnLst>
                                    <p:set>
                                      <p:cBhvr>
                                        <p:cTn id="13" dur="1" fill="hold">
                                          <p:stCondLst>
                                            <p:cond delay="0"/>
                                          </p:stCondLst>
                                        </p:cTn>
                                        <p:tgtEl>
                                          <p:spTgt spid="274435">
                                            <p:txEl>
                                              <p:pRg st="1" end="1"/>
                                            </p:txEl>
                                          </p:spTgt>
                                        </p:tgtEl>
                                        <p:attrNameLst>
                                          <p:attrName>style.visibility</p:attrName>
                                        </p:attrNameLst>
                                      </p:cBhvr>
                                      <p:to>
                                        <p:strVal val="visible"/>
                                      </p:to>
                                    </p:set>
                                    <p:anim calcmode="lin" valueType="num">
                                      <p:cBhvr>
                                        <p:cTn id="14" dur="500" fill="hold"/>
                                        <p:tgtEl>
                                          <p:spTgt spid="274435">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15" dur="500" fill="hold"/>
                                        <p:tgtEl>
                                          <p:spTgt spid="274435">
                                            <p:txEl>
                                              <p:pRg st="1" end="1"/>
                                            </p:txEl>
                                          </p:spTgt>
                                        </p:tgtEl>
                                        <p:attrNameLst>
                                          <p:attrName>ppt_y</p:attrName>
                                        </p:attrNameLst>
                                      </p:cBhvr>
                                      <p:tavLst>
                                        <p:tav tm="0">
                                          <p:val>
                                            <p:strVal val="#ppt_y"/>
                                          </p:val>
                                        </p:tav>
                                        <p:tav tm="100000">
                                          <p:val>
                                            <p:strVal val="#ppt_y"/>
                                          </p:val>
                                        </p:tav>
                                      </p:tavLst>
                                    </p:anim>
                                    <p:anim calcmode="lin" valueType="num">
                                      <p:cBhvr>
                                        <p:cTn id="16" dur="500" fill="hold"/>
                                        <p:tgtEl>
                                          <p:spTgt spid="274435">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7" dur="500" fill="hold"/>
                                        <p:tgtEl>
                                          <p:spTgt spid="274435">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8" dur="500" tmFilter="0,0; .5, 1; 1, 1"/>
                                        <p:tgtEl>
                                          <p:spTgt spid="274435">
                                            <p:txEl>
                                              <p:pRg st="1" end="1"/>
                                            </p:txEl>
                                          </p:spTgt>
                                        </p:tgtEl>
                                      </p:cBhvr>
                                    </p:animEffect>
                                  </p:childTnLst>
                                </p:cTn>
                              </p:par>
                              <p:par>
                                <p:cTn id="19" presetID="41" presetClass="entr" presetSubtype="0" fill="hold" nodeType="withEffect">
                                  <p:stCondLst>
                                    <p:cond delay="0"/>
                                  </p:stCondLst>
                                  <p:iterate type="lt">
                                    <p:tmPct val="10000"/>
                                  </p:iterate>
                                  <p:childTnLst>
                                    <p:set>
                                      <p:cBhvr>
                                        <p:cTn id="20" dur="1" fill="hold">
                                          <p:stCondLst>
                                            <p:cond delay="0"/>
                                          </p:stCondLst>
                                        </p:cTn>
                                        <p:tgtEl>
                                          <p:spTgt spid="274435">
                                            <p:txEl>
                                              <p:pRg st="2" end="2"/>
                                            </p:txEl>
                                          </p:spTgt>
                                        </p:tgtEl>
                                        <p:attrNameLst>
                                          <p:attrName>style.visibility</p:attrName>
                                        </p:attrNameLst>
                                      </p:cBhvr>
                                      <p:to>
                                        <p:strVal val="visible"/>
                                      </p:to>
                                    </p:set>
                                    <p:anim calcmode="lin" valueType="num">
                                      <p:cBhvr>
                                        <p:cTn id="21" dur="500" fill="hold"/>
                                        <p:tgtEl>
                                          <p:spTgt spid="274435">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274435">
                                            <p:txEl>
                                              <p:pRg st="2" end="2"/>
                                            </p:txEl>
                                          </p:spTgt>
                                        </p:tgtEl>
                                        <p:attrNameLst>
                                          <p:attrName>ppt_y</p:attrName>
                                        </p:attrNameLst>
                                      </p:cBhvr>
                                      <p:tavLst>
                                        <p:tav tm="0">
                                          <p:val>
                                            <p:strVal val="#ppt_y"/>
                                          </p:val>
                                        </p:tav>
                                        <p:tav tm="100000">
                                          <p:val>
                                            <p:strVal val="#ppt_y"/>
                                          </p:val>
                                        </p:tav>
                                      </p:tavLst>
                                    </p:anim>
                                    <p:anim calcmode="lin" valueType="num">
                                      <p:cBhvr>
                                        <p:cTn id="23" dur="500" fill="hold"/>
                                        <p:tgtEl>
                                          <p:spTgt spid="274435">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274435">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274435">
                                            <p:txEl>
                                              <p:pRg st="2" end="2"/>
                                            </p:txEl>
                                          </p:spTgt>
                                        </p:tgtEl>
                                      </p:cBhvr>
                                    </p:animEffect>
                                  </p:childTnLst>
                                </p:cTn>
                              </p:par>
                              <p:par>
                                <p:cTn id="26" presetID="41" presetClass="entr" presetSubtype="0" fill="hold" nodeType="withEffect">
                                  <p:stCondLst>
                                    <p:cond delay="0"/>
                                  </p:stCondLst>
                                  <p:iterate type="lt">
                                    <p:tmPct val="10000"/>
                                  </p:iterate>
                                  <p:childTnLst>
                                    <p:set>
                                      <p:cBhvr>
                                        <p:cTn id="27" dur="1" fill="hold">
                                          <p:stCondLst>
                                            <p:cond delay="0"/>
                                          </p:stCondLst>
                                        </p:cTn>
                                        <p:tgtEl>
                                          <p:spTgt spid="274435">
                                            <p:txEl>
                                              <p:pRg st="3" end="3"/>
                                            </p:txEl>
                                          </p:spTgt>
                                        </p:tgtEl>
                                        <p:attrNameLst>
                                          <p:attrName>style.visibility</p:attrName>
                                        </p:attrNameLst>
                                      </p:cBhvr>
                                      <p:to>
                                        <p:strVal val="visible"/>
                                      </p:to>
                                    </p:set>
                                    <p:anim calcmode="lin" valueType="num">
                                      <p:cBhvr>
                                        <p:cTn id="28" dur="500" fill="hold"/>
                                        <p:tgtEl>
                                          <p:spTgt spid="274435">
                                            <p:txEl>
                                              <p:pRg st="3" end="3"/>
                                            </p:txEl>
                                          </p:spTgt>
                                        </p:tgtEl>
                                        <p:attrNameLst>
                                          <p:attrName>ppt_x</p:attrName>
                                        </p:attrNameLst>
                                      </p:cBhvr>
                                      <p:tavLst>
                                        <p:tav tm="0">
                                          <p:val>
                                            <p:strVal val="#ppt_x"/>
                                          </p:val>
                                        </p:tav>
                                        <p:tav tm="50000">
                                          <p:val>
                                            <p:strVal val="#ppt_x+.1"/>
                                          </p:val>
                                        </p:tav>
                                        <p:tav tm="100000">
                                          <p:val>
                                            <p:strVal val="#ppt_x"/>
                                          </p:val>
                                        </p:tav>
                                      </p:tavLst>
                                    </p:anim>
                                    <p:anim calcmode="lin" valueType="num">
                                      <p:cBhvr>
                                        <p:cTn id="29" dur="500" fill="hold"/>
                                        <p:tgtEl>
                                          <p:spTgt spid="274435">
                                            <p:txEl>
                                              <p:pRg st="3" end="3"/>
                                            </p:txEl>
                                          </p:spTgt>
                                        </p:tgtEl>
                                        <p:attrNameLst>
                                          <p:attrName>ppt_y</p:attrName>
                                        </p:attrNameLst>
                                      </p:cBhvr>
                                      <p:tavLst>
                                        <p:tav tm="0">
                                          <p:val>
                                            <p:strVal val="#ppt_y"/>
                                          </p:val>
                                        </p:tav>
                                        <p:tav tm="100000">
                                          <p:val>
                                            <p:strVal val="#ppt_y"/>
                                          </p:val>
                                        </p:tav>
                                      </p:tavLst>
                                    </p:anim>
                                    <p:anim calcmode="lin" valueType="num">
                                      <p:cBhvr>
                                        <p:cTn id="30" dur="500" fill="hold"/>
                                        <p:tgtEl>
                                          <p:spTgt spid="274435">
                                            <p:txEl>
                                              <p:pRg st="3" end="3"/>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1" dur="500" fill="hold"/>
                                        <p:tgtEl>
                                          <p:spTgt spid="274435">
                                            <p:txEl>
                                              <p:pRg st="3" end="3"/>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2" dur="500" tmFilter="0,0; .5, 1; 1, 1"/>
                                        <p:tgtEl>
                                          <p:spTgt spid="274435">
                                            <p:txEl>
                                              <p:pRg st="3" end="3"/>
                                            </p:txEl>
                                          </p:spTgt>
                                        </p:tgtEl>
                                      </p:cBhvr>
                                    </p:animEffect>
                                  </p:childTnLst>
                                </p:cTn>
                              </p:par>
                              <p:par>
                                <p:cTn id="33" presetID="41" presetClass="entr" presetSubtype="0" fill="hold" nodeType="withEffect">
                                  <p:stCondLst>
                                    <p:cond delay="0"/>
                                  </p:stCondLst>
                                  <p:iterate type="lt">
                                    <p:tmPct val="10000"/>
                                  </p:iterate>
                                  <p:childTnLst>
                                    <p:set>
                                      <p:cBhvr>
                                        <p:cTn id="34" dur="1" fill="hold">
                                          <p:stCondLst>
                                            <p:cond delay="0"/>
                                          </p:stCondLst>
                                        </p:cTn>
                                        <p:tgtEl>
                                          <p:spTgt spid="274435">
                                            <p:txEl>
                                              <p:pRg st="4" end="4"/>
                                            </p:txEl>
                                          </p:spTgt>
                                        </p:tgtEl>
                                        <p:attrNameLst>
                                          <p:attrName>style.visibility</p:attrName>
                                        </p:attrNameLst>
                                      </p:cBhvr>
                                      <p:to>
                                        <p:strVal val="visible"/>
                                      </p:to>
                                    </p:set>
                                    <p:anim calcmode="lin" valueType="num">
                                      <p:cBhvr>
                                        <p:cTn id="35" dur="500" fill="hold"/>
                                        <p:tgtEl>
                                          <p:spTgt spid="274435">
                                            <p:txEl>
                                              <p:pRg st="4" end="4"/>
                                            </p:txEl>
                                          </p:spTgt>
                                        </p:tgtEl>
                                        <p:attrNameLst>
                                          <p:attrName>ppt_x</p:attrName>
                                        </p:attrNameLst>
                                      </p:cBhvr>
                                      <p:tavLst>
                                        <p:tav tm="0">
                                          <p:val>
                                            <p:strVal val="#ppt_x"/>
                                          </p:val>
                                        </p:tav>
                                        <p:tav tm="50000">
                                          <p:val>
                                            <p:strVal val="#ppt_x+.1"/>
                                          </p:val>
                                        </p:tav>
                                        <p:tav tm="100000">
                                          <p:val>
                                            <p:strVal val="#ppt_x"/>
                                          </p:val>
                                        </p:tav>
                                      </p:tavLst>
                                    </p:anim>
                                    <p:anim calcmode="lin" valueType="num">
                                      <p:cBhvr>
                                        <p:cTn id="36" dur="500" fill="hold"/>
                                        <p:tgtEl>
                                          <p:spTgt spid="274435">
                                            <p:txEl>
                                              <p:pRg st="4" end="4"/>
                                            </p:txEl>
                                          </p:spTgt>
                                        </p:tgtEl>
                                        <p:attrNameLst>
                                          <p:attrName>ppt_y</p:attrName>
                                        </p:attrNameLst>
                                      </p:cBhvr>
                                      <p:tavLst>
                                        <p:tav tm="0">
                                          <p:val>
                                            <p:strVal val="#ppt_y"/>
                                          </p:val>
                                        </p:tav>
                                        <p:tav tm="100000">
                                          <p:val>
                                            <p:strVal val="#ppt_y"/>
                                          </p:val>
                                        </p:tav>
                                      </p:tavLst>
                                    </p:anim>
                                    <p:anim calcmode="lin" valueType="num">
                                      <p:cBhvr>
                                        <p:cTn id="37" dur="500" fill="hold"/>
                                        <p:tgtEl>
                                          <p:spTgt spid="274435">
                                            <p:txEl>
                                              <p:pRg st="4" end="4"/>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8" dur="500" fill="hold"/>
                                        <p:tgtEl>
                                          <p:spTgt spid="274435">
                                            <p:txEl>
                                              <p:pRg st="4" end="4"/>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9" dur="500" tmFilter="0,0; .5, 1; 1, 1"/>
                                        <p:tgtEl>
                                          <p:spTgt spid="27443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a:extLst>
              <a:ext uri="{FF2B5EF4-FFF2-40B4-BE49-F238E27FC236}">
                <a16:creationId xmlns:a16="http://schemas.microsoft.com/office/drawing/2014/main" id="{9AF78E3C-19B2-A098-B0B6-722F190001F7}"/>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02455ED5-081B-4530-97ED-64095CA55F4E}" type="slidenum">
              <a:rPr lang="en-US" altLang="vi-VN" sz="1000">
                <a:latin typeface="Verdana" panose="020B0604030504040204" pitchFamily="34" charset="0"/>
              </a:rPr>
              <a:pPr algn="r" eaLnBrk="1" hangingPunct="1">
                <a:spcBef>
                  <a:spcPct val="0"/>
                </a:spcBef>
                <a:buFontTx/>
                <a:buNone/>
              </a:pPr>
              <a:t>7</a:t>
            </a:fld>
            <a:endParaRPr lang="en-US" altLang="vi-VN" sz="1000">
              <a:latin typeface="Verdana" panose="020B0604030504040204" pitchFamily="34" charset="0"/>
            </a:endParaRPr>
          </a:p>
        </p:txBody>
      </p:sp>
      <p:sp>
        <p:nvSpPr>
          <p:cNvPr id="22531" name="Rectangle 2">
            <a:extLst>
              <a:ext uri="{FF2B5EF4-FFF2-40B4-BE49-F238E27FC236}">
                <a16:creationId xmlns:a16="http://schemas.microsoft.com/office/drawing/2014/main" id="{5AEB1BA2-26EF-ECD0-5322-4E5C37EA180C}"/>
              </a:ext>
            </a:extLst>
          </p:cNvPr>
          <p:cNvSpPr>
            <a:spLocks noGrp="1" noChangeArrowheads="1"/>
          </p:cNvSpPr>
          <p:nvPr>
            <p:ph type="title" idx="4294967295"/>
          </p:nvPr>
        </p:nvSpPr>
        <p:spPr>
          <a:xfrm>
            <a:off x="228600" y="0"/>
            <a:ext cx="8915400" cy="762000"/>
          </a:xfrm>
        </p:spPr>
        <p:txBody>
          <a:bodyPr anchor="b"/>
          <a:lstStyle/>
          <a:p>
            <a:pPr eaLnBrk="1" hangingPunct="1"/>
            <a:r>
              <a:rPr lang="en-US" altLang="vi-VN" sz="2800" b="1">
                <a:solidFill>
                  <a:srgbClr val="FF0000"/>
                </a:solidFill>
                <a:latin typeface="Times New Roman" panose="02020603050405020304" pitchFamily="18" charset="0"/>
              </a:rPr>
              <a:t>II. MÀN HÌNH CỦA MICROSOFT EXCEL (tt)</a:t>
            </a:r>
          </a:p>
        </p:txBody>
      </p:sp>
      <p:sp>
        <p:nvSpPr>
          <p:cNvPr id="275459" name="Rectangle 3">
            <a:extLst>
              <a:ext uri="{FF2B5EF4-FFF2-40B4-BE49-F238E27FC236}">
                <a16:creationId xmlns:a16="http://schemas.microsoft.com/office/drawing/2014/main" id="{025B3DAF-B50F-FC98-72F6-B98E010698FD}"/>
              </a:ext>
            </a:extLst>
          </p:cNvPr>
          <p:cNvSpPr>
            <a:spLocks noGrp="1" noChangeArrowheads="1"/>
          </p:cNvSpPr>
          <p:nvPr>
            <p:ph type="body" idx="4294967295"/>
          </p:nvPr>
        </p:nvSpPr>
        <p:spPr>
          <a:xfrm>
            <a:off x="381000" y="1143000"/>
            <a:ext cx="8229600" cy="4572000"/>
          </a:xfrm>
        </p:spPr>
        <p:txBody>
          <a:bodyPr/>
          <a:lstStyle/>
          <a:p>
            <a:pPr eaLnBrk="1" hangingPunct="1">
              <a:lnSpc>
                <a:spcPct val="90000"/>
              </a:lnSpc>
              <a:buClr>
                <a:srgbClr val="FF0000"/>
              </a:buClr>
              <a:buFont typeface="Wingdings" panose="05000000000000000000" pitchFamily="2" charset="2"/>
              <a:buNone/>
            </a:pPr>
            <a:endParaRPr lang="en-US" altLang="vi-VN" sz="2800" b="1">
              <a:latin typeface="Times New Roman" panose="02020603050405020304" pitchFamily="18" charset="0"/>
            </a:endParaRPr>
          </a:p>
          <a:p>
            <a:pPr eaLnBrk="1" hangingPunct="1">
              <a:lnSpc>
                <a:spcPct val="90000"/>
              </a:lnSpc>
              <a:buClr>
                <a:srgbClr val="FF0000"/>
              </a:buClr>
              <a:buFont typeface="Wingdings" panose="05000000000000000000" pitchFamily="2" charset="2"/>
              <a:buNone/>
            </a:pPr>
            <a:r>
              <a:rPr lang="en-US" altLang="vi-VN" sz="2800" b="1">
                <a:solidFill>
                  <a:srgbClr val="FF0000"/>
                </a:solidFill>
                <a:latin typeface="Times New Roman" panose="02020603050405020304" pitchFamily="18" charset="0"/>
              </a:rPr>
              <a:t>2.1. Cấu trúc của một Sheet:</a:t>
            </a:r>
          </a:p>
          <a:p>
            <a:pPr eaLnBrk="1" hangingPunct="1">
              <a:lnSpc>
                <a:spcPct val="90000"/>
              </a:lnSpc>
              <a:buClr>
                <a:srgbClr val="FF0000"/>
              </a:buClr>
              <a:buFont typeface="Wingdings" panose="05000000000000000000" pitchFamily="2" charset="2"/>
              <a:buNone/>
            </a:pPr>
            <a:r>
              <a:rPr lang="en-US" altLang="vi-VN" sz="2800">
                <a:latin typeface="Times New Roman" panose="02020603050405020304" pitchFamily="18" charset="0"/>
              </a:rPr>
              <a:t> Mỗi một Sheet gồm nhiều hàng nhiều cột.</a:t>
            </a:r>
            <a:endParaRPr lang="en-US" altLang="vi-VN" sz="2800" b="1">
              <a:latin typeface="Times New Roman" panose="02020603050405020304" pitchFamily="18" charset="0"/>
            </a:endParaRPr>
          </a:p>
          <a:p>
            <a:pPr eaLnBrk="1" hangingPunct="1">
              <a:lnSpc>
                <a:spcPct val="90000"/>
              </a:lnSpc>
              <a:buClr>
                <a:srgbClr val="FF0000"/>
              </a:buClr>
              <a:buFont typeface="Wingdings" panose="05000000000000000000" pitchFamily="2" charset="2"/>
              <a:buChar char="Ø"/>
            </a:pPr>
            <a:r>
              <a:rPr lang="en-US" altLang="vi-VN" sz="2800" b="1">
                <a:latin typeface="Times New Roman" panose="02020603050405020304" pitchFamily="18" charset="0"/>
              </a:rPr>
              <a:t>Hàng (Row)</a:t>
            </a:r>
            <a:r>
              <a:rPr lang="en-US" altLang="vi-VN" sz="2800">
                <a:latin typeface="Times New Roman" panose="02020603050405020304" pitchFamily="18" charset="0"/>
              </a:rPr>
              <a:t>: có tối đa là 1,048,576 hàng, được đánh số từ 1 đến 1,048,576 </a:t>
            </a:r>
            <a:endParaRPr lang="en-US" altLang="vi-VN" sz="2800" b="1">
              <a:latin typeface="Times New Roman" panose="02020603050405020304" pitchFamily="18" charset="0"/>
            </a:endParaRPr>
          </a:p>
          <a:p>
            <a:pPr eaLnBrk="1" hangingPunct="1">
              <a:lnSpc>
                <a:spcPct val="90000"/>
              </a:lnSpc>
              <a:buClr>
                <a:srgbClr val="FF0000"/>
              </a:buClr>
              <a:buFont typeface="Wingdings" panose="05000000000000000000" pitchFamily="2" charset="2"/>
              <a:buChar char="Ø"/>
            </a:pPr>
            <a:r>
              <a:rPr lang="en-US" altLang="vi-VN" sz="2800" b="1">
                <a:latin typeface="Times New Roman" panose="02020603050405020304" pitchFamily="18" charset="0"/>
              </a:rPr>
              <a:t>Cột (column</a:t>
            </a:r>
            <a:r>
              <a:rPr lang="en-US" altLang="vi-VN" sz="2800">
                <a:latin typeface="Times New Roman" panose="02020603050405020304" pitchFamily="18" charset="0"/>
              </a:rPr>
              <a:t>): có tối đa là 16,384 cột, được đánh số từ A, B,…Z, AA, AB,…AZ,…XFD </a:t>
            </a:r>
            <a:endParaRPr lang="en-US" altLang="vi-VN" sz="2800" b="1">
              <a:latin typeface="Times New Roman" panose="02020603050405020304" pitchFamily="18" charset="0"/>
            </a:endParaRPr>
          </a:p>
          <a:p>
            <a:pPr eaLnBrk="1" hangingPunct="1">
              <a:lnSpc>
                <a:spcPct val="90000"/>
              </a:lnSpc>
              <a:buClr>
                <a:srgbClr val="FF0000"/>
              </a:buClr>
              <a:buFont typeface="Wingdings" panose="05000000000000000000" pitchFamily="2" charset="2"/>
              <a:buChar char="Ø"/>
            </a:pPr>
            <a:r>
              <a:rPr lang="en-US" altLang="vi-VN" sz="2800" b="1">
                <a:latin typeface="Times New Roman" panose="02020603050405020304" pitchFamily="18" charset="0"/>
              </a:rPr>
              <a:t>Ô (Cell):</a:t>
            </a:r>
            <a:r>
              <a:rPr lang="en-US" altLang="vi-VN" sz="2800">
                <a:latin typeface="Times New Roman" panose="02020603050405020304" pitchFamily="18" charset="0"/>
              </a:rPr>
              <a:t> là giao của cột và hàng </a:t>
            </a:r>
          </a:p>
          <a:p>
            <a:pPr eaLnBrk="1" hangingPunct="1">
              <a:lnSpc>
                <a:spcPct val="90000"/>
              </a:lnSpc>
              <a:buClr>
                <a:srgbClr val="FF0000"/>
              </a:buClr>
              <a:buFont typeface="Wingdings" panose="05000000000000000000" pitchFamily="2" charset="2"/>
              <a:buChar char="Ø"/>
            </a:pPr>
            <a:r>
              <a:rPr lang="en-US" altLang="vi-VN" sz="2800" b="1">
                <a:latin typeface="Times New Roman" panose="02020603050405020304" pitchFamily="18" charset="0"/>
              </a:rPr>
              <a:t>Con trỏ ô</a:t>
            </a:r>
            <a:r>
              <a:rPr lang="en-US" altLang="vi-VN" sz="2800">
                <a:latin typeface="Times New Roman" panose="02020603050405020304" pitchFamily="18" charset="0"/>
              </a:rPr>
              <a:t>: là một khung nét đậm (</a:t>
            </a:r>
            <a:r>
              <a:rPr lang="en-US" altLang="vi-VN" sz="2800" b="1">
                <a:latin typeface="Times New Roman" panose="02020603050405020304" pitchFamily="18" charset="0"/>
              </a:rPr>
              <a:t>màu đen</a:t>
            </a:r>
            <a:r>
              <a:rPr lang="en-US" altLang="vi-VN" sz="2800">
                <a:latin typeface="Times New Roman" panose="02020603050405020304" pitchFamily="18" charset="0"/>
              </a:rPr>
              <a:t>), </a:t>
            </a:r>
          </a:p>
          <a:p>
            <a:pPr eaLnBrk="1" hangingPunct="1">
              <a:lnSpc>
                <a:spcPct val="90000"/>
              </a:lnSpc>
              <a:buClr>
                <a:srgbClr val="FF0000"/>
              </a:buClr>
              <a:buFont typeface="Wingdings" panose="05000000000000000000" pitchFamily="2" charset="2"/>
              <a:buChar char="Ø"/>
            </a:pPr>
            <a:r>
              <a:rPr lang="en-US" altLang="vi-VN" sz="2800">
                <a:latin typeface="Times New Roman" panose="02020603050405020304" pitchFamily="18" charset="0"/>
              </a:rPr>
              <a:t>Cách di chuyển con trỏ ô trong bảng tính:</a:t>
            </a:r>
            <a:endParaRPr lang="en-US" altLang="vi-VN" sz="2800" i="1">
              <a:latin typeface="Times New Roman" panose="02020603050405020304" pitchFamily="18" charset="0"/>
            </a:endParaRPr>
          </a:p>
          <a:p>
            <a:pPr eaLnBrk="1" hangingPunct="1">
              <a:lnSpc>
                <a:spcPct val="90000"/>
              </a:lnSpc>
              <a:buClr>
                <a:srgbClr val="FF0000"/>
              </a:buClr>
              <a:buFont typeface="Wingdings" panose="05000000000000000000" pitchFamily="2" charset="2"/>
              <a:buChar char="Ø"/>
            </a:pPr>
            <a:r>
              <a:rPr lang="en-US" altLang="vi-VN" sz="2800" i="1">
                <a:latin typeface="Times New Roman" panose="02020603050405020304" pitchFamily="18" charset="0"/>
              </a:rPr>
              <a:t>Sử dụng chuột</a:t>
            </a:r>
            <a:r>
              <a:rPr lang="en-US" altLang="vi-VN" sz="2800">
                <a:latin typeface="Times New Roman" panose="02020603050405020304" pitchFamily="18" charset="0"/>
              </a:rPr>
              <a:t>: Click chuột vào ô cần chọn.</a:t>
            </a:r>
            <a:endParaRPr lang="en-US" altLang="vi-VN" sz="2800" i="1">
              <a:latin typeface="Times New Roman" panose="02020603050405020304" pitchFamily="18" charset="0"/>
            </a:endParaRPr>
          </a:p>
          <a:p>
            <a:pPr eaLnBrk="1" hangingPunct="1">
              <a:lnSpc>
                <a:spcPct val="90000"/>
              </a:lnSpc>
              <a:buFont typeface="Wingdings" panose="05000000000000000000" pitchFamily="2" charset="2"/>
              <a:buChar char="Ø"/>
            </a:pPr>
            <a:endParaRPr lang="en-US" altLang="vi-VN" sz="28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275459">
                                            <p:txEl>
                                              <p:pRg st="1" end="1"/>
                                            </p:txEl>
                                          </p:spTgt>
                                        </p:tgtEl>
                                        <p:attrNameLst>
                                          <p:attrName>style.visibility</p:attrName>
                                        </p:attrNameLst>
                                      </p:cBhvr>
                                      <p:to>
                                        <p:strVal val="visible"/>
                                      </p:to>
                                    </p:set>
                                    <p:anim calcmode="lin" valueType="num">
                                      <p:cBhvr>
                                        <p:cTn id="7" dur="500" fill="hold"/>
                                        <p:tgtEl>
                                          <p:spTgt spid="275459">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75459">
                                            <p:txEl>
                                              <p:pRg st="1" end="1"/>
                                            </p:txEl>
                                          </p:spTgt>
                                        </p:tgtEl>
                                        <p:attrNameLst>
                                          <p:attrName>ppt_y</p:attrName>
                                        </p:attrNameLst>
                                      </p:cBhvr>
                                      <p:tavLst>
                                        <p:tav tm="0">
                                          <p:val>
                                            <p:strVal val="#ppt_y"/>
                                          </p:val>
                                        </p:tav>
                                        <p:tav tm="100000">
                                          <p:val>
                                            <p:strVal val="#ppt_y"/>
                                          </p:val>
                                        </p:tav>
                                      </p:tavLst>
                                    </p:anim>
                                    <p:anim calcmode="lin" valueType="num">
                                      <p:cBhvr>
                                        <p:cTn id="9" dur="500" fill="hold"/>
                                        <p:tgtEl>
                                          <p:spTgt spid="275459">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75459">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75459">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1" presetClass="entr" presetSubtype="4" fill="hold" nodeType="clickEffect">
                                  <p:stCondLst>
                                    <p:cond delay="0"/>
                                  </p:stCondLst>
                                  <p:childTnLst>
                                    <p:set>
                                      <p:cBhvr>
                                        <p:cTn id="15" dur="1" fill="hold">
                                          <p:stCondLst>
                                            <p:cond delay="0"/>
                                          </p:stCondLst>
                                        </p:cTn>
                                        <p:tgtEl>
                                          <p:spTgt spid="275459">
                                            <p:txEl>
                                              <p:pRg st="2" end="2"/>
                                            </p:txEl>
                                          </p:spTgt>
                                        </p:tgtEl>
                                        <p:attrNameLst>
                                          <p:attrName>style.visibility</p:attrName>
                                        </p:attrNameLst>
                                      </p:cBhvr>
                                      <p:to>
                                        <p:strVal val="visible"/>
                                      </p:to>
                                    </p:set>
                                    <p:animEffect transition="in" filter="wheel(4)">
                                      <p:cBhvr>
                                        <p:cTn id="16" dur="2000"/>
                                        <p:tgtEl>
                                          <p:spTgt spid="275459">
                                            <p:txEl>
                                              <p:pRg st="2" end="2"/>
                                            </p:txEl>
                                          </p:spTgt>
                                        </p:tgtEl>
                                      </p:cBhvr>
                                    </p:animEffect>
                                  </p:childTnLst>
                                </p:cTn>
                              </p:par>
                              <p:par>
                                <p:cTn id="17" presetID="21" presetClass="entr" presetSubtype="4" fill="hold" nodeType="withEffect">
                                  <p:stCondLst>
                                    <p:cond delay="0"/>
                                  </p:stCondLst>
                                  <p:childTnLst>
                                    <p:set>
                                      <p:cBhvr>
                                        <p:cTn id="18" dur="1" fill="hold">
                                          <p:stCondLst>
                                            <p:cond delay="0"/>
                                          </p:stCondLst>
                                        </p:cTn>
                                        <p:tgtEl>
                                          <p:spTgt spid="275459">
                                            <p:txEl>
                                              <p:pRg st="3" end="3"/>
                                            </p:txEl>
                                          </p:spTgt>
                                        </p:tgtEl>
                                        <p:attrNameLst>
                                          <p:attrName>style.visibility</p:attrName>
                                        </p:attrNameLst>
                                      </p:cBhvr>
                                      <p:to>
                                        <p:strVal val="visible"/>
                                      </p:to>
                                    </p:set>
                                    <p:animEffect transition="in" filter="wheel(4)">
                                      <p:cBhvr>
                                        <p:cTn id="19" dur="2000"/>
                                        <p:tgtEl>
                                          <p:spTgt spid="275459">
                                            <p:txEl>
                                              <p:pRg st="3" end="3"/>
                                            </p:txEl>
                                          </p:spTgt>
                                        </p:tgtEl>
                                      </p:cBhvr>
                                    </p:animEffect>
                                  </p:childTnLst>
                                </p:cTn>
                              </p:par>
                              <p:par>
                                <p:cTn id="20" presetID="21" presetClass="entr" presetSubtype="4" fill="hold" nodeType="withEffect">
                                  <p:stCondLst>
                                    <p:cond delay="0"/>
                                  </p:stCondLst>
                                  <p:childTnLst>
                                    <p:set>
                                      <p:cBhvr>
                                        <p:cTn id="21" dur="1" fill="hold">
                                          <p:stCondLst>
                                            <p:cond delay="0"/>
                                          </p:stCondLst>
                                        </p:cTn>
                                        <p:tgtEl>
                                          <p:spTgt spid="275459">
                                            <p:txEl>
                                              <p:pRg st="4" end="4"/>
                                            </p:txEl>
                                          </p:spTgt>
                                        </p:tgtEl>
                                        <p:attrNameLst>
                                          <p:attrName>style.visibility</p:attrName>
                                        </p:attrNameLst>
                                      </p:cBhvr>
                                      <p:to>
                                        <p:strVal val="visible"/>
                                      </p:to>
                                    </p:set>
                                    <p:animEffect transition="in" filter="wheel(4)">
                                      <p:cBhvr>
                                        <p:cTn id="22" dur="2000"/>
                                        <p:tgtEl>
                                          <p:spTgt spid="275459">
                                            <p:txEl>
                                              <p:pRg st="4" end="4"/>
                                            </p:txEl>
                                          </p:spTgt>
                                        </p:tgtEl>
                                      </p:cBhvr>
                                    </p:animEffect>
                                  </p:childTnLst>
                                </p:cTn>
                              </p:par>
                              <p:par>
                                <p:cTn id="23" presetID="21" presetClass="entr" presetSubtype="4" fill="hold" nodeType="withEffect">
                                  <p:stCondLst>
                                    <p:cond delay="0"/>
                                  </p:stCondLst>
                                  <p:childTnLst>
                                    <p:set>
                                      <p:cBhvr>
                                        <p:cTn id="24" dur="1" fill="hold">
                                          <p:stCondLst>
                                            <p:cond delay="0"/>
                                          </p:stCondLst>
                                        </p:cTn>
                                        <p:tgtEl>
                                          <p:spTgt spid="275459">
                                            <p:txEl>
                                              <p:pRg st="5" end="5"/>
                                            </p:txEl>
                                          </p:spTgt>
                                        </p:tgtEl>
                                        <p:attrNameLst>
                                          <p:attrName>style.visibility</p:attrName>
                                        </p:attrNameLst>
                                      </p:cBhvr>
                                      <p:to>
                                        <p:strVal val="visible"/>
                                      </p:to>
                                    </p:set>
                                    <p:animEffect transition="in" filter="wheel(4)">
                                      <p:cBhvr>
                                        <p:cTn id="25" dur="2000"/>
                                        <p:tgtEl>
                                          <p:spTgt spid="275459">
                                            <p:txEl>
                                              <p:pRg st="5" end="5"/>
                                            </p:txEl>
                                          </p:spTgt>
                                        </p:tgtEl>
                                      </p:cBhvr>
                                    </p:animEffect>
                                  </p:childTnLst>
                                </p:cTn>
                              </p:par>
                              <p:par>
                                <p:cTn id="26" presetID="21" presetClass="entr" presetSubtype="4" fill="hold" nodeType="withEffect">
                                  <p:stCondLst>
                                    <p:cond delay="0"/>
                                  </p:stCondLst>
                                  <p:childTnLst>
                                    <p:set>
                                      <p:cBhvr>
                                        <p:cTn id="27" dur="1" fill="hold">
                                          <p:stCondLst>
                                            <p:cond delay="0"/>
                                          </p:stCondLst>
                                        </p:cTn>
                                        <p:tgtEl>
                                          <p:spTgt spid="275459">
                                            <p:txEl>
                                              <p:pRg st="6" end="6"/>
                                            </p:txEl>
                                          </p:spTgt>
                                        </p:tgtEl>
                                        <p:attrNameLst>
                                          <p:attrName>style.visibility</p:attrName>
                                        </p:attrNameLst>
                                      </p:cBhvr>
                                      <p:to>
                                        <p:strVal val="visible"/>
                                      </p:to>
                                    </p:set>
                                    <p:animEffect transition="in" filter="wheel(4)">
                                      <p:cBhvr>
                                        <p:cTn id="28" dur="2000"/>
                                        <p:tgtEl>
                                          <p:spTgt spid="275459">
                                            <p:txEl>
                                              <p:pRg st="6" end="6"/>
                                            </p:txEl>
                                          </p:spTgt>
                                        </p:tgtEl>
                                      </p:cBhvr>
                                    </p:animEffect>
                                  </p:childTnLst>
                                </p:cTn>
                              </p:par>
                              <p:par>
                                <p:cTn id="29" presetID="21" presetClass="entr" presetSubtype="4" fill="hold" nodeType="withEffect">
                                  <p:stCondLst>
                                    <p:cond delay="0"/>
                                  </p:stCondLst>
                                  <p:childTnLst>
                                    <p:set>
                                      <p:cBhvr>
                                        <p:cTn id="30" dur="1" fill="hold">
                                          <p:stCondLst>
                                            <p:cond delay="0"/>
                                          </p:stCondLst>
                                        </p:cTn>
                                        <p:tgtEl>
                                          <p:spTgt spid="275459">
                                            <p:txEl>
                                              <p:pRg st="7" end="7"/>
                                            </p:txEl>
                                          </p:spTgt>
                                        </p:tgtEl>
                                        <p:attrNameLst>
                                          <p:attrName>style.visibility</p:attrName>
                                        </p:attrNameLst>
                                      </p:cBhvr>
                                      <p:to>
                                        <p:strVal val="visible"/>
                                      </p:to>
                                    </p:set>
                                    <p:animEffect transition="in" filter="wheel(4)">
                                      <p:cBhvr>
                                        <p:cTn id="31" dur="2000"/>
                                        <p:tgtEl>
                                          <p:spTgt spid="275459">
                                            <p:txEl>
                                              <p:pRg st="7" end="7"/>
                                            </p:txEl>
                                          </p:spTgt>
                                        </p:tgtEl>
                                      </p:cBhvr>
                                    </p:animEffect>
                                  </p:childTnLst>
                                </p:cTn>
                              </p:par>
                              <p:par>
                                <p:cTn id="32" presetID="21" presetClass="entr" presetSubtype="4" fill="hold" nodeType="withEffect">
                                  <p:stCondLst>
                                    <p:cond delay="0"/>
                                  </p:stCondLst>
                                  <p:childTnLst>
                                    <p:set>
                                      <p:cBhvr>
                                        <p:cTn id="33" dur="1" fill="hold">
                                          <p:stCondLst>
                                            <p:cond delay="0"/>
                                          </p:stCondLst>
                                        </p:cTn>
                                        <p:tgtEl>
                                          <p:spTgt spid="275459">
                                            <p:txEl>
                                              <p:pRg st="8" end="8"/>
                                            </p:txEl>
                                          </p:spTgt>
                                        </p:tgtEl>
                                        <p:attrNameLst>
                                          <p:attrName>style.visibility</p:attrName>
                                        </p:attrNameLst>
                                      </p:cBhvr>
                                      <p:to>
                                        <p:strVal val="visible"/>
                                      </p:to>
                                    </p:set>
                                    <p:animEffect transition="in" filter="wheel(4)">
                                      <p:cBhvr>
                                        <p:cTn id="34" dur="2000"/>
                                        <p:tgtEl>
                                          <p:spTgt spid="27545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5">
            <a:extLst>
              <a:ext uri="{FF2B5EF4-FFF2-40B4-BE49-F238E27FC236}">
                <a16:creationId xmlns:a16="http://schemas.microsoft.com/office/drawing/2014/main" id="{3A1CC123-BD14-36A3-BFF3-016983C175A6}"/>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584527C2-01CB-4ED8-94E3-8A006A33F7D0}" type="slidenum">
              <a:rPr lang="en-US" altLang="vi-VN" sz="1000">
                <a:latin typeface="Verdana" panose="020B0604030504040204" pitchFamily="34" charset="0"/>
              </a:rPr>
              <a:pPr algn="r" eaLnBrk="1" hangingPunct="1">
                <a:spcBef>
                  <a:spcPct val="0"/>
                </a:spcBef>
                <a:buFontTx/>
                <a:buNone/>
              </a:pPr>
              <a:t>8</a:t>
            </a:fld>
            <a:endParaRPr lang="en-US" altLang="vi-VN" sz="1000">
              <a:latin typeface="Verdana" panose="020B0604030504040204" pitchFamily="34" charset="0"/>
            </a:endParaRPr>
          </a:p>
        </p:txBody>
      </p:sp>
      <p:sp>
        <p:nvSpPr>
          <p:cNvPr id="23555" name="Rectangle 2">
            <a:extLst>
              <a:ext uri="{FF2B5EF4-FFF2-40B4-BE49-F238E27FC236}">
                <a16:creationId xmlns:a16="http://schemas.microsoft.com/office/drawing/2014/main" id="{B782E5BA-019E-AEBD-5CFE-E75CEE39F136}"/>
              </a:ext>
            </a:extLst>
          </p:cNvPr>
          <p:cNvSpPr>
            <a:spLocks noGrp="1" noChangeArrowheads="1"/>
          </p:cNvSpPr>
          <p:nvPr>
            <p:ph type="title" idx="4294967295"/>
          </p:nvPr>
        </p:nvSpPr>
        <p:spPr>
          <a:xfrm>
            <a:off x="400050" y="207963"/>
            <a:ext cx="8686800" cy="533400"/>
          </a:xfrm>
        </p:spPr>
        <p:txBody>
          <a:bodyPr anchor="b"/>
          <a:lstStyle/>
          <a:p>
            <a:pPr eaLnBrk="1" hangingPunct="1"/>
            <a:r>
              <a:rPr lang="en-US" altLang="vi-VN" sz="2800" b="1">
                <a:solidFill>
                  <a:srgbClr val="FF0000"/>
                </a:solidFill>
              </a:rPr>
              <a:t>II. MÀN HÌNH CỦA MICROSOFT EXCEL (tt)</a:t>
            </a:r>
          </a:p>
        </p:txBody>
      </p:sp>
      <p:sp>
        <p:nvSpPr>
          <p:cNvPr id="276483" name="Rectangle 3">
            <a:extLst>
              <a:ext uri="{FF2B5EF4-FFF2-40B4-BE49-F238E27FC236}">
                <a16:creationId xmlns:a16="http://schemas.microsoft.com/office/drawing/2014/main" id="{BCF65DEF-639E-017E-B9B0-0A21C553A747}"/>
              </a:ext>
            </a:extLst>
          </p:cNvPr>
          <p:cNvSpPr>
            <a:spLocks noGrp="1" noChangeArrowheads="1"/>
          </p:cNvSpPr>
          <p:nvPr>
            <p:ph type="body" idx="4294967295"/>
          </p:nvPr>
        </p:nvSpPr>
        <p:spPr>
          <a:xfrm>
            <a:off x="381000" y="1095375"/>
            <a:ext cx="8763000" cy="4800600"/>
          </a:xfrm>
        </p:spPr>
        <p:txBody>
          <a:bodyPr/>
          <a:lstStyle/>
          <a:p>
            <a:pPr eaLnBrk="1" hangingPunct="1">
              <a:buClr>
                <a:srgbClr val="FF0000"/>
              </a:buClr>
              <a:buFont typeface="Wingdings" panose="05000000000000000000" pitchFamily="2" charset="2"/>
              <a:buChar char="Ø"/>
            </a:pPr>
            <a:r>
              <a:rPr lang="en-US" altLang="vi-VN" sz="2800" i="1">
                <a:latin typeface="Times New Roman" panose="02020603050405020304" pitchFamily="18" charset="0"/>
              </a:rPr>
              <a:t>Sử dụng bàn phím</a:t>
            </a:r>
            <a:r>
              <a:rPr lang="en-US" altLang="vi-VN" sz="2800">
                <a:latin typeface="Times New Roman" panose="02020603050405020304" pitchFamily="18" charset="0"/>
              </a:rPr>
              <a:t>:</a:t>
            </a:r>
            <a:endParaRPr lang="en-US" altLang="vi-VN" sz="2800">
              <a:latin typeface="Times New Roman" panose="02020603050405020304" pitchFamily="18" charset="0"/>
              <a:sym typeface="Wingdings" panose="05000000000000000000" pitchFamily="2" charset="2"/>
            </a:endParaRPr>
          </a:p>
          <a:p>
            <a:pPr eaLnBrk="1" hangingPunct="1">
              <a:buClr>
                <a:srgbClr val="FF0000"/>
              </a:buClr>
              <a:buFont typeface="Wingdings" panose="05000000000000000000" pitchFamily="2" charset="2"/>
              <a:buChar char="Ø"/>
            </a:pPr>
            <a:r>
              <a:rPr lang="en-US" altLang="vi-VN" sz="2800">
                <a:latin typeface="Times New Roman" panose="02020603050405020304" pitchFamily="18" charset="0"/>
                <a:sym typeface="Wingdings" panose="05000000000000000000" pitchFamily="2" charset="2"/>
              </a:rPr>
              <a:t></a:t>
            </a:r>
            <a:r>
              <a:rPr lang="en-US" altLang="vi-VN" sz="2800">
                <a:latin typeface="Times New Roman" panose="02020603050405020304" pitchFamily="18" charset="0"/>
              </a:rPr>
              <a:t> ,</a:t>
            </a:r>
            <a:r>
              <a:rPr lang="en-US" altLang="vi-VN" sz="2800">
                <a:latin typeface="Times New Roman" panose="02020603050405020304" pitchFamily="18" charset="0"/>
                <a:sym typeface="Wingdings" panose="05000000000000000000" pitchFamily="2" charset="2"/>
              </a:rPr>
              <a:t></a:t>
            </a:r>
            <a:r>
              <a:rPr lang="en-US" altLang="vi-VN" sz="2800">
                <a:latin typeface="Times New Roman" panose="02020603050405020304" pitchFamily="18" charset="0"/>
              </a:rPr>
              <a:t> :Lên ,xuống hàng.</a:t>
            </a:r>
            <a:endParaRPr lang="en-US" altLang="vi-VN" sz="2800">
              <a:latin typeface="Times New Roman" panose="02020603050405020304" pitchFamily="18" charset="0"/>
              <a:sym typeface="Wingdings" panose="05000000000000000000" pitchFamily="2" charset="2"/>
            </a:endParaRPr>
          </a:p>
          <a:p>
            <a:pPr eaLnBrk="1" hangingPunct="1">
              <a:buClr>
                <a:srgbClr val="FF0000"/>
              </a:buClr>
              <a:buFont typeface="Wingdings" panose="05000000000000000000" pitchFamily="2" charset="2"/>
              <a:buChar char="Ø"/>
            </a:pPr>
            <a:r>
              <a:rPr lang="en-US" altLang="vi-VN" sz="2800">
                <a:latin typeface="Times New Roman" panose="02020603050405020304" pitchFamily="18" charset="0"/>
                <a:sym typeface="Wingdings" panose="05000000000000000000" pitchFamily="2" charset="2"/>
              </a:rPr>
              <a:t></a:t>
            </a:r>
            <a:r>
              <a:rPr lang="en-US" altLang="vi-VN" sz="2800">
                <a:latin typeface="Times New Roman" panose="02020603050405020304" pitchFamily="18" charset="0"/>
              </a:rPr>
              <a:t>, </a:t>
            </a:r>
            <a:r>
              <a:rPr lang="en-US" altLang="vi-VN" sz="2800">
                <a:latin typeface="Times New Roman" panose="02020603050405020304" pitchFamily="18" charset="0"/>
                <a:sym typeface="Wingdings" panose="05000000000000000000" pitchFamily="2" charset="2"/>
              </a:rPr>
              <a:t></a:t>
            </a:r>
            <a:r>
              <a:rPr lang="en-US" altLang="vi-VN" sz="2800">
                <a:latin typeface="Times New Roman" panose="02020603050405020304" pitchFamily="18" charset="0"/>
              </a:rPr>
              <a:t>: Qua trái, phải một ô.</a:t>
            </a:r>
            <a:endParaRPr lang="sv-SE" altLang="vi-VN" sz="2800">
              <a:latin typeface="Times New Roman" panose="02020603050405020304" pitchFamily="18" charset="0"/>
            </a:endParaRPr>
          </a:p>
          <a:p>
            <a:pPr eaLnBrk="1" hangingPunct="1">
              <a:buClr>
                <a:srgbClr val="FF0000"/>
              </a:buClr>
              <a:buFont typeface="Wingdings" panose="05000000000000000000" pitchFamily="2" charset="2"/>
              <a:buChar char="Ø"/>
            </a:pPr>
            <a:r>
              <a:rPr lang="sv-SE" altLang="vi-VN" sz="2800" b="1">
                <a:latin typeface="Times New Roman" panose="02020603050405020304" pitchFamily="18" charset="0"/>
              </a:rPr>
              <a:t>PageUp</a:t>
            </a:r>
            <a:r>
              <a:rPr lang="sv-SE" altLang="vi-VN" sz="2800">
                <a:latin typeface="Times New Roman" panose="02020603050405020304" pitchFamily="18" charset="0"/>
              </a:rPr>
              <a:t>: Lên một trang </a:t>
            </a:r>
          </a:p>
          <a:p>
            <a:pPr eaLnBrk="1" hangingPunct="1">
              <a:buClr>
                <a:srgbClr val="FF0000"/>
              </a:buClr>
              <a:buFont typeface="Wingdings" panose="05000000000000000000" pitchFamily="2" charset="2"/>
              <a:buChar char="Ø"/>
            </a:pPr>
            <a:r>
              <a:rPr lang="sv-SE" altLang="vi-VN" sz="2800" b="1">
                <a:latin typeface="Times New Roman" panose="02020603050405020304" pitchFamily="18" charset="0"/>
              </a:rPr>
              <a:t>PageDown</a:t>
            </a:r>
            <a:r>
              <a:rPr lang="sv-SE" altLang="vi-VN" sz="2800">
                <a:latin typeface="Times New Roman" panose="02020603050405020304" pitchFamily="18" charset="0"/>
              </a:rPr>
              <a:t>: Xuống một 1 trang </a:t>
            </a:r>
            <a:endParaRPr lang="en-US" altLang="vi-VN" sz="2800">
              <a:latin typeface="Times New Roman" panose="02020603050405020304" pitchFamily="18" charset="0"/>
            </a:endParaRPr>
          </a:p>
          <a:p>
            <a:pPr eaLnBrk="1" hangingPunct="1">
              <a:buClr>
                <a:srgbClr val="FF0000"/>
              </a:buClr>
              <a:buFont typeface="Wingdings" panose="05000000000000000000" pitchFamily="2" charset="2"/>
              <a:buChar char="Ø"/>
            </a:pPr>
            <a:r>
              <a:rPr lang="en-US" altLang="vi-VN" sz="2800" b="1">
                <a:latin typeface="Times New Roman" panose="02020603050405020304" pitchFamily="18" charset="0"/>
              </a:rPr>
              <a:t>Ctrl +PageUp</a:t>
            </a:r>
            <a:r>
              <a:rPr lang="en-US" altLang="vi-VN" sz="2800">
                <a:latin typeface="Times New Roman" panose="02020603050405020304" pitchFamily="18" charset="0"/>
              </a:rPr>
              <a:t> : Sang trái một trang </a:t>
            </a:r>
          </a:p>
          <a:p>
            <a:pPr eaLnBrk="1" hangingPunct="1">
              <a:buClr>
                <a:srgbClr val="FF0000"/>
              </a:buClr>
              <a:buFont typeface="Wingdings" panose="05000000000000000000" pitchFamily="2" charset="2"/>
              <a:buChar char="Ø"/>
            </a:pPr>
            <a:r>
              <a:rPr lang="en-US" altLang="vi-VN" sz="2800" b="1">
                <a:latin typeface="Times New Roman" panose="02020603050405020304" pitchFamily="18" charset="0"/>
              </a:rPr>
              <a:t>Ctrl + PageDown</a:t>
            </a:r>
            <a:r>
              <a:rPr lang="en-US" altLang="vi-VN" sz="2800">
                <a:latin typeface="Times New Roman" panose="02020603050405020304" pitchFamily="18" charset="0"/>
              </a:rPr>
              <a:t>: Sang phải một trang</a:t>
            </a:r>
          </a:p>
          <a:p>
            <a:pPr eaLnBrk="1" hangingPunct="1">
              <a:buClr>
                <a:srgbClr val="FF0000"/>
              </a:buClr>
              <a:buFont typeface="Wingdings" panose="05000000000000000000" pitchFamily="2" charset="2"/>
              <a:buChar char="Ø"/>
            </a:pPr>
            <a:r>
              <a:rPr lang="en-US" altLang="vi-VN" sz="2800" b="1">
                <a:latin typeface="Times New Roman" panose="02020603050405020304" pitchFamily="18" charset="0"/>
              </a:rPr>
              <a:t>Ctrl + Home</a:t>
            </a:r>
            <a:r>
              <a:rPr lang="en-US" altLang="vi-VN" sz="2800">
                <a:latin typeface="Times New Roman" panose="02020603050405020304" pitchFamily="18" charset="0"/>
              </a:rPr>
              <a:t>: Về ô A1.</a:t>
            </a:r>
            <a:endParaRPr lang="en-US" altLang="vi-VN" sz="2800" b="1">
              <a:latin typeface="Times New Roman" panose="02020603050405020304" pitchFamily="18" charset="0"/>
            </a:endParaRPr>
          </a:p>
          <a:p>
            <a:pPr eaLnBrk="1" hangingPunct="1">
              <a:buClr>
                <a:srgbClr val="FF0000"/>
              </a:buClr>
              <a:buFont typeface="Wingdings" panose="05000000000000000000" pitchFamily="2" charset="2"/>
              <a:buChar char="Ø"/>
            </a:pPr>
            <a:r>
              <a:rPr lang="en-US" altLang="vi-VN" sz="2800" b="1">
                <a:latin typeface="Times New Roman" panose="02020603050405020304" pitchFamily="18" charset="0"/>
              </a:rPr>
              <a:t>Vùng (Range):</a:t>
            </a:r>
            <a:r>
              <a:rPr lang="en-US" altLang="vi-VN" sz="2800">
                <a:latin typeface="Times New Roman" panose="02020603050405020304" pitchFamily="18" charset="0"/>
              </a:rPr>
              <a:t> gồm nhiều ô được chọn liên tiếp nhau, </a:t>
            </a:r>
          </a:p>
          <a:p>
            <a:pPr eaLnBrk="1" hangingPunct="1">
              <a:buClr>
                <a:srgbClr val="FF0000"/>
              </a:buClr>
              <a:buFont typeface="Wingdings" panose="05000000000000000000" pitchFamily="2" charset="2"/>
              <a:buChar char="Ø"/>
            </a:pPr>
            <a:r>
              <a:rPr lang="en-US" altLang="vi-VN" sz="2800">
                <a:latin typeface="Times New Roman" panose="02020603050405020304" pitchFamily="18" charset="0"/>
              </a:rPr>
              <a:t>Địa chỉ vùng được xác định bởi ô góc trên trái và ô góc dưới  phải,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276483">
                                            <p:txEl>
                                              <p:pRg st="0" end="0"/>
                                            </p:txEl>
                                          </p:spTgt>
                                        </p:tgtEl>
                                        <p:attrNameLst>
                                          <p:attrName>style.visibility</p:attrName>
                                        </p:attrNameLst>
                                      </p:cBhvr>
                                      <p:to>
                                        <p:strVal val="visible"/>
                                      </p:to>
                                    </p:set>
                                    <p:animEffect transition="in" filter="wheel(4)">
                                      <p:cBhvr>
                                        <p:cTn id="7" dur="2000"/>
                                        <p:tgtEl>
                                          <p:spTgt spid="276483">
                                            <p:txEl>
                                              <p:pRg st="0" end="0"/>
                                            </p:txEl>
                                          </p:spTgt>
                                        </p:tgtEl>
                                      </p:cBhvr>
                                    </p:animEffect>
                                  </p:childTnLst>
                                </p:cTn>
                              </p:par>
                              <p:par>
                                <p:cTn id="8" presetID="21" presetClass="entr" presetSubtype="4" fill="hold" nodeType="withEffect">
                                  <p:stCondLst>
                                    <p:cond delay="0"/>
                                  </p:stCondLst>
                                  <p:childTnLst>
                                    <p:set>
                                      <p:cBhvr>
                                        <p:cTn id="9" dur="1" fill="hold">
                                          <p:stCondLst>
                                            <p:cond delay="0"/>
                                          </p:stCondLst>
                                        </p:cTn>
                                        <p:tgtEl>
                                          <p:spTgt spid="276483">
                                            <p:txEl>
                                              <p:pRg st="1" end="1"/>
                                            </p:txEl>
                                          </p:spTgt>
                                        </p:tgtEl>
                                        <p:attrNameLst>
                                          <p:attrName>style.visibility</p:attrName>
                                        </p:attrNameLst>
                                      </p:cBhvr>
                                      <p:to>
                                        <p:strVal val="visible"/>
                                      </p:to>
                                    </p:set>
                                    <p:animEffect transition="in" filter="wheel(4)">
                                      <p:cBhvr>
                                        <p:cTn id="10" dur="2000"/>
                                        <p:tgtEl>
                                          <p:spTgt spid="276483">
                                            <p:txEl>
                                              <p:pRg st="1" end="1"/>
                                            </p:txEl>
                                          </p:spTgt>
                                        </p:tgtEl>
                                      </p:cBhvr>
                                    </p:animEffect>
                                  </p:childTnLst>
                                </p:cTn>
                              </p:par>
                              <p:par>
                                <p:cTn id="11" presetID="21" presetClass="entr" presetSubtype="4" fill="hold" nodeType="withEffect">
                                  <p:stCondLst>
                                    <p:cond delay="0"/>
                                  </p:stCondLst>
                                  <p:childTnLst>
                                    <p:set>
                                      <p:cBhvr>
                                        <p:cTn id="12" dur="1" fill="hold">
                                          <p:stCondLst>
                                            <p:cond delay="0"/>
                                          </p:stCondLst>
                                        </p:cTn>
                                        <p:tgtEl>
                                          <p:spTgt spid="276483">
                                            <p:txEl>
                                              <p:pRg st="2" end="2"/>
                                            </p:txEl>
                                          </p:spTgt>
                                        </p:tgtEl>
                                        <p:attrNameLst>
                                          <p:attrName>style.visibility</p:attrName>
                                        </p:attrNameLst>
                                      </p:cBhvr>
                                      <p:to>
                                        <p:strVal val="visible"/>
                                      </p:to>
                                    </p:set>
                                    <p:animEffect transition="in" filter="wheel(4)">
                                      <p:cBhvr>
                                        <p:cTn id="13" dur="2000"/>
                                        <p:tgtEl>
                                          <p:spTgt spid="276483">
                                            <p:txEl>
                                              <p:pRg st="2" end="2"/>
                                            </p:txEl>
                                          </p:spTgt>
                                        </p:tgtEl>
                                      </p:cBhvr>
                                    </p:animEffect>
                                  </p:childTnLst>
                                </p:cTn>
                              </p:par>
                              <p:par>
                                <p:cTn id="14" presetID="21" presetClass="entr" presetSubtype="4" fill="hold" nodeType="withEffect">
                                  <p:stCondLst>
                                    <p:cond delay="0"/>
                                  </p:stCondLst>
                                  <p:childTnLst>
                                    <p:set>
                                      <p:cBhvr>
                                        <p:cTn id="15" dur="1" fill="hold">
                                          <p:stCondLst>
                                            <p:cond delay="0"/>
                                          </p:stCondLst>
                                        </p:cTn>
                                        <p:tgtEl>
                                          <p:spTgt spid="276483">
                                            <p:txEl>
                                              <p:pRg st="3" end="3"/>
                                            </p:txEl>
                                          </p:spTgt>
                                        </p:tgtEl>
                                        <p:attrNameLst>
                                          <p:attrName>style.visibility</p:attrName>
                                        </p:attrNameLst>
                                      </p:cBhvr>
                                      <p:to>
                                        <p:strVal val="visible"/>
                                      </p:to>
                                    </p:set>
                                    <p:animEffect transition="in" filter="wheel(4)">
                                      <p:cBhvr>
                                        <p:cTn id="16" dur="2000"/>
                                        <p:tgtEl>
                                          <p:spTgt spid="276483">
                                            <p:txEl>
                                              <p:pRg st="3" end="3"/>
                                            </p:txEl>
                                          </p:spTgt>
                                        </p:tgtEl>
                                      </p:cBhvr>
                                    </p:animEffect>
                                  </p:childTnLst>
                                </p:cTn>
                              </p:par>
                              <p:par>
                                <p:cTn id="17" presetID="21" presetClass="entr" presetSubtype="4" fill="hold" nodeType="withEffect">
                                  <p:stCondLst>
                                    <p:cond delay="0"/>
                                  </p:stCondLst>
                                  <p:childTnLst>
                                    <p:set>
                                      <p:cBhvr>
                                        <p:cTn id="18" dur="1" fill="hold">
                                          <p:stCondLst>
                                            <p:cond delay="0"/>
                                          </p:stCondLst>
                                        </p:cTn>
                                        <p:tgtEl>
                                          <p:spTgt spid="276483">
                                            <p:txEl>
                                              <p:pRg st="4" end="4"/>
                                            </p:txEl>
                                          </p:spTgt>
                                        </p:tgtEl>
                                        <p:attrNameLst>
                                          <p:attrName>style.visibility</p:attrName>
                                        </p:attrNameLst>
                                      </p:cBhvr>
                                      <p:to>
                                        <p:strVal val="visible"/>
                                      </p:to>
                                    </p:set>
                                    <p:animEffect transition="in" filter="wheel(4)">
                                      <p:cBhvr>
                                        <p:cTn id="19" dur="2000"/>
                                        <p:tgtEl>
                                          <p:spTgt spid="276483">
                                            <p:txEl>
                                              <p:pRg st="4" end="4"/>
                                            </p:txEl>
                                          </p:spTgt>
                                        </p:tgtEl>
                                      </p:cBhvr>
                                    </p:animEffect>
                                  </p:childTnLst>
                                </p:cTn>
                              </p:par>
                              <p:par>
                                <p:cTn id="20" presetID="21" presetClass="entr" presetSubtype="4" fill="hold" nodeType="withEffect">
                                  <p:stCondLst>
                                    <p:cond delay="0"/>
                                  </p:stCondLst>
                                  <p:childTnLst>
                                    <p:set>
                                      <p:cBhvr>
                                        <p:cTn id="21" dur="1" fill="hold">
                                          <p:stCondLst>
                                            <p:cond delay="0"/>
                                          </p:stCondLst>
                                        </p:cTn>
                                        <p:tgtEl>
                                          <p:spTgt spid="276483">
                                            <p:txEl>
                                              <p:pRg st="5" end="5"/>
                                            </p:txEl>
                                          </p:spTgt>
                                        </p:tgtEl>
                                        <p:attrNameLst>
                                          <p:attrName>style.visibility</p:attrName>
                                        </p:attrNameLst>
                                      </p:cBhvr>
                                      <p:to>
                                        <p:strVal val="visible"/>
                                      </p:to>
                                    </p:set>
                                    <p:animEffect transition="in" filter="wheel(4)">
                                      <p:cBhvr>
                                        <p:cTn id="22" dur="2000"/>
                                        <p:tgtEl>
                                          <p:spTgt spid="276483">
                                            <p:txEl>
                                              <p:pRg st="5" end="5"/>
                                            </p:txEl>
                                          </p:spTgt>
                                        </p:tgtEl>
                                      </p:cBhvr>
                                    </p:animEffect>
                                  </p:childTnLst>
                                </p:cTn>
                              </p:par>
                              <p:par>
                                <p:cTn id="23" presetID="21" presetClass="entr" presetSubtype="4" fill="hold" nodeType="withEffect">
                                  <p:stCondLst>
                                    <p:cond delay="0"/>
                                  </p:stCondLst>
                                  <p:childTnLst>
                                    <p:set>
                                      <p:cBhvr>
                                        <p:cTn id="24" dur="1" fill="hold">
                                          <p:stCondLst>
                                            <p:cond delay="0"/>
                                          </p:stCondLst>
                                        </p:cTn>
                                        <p:tgtEl>
                                          <p:spTgt spid="276483">
                                            <p:txEl>
                                              <p:pRg st="6" end="6"/>
                                            </p:txEl>
                                          </p:spTgt>
                                        </p:tgtEl>
                                        <p:attrNameLst>
                                          <p:attrName>style.visibility</p:attrName>
                                        </p:attrNameLst>
                                      </p:cBhvr>
                                      <p:to>
                                        <p:strVal val="visible"/>
                                      </p:to>
                                    </p:set>
                                    <p:animEffect transition="in" filter="wheel(4)">
                                      <p:cBhvr>
                                        <p:cTn id="25" dur="2000"/>
                                        <p:tgtEl>
                                          <p:spTgt spid="276483">
                                            <p:txEl>
                                              <p:pRg st="6" end="6"/>
                                            </p:txEl>
                                          </p:spTgt>
                                        </p:tgtEl>
                                      </p:cBhvr>
                                    </p:animEffect>
                                  </p:childTnLst>
                                </p:cTn>
                              </p:par>
                              <p:par>
                                <p:cTn id="26" presetID="21" presetClass="entr" presetSubtype="4" fill="hold" nodeType="withEffect">
                                  <p:stCondLst>
                                    <p:cond delay="0"/>
                                  </p:stCondLst>
                                  <p:childTnLst>
                                    <p:set>
                                      <p:cBhvr>
                                        <p:cTn id="27" dur="1" fill="hold">
                                          <p:stCondLst>
                                            <p:cond delay="0"/>
                                          </p:stCondLst>
                                        </p:cTn>
                                        <p:tgtEl>
                                          <p:spTgt spid="276483">
                                            <p:txEl>
                                              <p:pRg st="7" end="7"/>
                                            </p:txEl>
                                          </p:spTgt>
                                        </p:tgtEl>
                                        <p:attrNameLst>
                                          <p:attrName>style.visibility</p:attrName>
                                        </p:attrNameLst>
                                      </p:cBhvr>
                                      <p:to>
                                        <p:strVal val="visible"/>
                                      </p:to>
                                    </p:set>
                                    <p:animEffect transition="in" filter="wheel(4)">
                                      <p:cBhvr>
                                        <p:cTn id="28" dur="2000"/>
                                        <p:tgtEl>
                                          <p:spTgt spid="276483">
                                            <p:txEl>
                                              <p:pRg st="7" end="7"/>
                                            </p:txEl>
                                          </p:spTgt>
                                        </p:tgtEl>
                                      </p:cBhvr>
                                    </p:animEffect>
                                  </p:childTnLst>
                                </p:cTn>
                              </p:par>
                              <p:par>
                                <p:cTn id="29" presetID="21" presetClass="entr" presetSubtype="4" fill="hold" nodeType="withEffect">
                                  <p:stCondLst>
                                    <p:cond delay="0"/>
                                  </p:stCondLst>
                                  <p:childTnLst>
                                    <p:set>
                                      <p:cBhvr>
                                        <p:cTn id="30" dur="1" fill="hold">
                                          <p:stCondLst>
                                            <p:cond delay="0"/>
                                          </p:stCondLst>
                                        </p:cTn>
                                        <p:tgtEl>
                                          <p:spTgt spid="276483">
                                            <p:txEl>
                                              <p:pRg st="8" end="8"/>
                                            </p:txEl>
                                          </p:spTgt>
                                        </p:tgtEl>
                                        <p:attrNameLst>
                                          <p:attrName>style.visibility</p:attrName>
                                        </p:attrNameLst>
                                      </p:cBhvr>
                                      <p:to>
                                        <p:strVal val="visible"/>
                                      </p:to>
                                    </p:set>
                                    <p:animEffect transition="in" filter="wheel(4)">
                                      <p:cBhvr>
                                        <p:cTn id="31" dur="2000"/>
                                        <p:tgtEl>
                                          <p:spTgt spid="276483">
                                            <p:txEl>
                                              <p:pRg st="8" end="8"/>
                                            </p:txEl>
                                          </p:spTgt>
                                        </p:tgtEl>
                                      </p:cBhvr>
                                    </p:animEffect>
                                  </p:childTnLst>
                                </p:cTn>
                              </p:par>
                              <p:par>
                                <p:cTn id="32" presetID="21" presetClass="entr" presetSubtype="4" fill="hold" nodeType="withEffect">
                                  <p:stCondLst>
                                    <p:cond delay="0"/>
                                  </p:stCondLst>
                                  <p:childTnLst>
                                    <p:set>
                                      <p:cBhvr>
                                        <p:cTn id="33" dur="1" fill="hold">
                                          <p:stCondLst>
                                            <p:cond delay="0"/>
                                          </p:stCondLst>
                                        </p:cTn>
                                        <p:tgtEl>
                                          <p:spTgt spid="276483">
                                            <p:txEl>
                                              <p:pRg st="9" end="9"/>
                                            </p:txEl>
                                          </p:spTgt>
                                        </p:tgtEl>
                                        <p:attrNameLst>
                                          <p:attrName>style.visibility</p:attrName>
                                        </p:attrNameLst>
                                      </p:cBhvr>
                                      <p:to>
                                        <p:strVal val="visible"/>
                                      </p:to>
                                    </p:set>
                                    <p:animEffect transition="in" filter="wheel(4)">
                                      <p:cBhvr>
                                        <p:cTn id="34" dur="2000"/>
                                        <p:tgtEl>
                                          <p:spTgt spid="27648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5">
            <a:extLst>
              <a:ext uri="{FF2B5EF4-FFF2-40B4-BE49-F238E27FC236}">
                <a16:creationId xmlns:a16="http://schemas.microsoft.com/office/drawing/2014/main" id="{82112FF4-0F11-E281-5D92-ADFF5FB80791}"/>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3CDBF05E-E191-432C-A5B4-CFAA4A1C2189}" type="slidenum">
              <a:rPr lang="en-US" altLang="vi-VN" sz="1000">
                <a:latin typeface="Verdana" panose="020B0604030504040204" pitchFamily="34" charset="0"/>
              </a:rPr>
              <a:pPr algn="r" eaLnBrk="1" hangingPunct="1">
                <a:spcBef>
                  <a:spcPct val="0"/>
                </a:spcBef>
                <a:buFontTx/>
                <a:buNone/>
              </a:pPr>
              <a:t>9</a:t>
            </a:fld>
            <a:endParaRPr lang="en-US" altLang="vi-VN" sz="1000">
              <a:latin typeface="Verdana" panose="020B0604030504040204" pitchFamily="34" charset="0"/>
            </a:endParaRPr>
          </a:p>
        </p:txBody>
      </p:sp>
      <p:sp>
        <p:nvSpPr>
          <p:cNvPr id="24579" name="Rectangle 2">
            <a:extLst>
              <a:ext uri="{FF2B5EF4-FFF2-40B4-BE49-F238E27FC236}">
                <a16:creationId xmlns:a16="http://schemas.microsoft.com/office/drawing/2014/main" id="{2A2CE2E3-785B-1AAC-1A8E-475B3C173295}"/>
              </a:ext>
            </a:extLst>
          </p:cNvPr>
          <p:cNvSpPr>
            <a:spLocks noGrp="1" noChangeArrowheads="1"/>
          </p:cNvSpPr>
          <p:nvPr>
            <p:ph type="title" idx="4294967295"/>
          </p:nvPr>
        </p:nvSpPr>
        <p:spPr>
          <a:xfrm>
            <a:off x="228600" y="228600"/>
            <a:ext cx="8839200" cy="533400"/>
          </a:xfrm>
        </p:spPr>
        <p:txBody>
          <a:bodyPr anchor="b"/>
          <a:lstStyle/>
          <a:p>
            <a:pPr eaLnBrk="1" hangingPunct="1"/>
            <a:r>
              <a:rPr lang="en-US" altLang="vi-VN" sz="2800" b="1">
                <a:solidFill>
                  <a:srgbClr val="FF0000"/>
                </a:solidFill>
                <a:latin typeface="Times New Roman" panose="02020603050405020304" pitchFamily="18" charset="0"/>
              </a:rPr>
              <a:t>II. MÀN HÌNH CỦA MICROSOFT EXCEL (tt)</a:t>
            </a:r>
          </a:p>
        </p:txBody>
      </p:sp>
      <p:sp>
        <p:nvSpPr>
          <p:cNvPr id="277507" name="Rectangle 3">
            <a:extLst>
              <a:ext uri="{FF2B5EF4-FFF2-40B4-BE49-F238E27FC236}">
                <a16:creationId xmlns:a16="http://schemas.microsoft.com/office/drawing/2014/main" id="{D43BB425-1FB7-7C17-7DA9-FF2748D0C2FB}"/>
              </a:ext>
            </a:extLst>
          </p:cNvPr>
          <p:cNvSpPr>
            <a:spLocks noGrp="1" noChangeArrowheads="1"/>
          </p:cNvSpPr>
          <p:nvPr>
            <p:ph type="body" idx="4294967295"/>
          </p:nvPr>
        </p:nvSpPr>
        <p:spPr>
          <a:xfrm>
            <a:off x="457200" y="1295400"/>
            <a:ext cx="8686800" cy="4648200"/>
          </a:xfrm>
        </p:spPr>
        <p:txBody>
          <a:bodyPr/>
          <a:lstStyle/>
          <a:p>
            <a:pPr eaLnBrk="1" hangingPunct="1">
              <a:buFont typeface="Wingdings" panose="05000000000000000000" pitchFamily="2" charset="2"/>
              <a:buNone/>
            </a:pPr>
            <a:r>
              <a:rPr lang="en-US" altLang="vi-VN" sz="2800"/>
              <a:t> </a:t>
            </a:r>
          </a:p>
          <a:p>
            <a:pPr eaLnBrk="1" hangingPunct="1">
              <a:buFont typeface="Wingdings" panose="05000000000000000000" pitchFamily="2" charset="2"/>
              <a:buNone/>
            </a:pPr>
            <a:r>
              <a:rPr lang="en-US" altLang="vi-VN" sz="2800">
                <a:solidFill>
                  <a:srgbClr val="FF0000"/>
                </a:solidFill>
                <a:latin typeface="Times New Roman" panose="02020603050405020304" pitchFamily="18" charset="0"/>
              </a:rPr>
              <a:t> 2.2. Một số thao tác trên Sheet</a:t>
            </a:r>
          </a:p>
          <a:p>
            <a:pPr algn="just" eaLnBrk="1" hangingPunct="1">
              <a:buClr>
                <a:srgbClr val="FF0000"/>
              </a:buClr>
              <a:buFont typeface="Wingdings" panose="05000000000000000000" pitchFamily="2" charset="2"/>
              <a:buChar char="Ø"/>
            </a:pPr>
            <a:r>
              <a:rPr lang="en-US" altLang="vi-VN" sz="2800">
                <a:latin typeface="Times New Roman" panose="02020603050405020304" pitchFamily="18" charset="0"/>
              </a:rPr>
              <a:t>Chọn </a:t>
            </a:r>
            <a:r>
              <a:rPr lang="en-US" altLang="vi-VN" sz="2800" b="1">
                <a:latin typeface="Times New Roman" panose="02020603050405020304" pitchFamily="18" charset="0"/>
              </a:rPr>
              <a:t>Sheet</a:t>
            </a:r>
            <a:r>
              <a:rPr lang="en-US" altLang="vi-VN" sz="2800">
                <a:latin typeface="Times New Roman" panose="02020603050405020304" pitchFamily="18" charset="0"/>
              </a:rPr>
              <a:t> làm việc: Click vào tên </a:t>
            </a:r>
            <a:r>
              <a:rPr lang="en-US" altLang="vi-VN" sz="2800" b="1">
                <a:latin typeface="Times New Roman" panose="02020603050405020304" pitchFamily="18" charset="0"/>
              </a:rPr>
              <a:t>Sheet.</a:t>
            </a:r>
          </a:p>
          <a:p>
            <a:pPr algn="just" eaLnBrk="1" hangingPunct="1">
              <a:buClr>
                <a:srgbClr val="FF0000"/>
              </a:buClr>
              <a:buFont typeface="Wingdings" panose="05000000000000000000" pitchFamily="2" charset="2"/>
              <a:buChar char="Ø"/>
            </a:pPr>
            <a:r>
              <a:rPr lang="en-US" altLang="vi-VN" sz="2800">
                <a:latin typeface="Times New Roman" panose="02020603050405020304" pitchFamily="18" charset="0"/>
              </a:rPr>
              <a:t>Chèn thêm một </a:t>
            </a:r>
            <a:r>
              <a:rPr lang="en-US" altLang="vi-VN" sz="2800" b="1">
                <a:latin typeface="Times New Roman" panose="02020603050405020304" pitchFamily="18" charset="0"/>
              </a:rPr>
              <a:t>Sheet</a:t>
            </a:r>
            <a:r>
              <a:rPr lang="en-US" altLang="vi-VN" sz="2800">
                <a:latin typeface="Times New Roman" panose="02020603050405020304" pitchFamily="18" charset="0"/>
              </a:rPr>
              <a:t>: Chọn lệnh </a:t>
            </a:r>
            <a:r>
              <a:rPr lang="en-US" altLang="vi-VN" sz="2800" b="1">
                <a:latin typeface="Times New Roman" panose="02020603050405020304" pitchFamily="18" charset="0"/>
              </a:rPr>
              <a:t>Insert \ WorkSheet.</a:t>
            </a:r>
          </a:p>
          <a:p>
            <a:pPr algn="just" eaLnBrk="1" hangingPunct="1">
              <a:buClr>
                <a:srgbClr val="FF0000"/>
              </a:buClr>
              <a:buFont typeface="Wingdings" panose="05000000000000000000" pitchFamily="2" charset="2"/>
              <a:buChar char="Ø"/>
            </a:pPr>
            <a:r>
              <a:rPr lang="en-US" altLang="vi-VN" sz="2800">
                <a:latin typeface="Times New Roman" panose="02020603050405020304" pitchFamily="18" charset="0"/>
              </a:rPr>
              <a:t>Đổi tên </a:t>
            </a:r>
            <a:r>
              <a:rPr lang="en-US" altLang="vi-VN" sz="2800" b="1">
                <a:latin typeface="Times New Roman" panose="02020603050405020304" pitchFamily="18" charset="0"/>
              </a:rPr>
              <a:t>Sheet:</a:t>
            </a:r>
            <a:r>
              <a:rPr lang="en-US" altLang="vi-VN" sz="2800">
                <a:latin typeface="Times New Roman" panose="02020603050405020304" pitchFamily="18" charset="0"/>
              </a:rPr>
              <a:t> D_Click ngay tên </a:t>
            </a:r>
            <a:r>
              <a:rPr lang="en-US" altLang="vi-VN" sz="2800" b="1">
                <a:latin typeface="Times New Roman" panose="02020603050405020304" pitchFamily="18" charset="0"/>
              </a:rPr>
              <a:t>Sheet</a:t>
            </a:r>
            <a:r>
              <a:rPr lang="en-US" altLang="vi-VN" sz="2800">
                <a:latin typeface="Times New Roman" panose="02020603050405020304" pitchFamily="18" charset="0"/>
              </a:rPr>
              <a:t> cần đổi tên, nhập vào tên mới.</a:t>
            </a:r>
          </a:p>
          <a:p>
            <a:pPr algn="just" eaLnBrk="1" hangingPunct="1">
              <a:buClr>
                <a:srgbClr val="FF0000"/>
              </a:buClr>
              <a:buFont typeface="Wingdings" panose="05000000000000000000" pitchFamily="2" charset="2"/>
              <a:buChar char="Ø"/>
            </a:pPr>
            <a:r>
              <a:rPr lang="en-US" altLang="vi-VN" sz="2800">
                <a:latin typeface="Times New Roman" panose="02020603050405020304" pitchFamily="18" charset="0"/>
              </a:rPr>
              <a:t>Xóa một </a:t>
            </a:r>
            <a:r>
              <a:rPr lang="en-US" altLang="vi-VN" sz="2800" b="1">
                <a:latin typeface="Times New Roman" panose="02020603050405020304" pitchFamily="18" charset="0"/>
              </a:rPr>
              <a:t>Sheet</a:t>
            </a:r>
            <a:r>
              <a:rPr lang="en-US" altLang="vi-VN" sz="2800">
                <a:latin typeface="Times New Roman" panose="02020603050405020304" pitchFamily="18" charset="0"/>
              </a:rPr>
              <a:t>: Chọn </a:t>
            </a:r>
            <a:r>
              <a:rPr lang="en-US" altLang="vi-VN" sz="2800" b="1">
                <a:latin typeface="Times New Roman" panose="02020603050405020304" pitchFamily="18" charset="0"/>
              </a:rPr>
              <a:t>Sheet</a:t>
            </a:r>
            <a:r>
              <a:rPr lang="en-US" altLang="vi-VN" sz="2800">
                <a:latin typeface="Times New Roman" panose="02020603050405020304" pitchFamily="18" charset="0"/>
              </a:rPr>
              <a:t> cần xóa, chọn lệnh </a:t>
            </a:r>
            <a:r>
              <a:rPr lang="en-US" altLang="vi-VN" sz="2800" b="1">
                <a:latin typeface="Times New Roman" panose="02020603050405020304" pitchFamily="18" charset="0"/>
              </a:rPr>
              <a:t>Edit \ Delete Sheet.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277507">
                                            <p:txEl>
                                              <p:pRg st="1" end="1"/>
                                            </p:txEl>
                                          </p:spTgt>
                                        </p:tgtEl>
                                        <p:attrNameLst>
                                          <p:attrName>style.visibility</p:attrName>
                                        </p:attrNameLst>
                                      </p:cBhvr>
                                      <p:to>
                                        <p:strVal val="visible"/>
                                      </p:to>
                                    </p:set>
                                    <p:anim calcmode="lin" valueType="num">
                                      <p:cBhvr>
                                        <p:cTn id="7" dur="500" fill="hold"/>
                                        <p:tgtEl>
                                          <p:spTgt spid="277507">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77507">
                                            <p:txEl>
                                              <p:pRg st="1" end="1"/>
                                            </p:txEl>
                                          </p:spTgt>
                                        </p:tgtEl>
                                        <p:attrNameLst>
                                          <p:attrName>ppt_y</p:attrName>
                                        </p:attrNameLst>
                                      </p:cBhvr>
                                      <p:tavLst>
                                        <p:tav tm="0">
                                          <p:val>
                                            <p:strVal val="#ppt_y"/>
                                          </p:val>
                                        </p:tav>
                                        <p:tav tm="100000">
                                          <p:val>
                                            <p:strVal val="#ppt_y"/>
                                          </p:val>
                                        </p:tav>
                                      </p:tavLst>
                                    </p:anim>
                                    <p:anim calcmode="lin" valueType="num">
                                      <p:cBhvr>
                                        <p:cTn id="9" dur="500" fill="hold"/>
                                        <p:tgtEl>
                                          <p:spTgt spid="277507">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77507">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77507">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1" presetClass="entr" presetSubtype="4" fill="hold" nodeType="clickEffect">
                                  <p:stCondLst>
                                    <p:cond delay="0"/>
                                  </p:stCondLst>
                                  <p:childTnLst>
                                    <p:set>
                                      <p:cBhvr>
                                        <p:cTn id="15" dur="1" fill="hold">
                                          <p:stCondLst>
                                            <p:cond delay="0"/>
                                          </p:stCondLst>
                                        </p:cTn>
                                        <p:tgtEl>
                                          <p:spTgt spid="277507">
                                            <p:txEl>
                                              <p:pRg st="2" end="2"/>
                                            </p:txEl>
                                          </p:spTgt>
                                        </p:tgtEl>
                                        <p:attrNameLst>
                                          <p:attrName>style.visibility</p:attrName>
                                        </p:attrNameLst>
                                      </p:cBhvr>
                                      <p:to>
                                        <p:strVal val="visible"/>
                                      </p:to>
                                    </p:set>
                                    <p:animEffect transition="in" filter="wheel(4)">
                                      <p:cBhvr>
                                        <p:cTn id="16" dur="2000"/>
                                        <p:tgtEl>
                                          <p:spTgt spid="277507">
                                            <p:txEl>
                                              <p:pRg st="2" end="2"/>
                                            </p:txEl>
                                          </p:spTgt>
                                        </p:tgtEl>
                                      </p:cBhvr>
                                    </p:animEffect>
                                  </p:childTnLst>
                                </p:cTn>
                              </p:par>
                              <p:par>
                                <p:cTn id="17" presetID="21" presetClass="entr" presetSubtype="4" fill="hold" nodeType="withEffect">
                                  <p:stCondLst>
                                    <p:cond delay="0"/>
                                  </p:stCondLst>
                                  <p:childTnLst>
                                    <p:set>
                                      <p:cBhvr>
                                        <p:cTn id="18" dur="1" fill="hold">
                                          <p:stCondLst>
                                            <p:cond delay="0"/>
                                          </p:stCondLst>
                                        </p:cTn>
                                        <p:tgtEl>
                                          <p:spTgt spid="277507">
                                            <p:txEl>
                                              <p:pRg st="3" end="3"/>
                                            </p:txEl>
                                          </p:spTgt>
                                        </p:tgtEl>
                                        <p:attrNameLst>
                                          <p:attrName>style.visibility</p:attrName>
                                        </p:attrNameLst>
                                      </p:cBhvr>
                                      <p:to>
                                        <p:strVal val="visible"/>
                                      </p:to>
                                    </p:set>
                                    <p:animEffect transition="in" filter="wheel(4)">
                                      <p:cBhvr>
                                        <p:cTn id="19" dur="2000"/>
                                        <p:tgtEl>
                                          <p:spTgt spid="277507">
                                            <p:txEl>
                                              <p:pRg st="3" end="3"/>
                                            </p:txEl>
                                          </p:spTgt>
                                        </p:tgtEl>
                                      </p:cBhvr>
                                    </p:animEffect>
                                  </p:childTnLst>
                                </p:cTn>
                              </p:par>
                              <p:par>
                                <p:cTn id="20" presetID="21" presetClass="entr" presetSubtype="4" fill="hold" nodeType="withEffect">
                                  <p:stCondLst>
                                    <p:cond delay="0"/>
                                  </p:stCondLst>
                                  <p:childTnLst>
                                    <p:set>
                                      <p:cBhvr>
                                        <p:cTn id="21" dur="1" fill="hold">
                                          <p:stCondLst>
                                            <p:cond delay="0"/>
                                          </p:stCondLst>
                                        </p:cTn>
                                        <p:tgtEl>
                                          <p:spTgt spid="277507">
                                            <p:txEl>
                                              <p:pRg st="4" end="4"/>
                                            </p:txEl>
                                          </p:spTgt>
                                        </p:tgtEl>
                                        <p:attrNameLst>
                                          <p:attrName>style.visibility</p:attrName>
                                        </p:attrNameLst>
                                      </p:cBhvr>
                                      <p:to>
                                        <p:strVal val="visible"/>
                                      </p:to>
                                    </p:set>
                                    <p:animEffect transition="in" filter="wheel(4)">
                                      <p:cBhvr>
                                        <p:cTn id="22" dur="2000"/>
                                        <p:tgtEl>
                                          <p:spTgt spid="277507">
                                            <p:txEl>
                                              <p:pRg st="4" end="4"/>
                                            </p:txEl>
                                          </p:spTgt>
                                        </p:tgtEl>
                                      </p:cBhvr>
                                    </p:animEffect>
                                  </p:childTnLst>
                                </p:cTn>
                              </p:par>
                              <p:par>
                                <p:cTn id="23" presetID="21" presetClass="entr" presetSubtype="4" fill="hold" nodeType="withEffect">
                                  <p:stCondLst>
                                    <p:cond delay="0"/>
                                  </p:stCondLst>
                                  <p:childTnLst>
                                    <p:set>
                                      <p:cBhvr>
                                        <p:cTn id="24" dur="1" fill="hold">
                                          <p:stCondLst>
                                            <p:cond delay="0"/>
                                          </p:stCondLst>
                                        </p:cTn>
                                        <p:tgtEl>
                                          <p:spTgt spid="277507">
                                            <p:txEl>
                                              <p:pRg st="5" end="5"/>
                                            </p:txEl>
                                          </p:spTgt>
                                        </p:tgtEl>
                                        <p:attrNameLst>
                                          <p:attrName>style.visibility</p:attrName>
                                        </p:attrNameLst>
                                      </p:cBhvr>
                                      <p:to>
                                        <p:strVal val="visible"/>
                                      </p:to>
                                    </p:set>
                                    <p:animEffect transition="in" filter="wheel(4)">
                                      <p:cBhvr>
                                        <p:cTn id="25" dur="2000"/>
                                        <p:tgtEl>
                                          <p:spTgt spid="27750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5">
            <a:extLst>
              <a:ext uri="{FF2B5EF4-FFF2-40B4-BE49-F238E27FC236}">
                <a16:creationId xmlns:a16="http://schemas.microsoft.com/office/drawing/2014/main" id="{EBED99E5-7774-509A-28F2-E9619B0F657C}"/>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F74E4E2D-3BFC-4530-8BAF-0070847AC7B9}" type="slidenum">
              <a:rPr lang="en-US" altLang="vi-VN" sz="1000">
                <a:latin typeface="Verdana" panose="020B0604030504040204" pitchFamily="34" charset="0"/>
              </a:rPr>
              <a:pPr algn="r" eaLnBrk="1" hangingPunct="1">
                <a:spcBef>
                  <a:spcPct val="0"/>
                </a:spcBef>
                <a:buFontTx/>
                <a:buNone/>
              </a:pPr>
              <a:t>10</a:t>
            </a:fld>
            <a:endParaRPr lang="en-US" altLang="vi-VN" sz="1000">
              <a:latin typeface="Verdana" panose="020B0604030504040204" pitchFamily="34" charset="0"/>
            </a:endParaRPr>
          </a:p>
        </p:txBody>
      </p:sp>
      <p:sp>
        <p:nvSpPr>
          <p:cNvPr id="25603" name="Rectangle 2">
            <a:extLst>
              <a:ext uri="{FF2B5EF4-FFF2-40B4-BE49-F238E27FC236}">
                <a16:creationId xmlns:a16="http://schemas.microsoft.com/office/drawing/2014/main" id="{A3611AB0-70C4-DA26-5CE1-10FE960429D3}"/>
              </a:ext>
            </a:extLst>
          </p:cNvPr>
          <p:cNvSpPr>
            <a:spLocks noGrp="1" noChangeArrowheads="1"/>
          </p:cNvSpPr>
          <p:nvPr>
            <p:ph type="title" idx="4294967295"/>
          </p:nvPr>
        </p:nvSpPr>
        <p:spPr>
          <a:xfrm>
            <a:off x="1763713" y="490538"/>
            <a:ext cx="6226175" cy="249237"/>
          </a:xfrm>
        </p:spPr>
        <p:txBody>
          <a:bodyPr anchor="b"/>
          <a:lstStyle/>
          <a:p>
            <a:pPr eaLnBrk="1" hangingPunct="1"/>
            <a:r>
              <a:rPr lang="en-US" altLang="vi-VN" sz="2800" b="1">
                <a:solidFill>
                  <a:srgbClr val="FF0000"/>
                </a:solidFill>
                <a:latin typeface="Times New Roman" panose="02020603050405020304" pitchFamily="18" charset="0"/>
              </a:rPr>
              <a:t>III. DỮ LIỆU TRONG EXCEL</a:t>
            </a:r>
          </a:p>
        </p:txBody>
      </p:sp>
      <p:sp>
        <p:nvSpPr>
          <p:cNvPr id="278531" name="Rectangle 3">
            <a:extLst>
              <a:ext uri="{FF2B5EF4-FFF2-40B4-BE49-F238E27FC236}">
                <a16:creationId xmlns:a16="http://schemas.microsoft.com/office/drawing/2014/main" id="{BDD57B6C-9D9A-F856-AA19-A65426E5A4A0}"/>
              </a:ext>
            </a:extLst>
          </p:cNvPr>
          <p:cNvSpPr>
            <a:spLocks noGrp="1" noChangeArrowheads="1"/>
          </p:cNvSpPr>
          <p:nvPr>
            <p:ph type="body" idx="4294967295"/>
          </p:nvPr>
        </p:nvSpPr>
        <p:spPr>
          <a:xfrm>
            <a:off x="304800" y="1219200"/>
            <a:ext cx="8229600" cy="4953000"/>
          </a:xfrm>
        </p:spPr>
        <p:txBody>
          <a:bodyPr/>
          <a:lstStyle/>
          <a:p>
            <a:pPr marL="609600" indent="-609600" eaLnBrk="1" hangingPunct="1">
              <a:buFontTx/>
              <a:buNone/>
            </a:pPr>
            <a:endParaRPr lang="en-US" altLang="vi-VN" sz="2800">
              <a:solidFill>
                <a:srgbClr val="FF0000"/>
              </a:solidFill>
              <a:latin typeface="Times New Roman" panose="02020603050405020304" pitchFamily="18" charset="0"/>
            </a:endParaRPr>
          </a:p>
          <a:p>
            <a:pPr marL="609600" indent="-609600" algn="just" eaLnBrk="1" hangingPunct="1">
              <a:buFontTx/>
              <a:buNone/>
            </a:pPr>
            <a:r>
              <a:rPr lang="en-US" altLang="vi-VN" sz="2800" b="1">
                <a:solidFill>
                  <a:srgbClr val="FF0000"/>
                </a:solidFill>
                <a:latin typeface="Times New Roman" panose="02020603050405020304" pitchFamily="18" charset="0"/>
              </a:rPr>
              <a:t>1. Cách nhập dữ liệu vào một ô:</a:t>
            </a:r>
          </a:p>
          <a:p>
            <a:pPr marL="609600" indent="-609600" algn="just" eaLnBrk="1" hangingPunct="1">
              <a:buFont typeface="Wingdings" panose="05000000000000000000" pitchFamily="2" charset="2"/>
              <a:buChar char="Ø"/>
            </a:pPr>
            <a:r>
              <a:rPr lang="en-US" altLang="vi-VN" sz="2800">
                <a:solidFill>
                  <a:srgbClr val="0000FF"/>
                </a:solidFill>
                <a:latin typeface="Times New Roman" panose="02020603050405020304" pitchFamily="18" charset="0"/>
              </a:rPr>
              <a:t>B1</a:t>
            </a:r>
            <a:r>
              <a:rPr lang="en-US" altLang="vi-VN" sz="2800">
                <a:latin typeface="Times New Roman" panose="02020603050405020304" pitchFamily="18" charset="0"/>
              </a:rPr>
              <a:t>: Đưa con trỏ ô đến ô cần nhập.</a:t>
            </a:r>
          </a:p>
          <a:p>
            <a:pPr marL="609600" indent="-609600" algn="just" eaLnBrk="1" hangingPunct="1">
              <a:buFont typeface="Wingdings" panose="05000000000000000000" pitchFamily="2" charset="2"/>
              <a:buChar char="Ø"/>
            </a:pPr>
            <a:r>
              <a:rPr lang="en-US" altLang="vi-VN" sz="2800">
                <a:solidFill>
                  <a:srgbClr val="0000FF"/>
                </a:solidFill>
                <a:latin typeface="Times New Roman" panose="02020603050405020304" pitchFamily="18" charset="0"/>
              </a:rPr>
              <a:t>B2</a:t>
            </a:r>
            <a:r>
              <a:rPr lang="en-US" altLang="vi-VN" sz="2800">
                <a:latin typeface="Times New Roman" panose="02020603050405020304" pitchFamily="18" charset="0"/>
              </a:rPr>
              <a:t>: Nhập dữ liệu vào.</a:t>
            </a:r>
          </a:p>
          <a:p>
            <a:pPr marL="609600" indent="-609600" algn="just" eaLnBrk="1" hangingPunct="1">
              <a:buFont typeface="Wingdings" panose="05000000000000000000" pitchFamily="2" charset="2"/>
              <a:buChar char="Ø"/>
            </a:pPr>
            <a:r>
              <a:rPr lang="en-US" altLang="vi-VN" sz="2800">
                <a:solidFill>
                  <a:srgbClr val="0000FF"/>
                </a:solidFill>
                <a:latin typeface="Times New Roman" panose="02020603050405020304" pitchFamily="18" charset="0"/>
              </a:rPr>
              <a:t>B3</a:t>
            </a:r>
            <a:r>
              <a:rPr lang="en-US" altLang="vi-VN" sz="2800">
                <a:latin typeface="Times New Roman" panose="02020603050405020304" pitchFamily="18" charset="0"/>
              </a:rPr>
              <a:t>: Kết thúc quá trình nhập bằng phím Enter (hoặc </a:t>
            </a:r>
            <a:r>
              <a:rPr lang="en-US" altLang="vi-VN" sz="2800">
                <a:latin typeface="Times New Roman" panose="02020603050405020304" pitchFamily="18" charset="0"/>
                <a:sym typeface="Wingdings" panose="05000000000000000000" pitchFamily="2" charset="2"/>
              </a:rPr>
              <a:t></a:t>
            </a:r>
            <a:r>
              <a:rPr lang="en-US" altLang="vi-VN" sz="2800">
                <a:latin typeface="Times New Roman" panose="02020603050405020304" pitchFamily="18" charset="0"/>
              </a:rPr>
              <a:t>, </a:t>
            </a:r>
            <a:r>
              <a:rPr lang="en-US" altLang="vi-VN" sz="2800">
                <a:latin typeface="Times New Roman" panose="02020603050405020304" pitchFamily="18" charset="0"/>
                <a:sym typeface="Wingdings" panose="05000000000000000000" pitchFamily="2" charset="2"/>
              </a:rPr>
              <a:t></a:t>
            </a:r>
            <a:r>
              <a:rPr lang="en-US" altLang="vi-VN" sz="2800">
                <a:latin typeface="Times New Roman" panose="02020603050405020304" pitchFamily="18" charset="0"/>
              </a:rPr>
              <a:t>, </a:t>
            </a:r>
            <a:r>
              <a:rPr lang="en-US" altLang="vi-VN" sz="2800">
                <a:latin typeface="Times New Roman" panose="02020603050405020304" pitchFamily="18" charset="0"/>
                <a:sym typeface="Wingdings" panose="05000000000000000000" pitchFamily="2" charset="2"/>
              </a:rPr>
              <a:t></a:t>
            </a:r>
            <a:r>
              <a:rPr lang="en-US" altLang="vi-VN" sz="2800">
                <a:latin typeface="Times New Roman" panose="02020603050405020304" pitchFamily="18" charset="0"/>
              </a:rPr>
              <a:t> ,</a:t>
            </a:r>
            <a:r>
              <a:rPr lang="en-US" altLang="vi-VN" sz="2800">
                <a:latin typeface="Times New Roman" panose="02020603050405020304" pitchFamily="18" charset="0"/>
                <a:sym typeface="Wingdings" panose="05000000000000000000" pitchFamily="2" charset="2"/>
              </a:rPr>
              <a:t></a:t>
            </a:r>
            <a:r>
              <a:rPr lang="en-US" altLang="vi-VN" sz="2800">
                <a:latin typeface="Times New Roman" panose="02020603050405020304" pitchFamily="18" charset="0"/>
              </a:rPr>
              <a:t>), hủy bỏ dữ liệu đang nhập bằng phím Esc.</a:t>
            </a:r>
            <a:endParaRPr lang="en-US" altLang="vi-VN" sz="2800" i="1" u="sng">
              <a:latin typeface="Times New Roman" panose="02020603050405020304" pitchFamily="18" charset="0"/>
            </a:endParaRPr>
          </a:p>
          <a:p>
            <a:pPr marL="609600" indent="-609600" algn="just" eaLnBrk="1" hangingPunct="1">
              <a:buFont typeface="Wingdings" panose="05000000000000000000" pitchFamily="2" charset="2"/>
              <a:buChar char="Ø"/>
            </a:pPr>
            <a:r>
              <a:rPr lang="en-US" altLang="vi-VN" sz="2800" i="1" u="sng">
                <a:solidFill>
                  <a:srgbClr val="0000FF"/>
                </a:solidFill>
                <a:latin typeface="Times New Roman" panose="02020603050405020304" pitchFamily="18" charset="0"/>
              </a:rPr>
              <a:t>Lưu ý:</a:t>
            </a:r>
            <a:r>
              <a:rPr lang="en-US" altLang="vi-VN" sz="2800">
                <a:latin typeface="Times New Roman" panose="02020603050405020304" pitchFamily="18" charset="0"/>
              </a:rPr>
              <a:t> Muốn hiệu chỉnh dữ liệu đã nhập ta chuyển con trỏ ô đến ô cần hiệu chỉnh rồi nhấn phím F2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278531">
                                            <p:txEl>
                                              <p:pRg st="1" end="1"/>
                                            </p:txEl>
                                          </p:spTgt>
                                        </p:tgtEl>
                                        <p:attrNameLst>
                                          <p:attrName>style.visibility</p:attrName>
                                        </p:attrNameLst>
                                      </p:cBhvr>
                                      <p:to>
                                        <p:strVal val="visible"/>
                                      </p:to>
                                    </p:set>
                                    <p:anim calcmode="lin" valueType="num">
                                      <p:cBhvr>
                                        <p:cTn id="7" dur="500" fill="hold"/>
                                        <p:tgtEl>
                                          <p:spTgt spid="278531">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78531">
                                            <p:txEl>
                                              <p:pRg st="1" end="1"/>
                                            </p:txEl>
                                          </p:spTgt>
                                        </p:tgtEl>
                                        <p:attrNameLst>
                                          <p:attrName>ppt_y</p:attrName>
                                        </p:attrNameLst>
                                      </p:cBhvr>
                                      <p:tavLst>
                                        <p:tav tm="0">
                                          <p:val>
                                            <p:strVal val="#ppt_y"/>
                                          </p:val>
                                        </p:tav>
                                        <p:tav tm="100000">
                                          <p:val>
                                            <p:strVal val="#ppt_y"/>
                                          </p:val>
                                        </p:tav>
                                      </p:tavLst>
                                    </p:anim>
                                    <p:anim calcmode="lin" valueType="num">
                                      <p:cBhvr>
                                        <p:cTn id="9" dur="500" fill="hold"/>
                                        <p:tgtEl>
                                          <p:spTgt spid="278531">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78531">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78531">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1" presetClass="entr" presetSubtype="0" fill="hold" nodeType="clickEffect">
                                  <p:stCondLst>
                                    <p:cond delay="0"/>
                                  </p:stCondLst>
                                  <p:iterate type="lt">
                                    <p:tmPct val="10000"/>
                                  </p:iterate>
                                  <p:childTnLst>
                                    <p:set>
                                      <p:cBhvr>
                                        <p:cTn id="15" dur="1" fill="hold">
                                          <p:stCondLst>
                                            <p:cond delay="0"/>
                                          </p:stCondLst>
                                        </p:cTn>
                                        <p:tgtEl>
                                          <p:spTgt spid="278531">
                                            <p:txEl>
                                              <p:pRg st="2" end="2"/>
                                            </p:txEl>
                                          </p:spTgt>
                                        </p:tgtEl>
                                        <p:attrNameLst>
                                          <p:attrName>style.visibility</p:attrName>
                                        </p:attrNameLst>
                                      </p:cBhvr>
                                      <p:to>
                                        <p:strVal val="visible"/>
                                      </p:to>
                                    </p:set>
                                    <p:anim calcmode="lin" valueType="num">
                                      <p:cBhvr>
                                        <p:cTn id="16" dur="500" fill="hold"/>
                                        <p:tgtEl>
                                          <p:spTgt spid="278531">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278531">
                                            <p:txEl>
                                              <p:pRg st="2" end="2"/>
                                            </p:txEl>
                                          </p:spTgt>
                                        </p:tgtEl>
                                        <p:attrNameLst>
                                          <p:attrName>ppt_y</p:attrName>
                                        </p:attrNameLst>
                                      </p:cBhvr>
                                      <p:tavLst>
                                        <p:tav tm="0">
                                          <p:val>
                                            <p:strVal val="#ppt_y"/>
                                          </p:val>
                                        </p:tav>
                                        <p:tav tm="100000">
                                          <p:val>
                                            <p:strVal val="#ppt_y"/>
                                          </p:val>
                                        </p:tav>
                                      </p:tavLst>
                                    </p:anim>
                                    <p:anim calcmode="lin" valueType="num">
                                      <p:cBhvr>
                                        <p:cTn id="18" dur="500" fill="hold"/>
                                        <p:tgtEl>
                                          <p:spTgt spid="278531">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278531">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278531">
                                            <p:txEl>
                                              <p:pRg st="2" end="2"/>
                                            </p:txEl>
                                          </p:spTgt>
                                        </p:tgtEl>
                                      </p:cBhvr>
                                    </p:animEffect>
                                  </p:childTnLst>
                                </p:cTn>
                              </p:par>
                              <p:par>
                                <p:cTn id="21" presetID="41" presetClass="entr" presetSubtype="0" fill="hold" nodeType="withEffect">
                                  <p:stCondLst>
                                    <p:cond delay="0"/>
                                  </p:stCondLst>
                                  <p:iterate type="lt">
                                    <p:tmPct val="10000"/>
                                  </p:iterate>
                                  <p:childTnLst>
                                    <p:set>
                                      <p:cBhvr>
                                        <p:cTn id="22" dur="1" fill="hold">
                                          <p:stCondLst>
                                            <p:cond delay="0"/>
                                          </p:stCondLst>
                                        </p:cTn>
                                        <p:tgtEl>
                                          <p:spTgt spid="278531">
                                            <p:txEl>
                                              <p:pRg st="3" end="3"/>
                                            </p:txEl>
                                          </p:spTgt>
                                        </p:tgtEl>
                                        <p:attrNameLst>
                                          <p:attrName>style.visibility</p:attrName>
                                        </p:attrNameLst>
                                      </p:cBhvr>
                                      <p:to>
                                        <p:strVal val="visible"/>
                                      </p:to>
                                    </p:set>
                                    <p:anim calcmode="lin" valueType="num">
                                      <p:cBhvr>
                                        <p:cTn id="23" dur="500" fill="hold"/>
                                        <p:tgtEl>
                                          <p:spTgt spid="278531">
                                            <p:txEl>
                                              <p:pRg st="3" end="3"/>
                                            </p:txEl>
                                          </p:spTgt>
                                        </p:tgtEl>
                                        <p:attrNameLst>
                                          <p:attrName>ppt_x</p:attrName>
                                        </p:attrNameLst>
                                      </p:cBhvr>
                                      <p:tavLst>
                                        <p:tav tm="0">
                                          <p:val>
                                            <p:strVal val="#ppt_x"/>
                                          </p:val>
                                        </p:tav>
                                        <p:tav tm="50000">
                                          <p:val>
                                            <p:strVal val="#ppt_x+.1"/>
                                          </p:val>
                                        </p:tav>
                                        <p:tav tm="100000">
                                          <p:val>
                                            <p:strVal val="#ppt_x"/>
                                          </p:val>
                                        </p:tav>
                                      </p:tavLst>
                                    </p:anim>
                                    <p:anim calcmode="lin" valueType="num">
                                      <p:cBhvr>
                                        <p:cTn id="24" dur="500" fill="hold"/>
                                        <p:tgtEl>
                                          <p:spTgt spid="278531">
                                            <p:txEl>
                                              <p:pRg st="3" end="3"/>
                                            </p:txEl>
                                          </p:spTgt>
                                        </p:tgtEl>
                                        <p:attrNameLst>
                                          <p:attrName>ppt_y</p:attrName>
                                        </p:attrNameLst>
                                      </p:cBhvr>
                                      <p:tavLst>
                                        <p:tav tm="0">
                                          <p:val>
                                            <p:strVal val="#ppt_y"/>
                                          </p:val>
                                        </p:tav>
                                        <p:tav tm="100000">
                                          <p:val>
                                            <p:strVal val="#ppt_y"/>
                                          </p:val>
                                        </p:tav>
                                      </p:tavLst>
                                    </p:anim>
                                    <p:anim calcmode="lin" valueType="num">
                                      <p:cBhvr>
                                        <p:cTn id="25" dur="500" fill="hold"/>
                                        <p:tgtEl>
                                          <p:spTgt spid="278531">
                                            <p:txEl>
                                              <p:pRg st="3" end="3"/>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6" dur="500" fill="hold"/>
                                        <p:tgtEl>
                                          <p:spTgt spid="278531">
                                            <p:txEl>
                                              <p:pRg st="3" end="3"/>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7" dur="500" tmFilter="0,0; .5, 1; 1, 1"/>
                                        <p:tgtEl>
                                          <p:spTgt spid="278531">
                                            <p:txEl>
                                              <p:pRg st="3" end="3"/>
                                            </p:txEl>
                                          </p:spTgt>
                                        </p:tgtEl>
                                      </p:cBhvr>
                                    </p:animEffect>
                                  </p:childTnLst>
                                </p:cTn>
                              </p:par>
                              <p:par>
                                <p:cTn id="28" presetID="41" presetClass="entr" presetSubtype="0" fill="hold" nodeType="withEffect">
                                  <p:stCondLst>
                                    <p:cond delay="0"/>
                                  </p:stCondLst>
                                  <p:iterate type="lt">
                                    <p:tmPct val="10000"/>
                                  </p:iterate>
                                  <p:childTnLst>
                                    <p:set>
                                      <p:cBhvr>
                                        <p:cTn id="29" dur="1" fill="hold">
                                          <p:stCondLst>
                                            <p:cond delay="0"/>
                                          </p:stCondLst>
                                        </p:cTn>
                                        <p:tgtEl>
                                          <p:spTgt spid="278531">
                                            <p:txEl>
                                              <p:pRg st="4" end="4"/>
                                            </p:txEl>
                                          </p:spTgt>
                                        </p:tgtEl>
                                        <p:attrNameLst>
                                          <p:attrName>style.visibility</p:attrName>
                                        </p:attrNameLst>
                                      </p:cBhvr>
                                      <p:to>
                                        <p:strVal val="visible"/>
                                      </p:to>
                                    </p:set>
                                    <p:anim calcmode="lin" valueType="num">
                                      <p:cBhvr>
                                        <p:cTn id="30" dur="500" fill="hold"/>
                                        <p:tgtEl>
                                          <p:spTgt spid="278531">
                                            <p:txEl>
                                              <p:pRg st="4" end="4"/>
                                            </p:txEl>
                                          </p:spTgt>
                                        </p:tgtEl>
                                        <p:attrNameLst>
                                          <p:attrName>ppt_x</p:attrName>
                                        </p:attrNameLst>
                                      </p:cBhvr>
                                      <p:tavLst>
                                        <p:tav tm="0">
                                          <p:val>
                                            <p:strVal val="#ppt_x"/>
                                          </p:val>
                                        </p:tav>
                                        <p:tav tm="50000">
                                          <p:val>
                                            <p:strVal val="#ppt_x+.1"/>
                                          </p:val>
                                        </p:tav>
                                        <p:tav tm="100000">
                                          <p:val>
                                            <p:strVal val="#ppt_x"/>
                                          </p:val>
                                        </p:tav>
                                      </p:tavLst>
                                    </p:anim>
                                    <p:anim calcmode="lin" valueType="num">
                                      <p:cBhvr>
                                        <p:cTn id="31" dur="500" fill="hold"/>
                                        <p:tgtEl>
                                          <p:spTgt spid="278531">
                                            <p:txEl>
                                              <p:pRg st="4" end="4"/>
                                            </p:txEl>
                                          </p:spTgt>
                                        </p:tgtEl>
                                        <p:attrNameLst>
                                          <p:attrName>ppt_y</p:attrName>
                                        </p:attrNameLst>
                                      </p:cBhvr>
                                      <p:tavLst>
                                        <p:tav tm="0">
                                          <p:val>
                                            <p:strVal val="#ppt_y"/>
                                          </p:val>
                                        </p:tav>
                                        <p:tav tm="100000">
                                          <p:val>
                                            <p:strVal val="#ppt_y"/>
                                          </p:val>
                                        </p:tav>
                                      </p:tavLst>
                                    </p:anim>
                                    <p:anim calcmode="lin" valueType="num">
                                      <p:cBhvr>
                                        <p:cTn id="32" dur="500" fill="hold"/>
                                        <p:tgtEl>
                                          <p:spTgt spid="278531">
                                            <p:txEl>
                                              <p:pRg st="4" end="4"/>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3" dur="500" fill="hold"/>
                                        <p:tgtEl>
                                          <p:spTgt spid="278531">
                                            <p:txEl>
                                              <p:pRg st="4" end="4"/>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4" dur="500" tmFilter="0,0; .5, 1; 1, 1"/>
                                        <p:tgtEl>
                                          <p:spTgt spid="278531">
                                            <p:txEl>
                                              <p:pRg st="4" end="4"/>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1" presetClass="entr" presetSubtype="4" fill="hold" nodeType="clickEffect">
                                  <p:stCondLst>
                                    <p:cond delay="0"/>
                                  </p:stCondLst>
                                  <p:childTnLst>
                                    <p:set>
                                      <p:cBhvr>
                                        <p:cTn id="38" dur="1" fill="hold">
                                          <p:stCondLst>
                                            <p:cond delay="0"/>
                                          </p:stCondLst>
                                        </p:cTn>
                                        <p:tgtEl>
                                          <p:spTgt spid="278531">
                                            <p:txEl>
                                              <p:pRg st="5" end="5"/>
                                            </p:txEl>
                                          </p:spTgt>
                                        </p:tgtEl>
                                        <p:attrNameLst>
                                          <p:attrName>style.visibility</p:attrName>
                                        </p:attrNameLst>
                                      </p:cBhvr>
                                      <p:to>
                                        <p:strVal val="visible"/>
                                      </p:to>
                                    </p:set>
                                    <p:animEffect transition="in" filter="wheel(4)">
                                      <p:cBhvr>
                                        <p:cTn id="39" dur="2000"/>
                                        <p:tgtEl>
                                          <p:spTgt spid="27853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a:extLst>
              <a:ext uri="{FF2B5EF4-FFF2-40B4-BE49-F238E27FC236}">
                <a16:creationId xmlns:a16="http://schemas.microsoft.com/office/drawing/2014/main" id="{A8622626-5675-26D3-51CE-88689B680D37}"/>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D0BFA7D3-5A40-4212-B313-B96687F07EBE}" type="slidenum">
              <a:rPr lang="en-US" altLang="vi-VN" sz="1000">
                <a:latin typeface="Verdana" panose="020B0604030504040204" pitchFamily="34" charset="0"/>
              </a:rPr>
              <a:pPr algn="r" eaLnBrk="1" hangingPunct="1">
                <a:spcBef>
                  <a:spcPct val="0"/>
                </a:spcBef>
                <a:buFontTx/>
                <a:buNone/>
              </a:pPr>
              <a:t>11</a:t>
            </a:fld>
            <a:endParaRPr lang="en-US" altLang="vi-VN" sz="1000">
              <a:latin typeface="Verdana" panose="020B0604030504040204" pitchFamily="34" charset="0"/>
            </a:endParaRPr>
          </a:p>
        </p:txBody>
      </p:sp>
      <p:sp>
        <p:nvSpPr>
          <p:cNvPr id="26627" name="Rectangle 2">
            <a:extLst>
              <a:ext uri="{FF2B5EF4-FFF2-40B4-BE49-F238E27FC236}">
                <a16:creationId xmlns:a16="http://schemas.microsoft.com/office/drawing/2014/main" id="{1D73365A-4012-49C2-E3A4-96D51153D605}"/>
              </a:ext>
            </a:extLst>
          </p:cNvPr>
          <p:cNvSpPr>
            <a:spLocks noGrp="1" noChangeArrowheads="1"/>
          </p:cNvSpPr>
          <p:nvPr>
            <p:ph type="title" idx="4294967295"/>
          </p:nvPr>
        </p:nvSpPr>
        <p:spPr>
          <a:xfrm>
            <a:off x="457200" y="0"/>
            <a:ext cx="8229600" cy="762000"/>
          </a:xfrm>
        </p:spPr>
        <p:txBody>
          <a:bodyPr anchor="b"/>
          <a:lstStyle/>
          <a:p>
            <a:pPr eaLnBrk="1" hangingPunct="1"/>
            <a:r>
              <a:rPr lang="en-US" altLang="vi-VN" sz="2800" b="1">
                <a:solidFill>
                  <a:srgbClr val="FF0000"/>
                </a:solidFill>
                <a:latin typeface="Times New Roman" panose="02020603050405020304" pitchFamily="18" charset="0"/>
              </a:rPr>
              <a:t>III. DỮ LIỆU TRONG EXCEL (tt)</a:t>
            </a:r>
          </a:p>
        </p:txBody>
      </p:sp>
      <p:sp>
        <p:nvSpPr>
          <p:cNvPr id="279555" name="Rectangle 3">
            <a:extLst>
              <a:ext uri="{FF2B5EF4-FFF2-40B4-BE49-F238E27FC236}">
                <a16:creationId xmlns:a16="http://schemas.microsoft.com/office/drawing/2014/main" id="{3C1457C0-A313-1396-E715-375622D717CD}"/>
              </a:ext>
            </a:extLst>
          </p:cNvPr>
          <p:cNvSpPr>
            <a:spLocks noGrp="1" noChangeArrowheads="1"/>
          </p:cNvSpPr>
          <p:nvPr>
            <p:ph type="body" idx="4294967295"/>
          </p:nvPr>
        </p:nvSpPr>
        <p:spPr>
          <a:xfrm>
            <a:off x="304800" y="914400"/>
            <a:ext cx="8839200" cy="5524500"/>
          </a:xfrm>
        </p:spPr>
        <p:txBody>
          <a:bodyPr/>
          <a:lstStyle/>
          <a:p>
            <a:pPr eaLnBrk="1" hangingPunct="1">
              <a:buFont typeface="Wingdings" panose="05000000000000000000" pitchFamily="2" charset="2"/>
              <a:buNone/>
            </a:pPr>
            <a:r>
              <a:rPr lang="en-US" altLang="vi-VN" sz="2800" b="1">
                <a:solidFill>
                  <a:srgbClr val="FF0000"/>
                </a:solidFill>
                <a:latin typeface="Times New Roman" panose="02020603050405020304" pitchFamily="18" charset="0"/>
              </a:rPr>
              <a:t>2. Các kiểu dữ liệu :</a:t>
            </a:r>
            <a:r>
              <a:rPr lang="en-US" altLang="vi-VN" sz="2800">
                <a:solidFill>
                  <a:srgbClr val="FF0000"/>
                </a:solidFill>
                <a:latin typeface="Times New Roman" panose="02020603050405020304" pitchFamily="18" charset="0"/>
              </a:rPr>
              <a:t> </a:t>
            </a:r>
          </a:p>
          <a:p>
            <a:pPr eaLnBrk="1" hangingPunct="1">
              <a:buFont typeface="Wingdings" panose="05000000000000000000" pitchFamily="2" charset="2"/>
              <a:buNone/>
            </a:pPr>
            <a:r>
              <a:rPr lang="en-US" altLang="vi-VN" sz="2400" b="1">
                <a:solidFill>
                  <a:srgbClr val="FF0000"/>
                </a:solidFill>
                <a:latin typeface="Times New Roman" panose="02020603050405020304" pitchFamily="18" charset="0"/>
              </a:rPr>
              <a:t>2.1. Dữ liệu kiểu chuỗi (Text)</a:t>
            </a:r>
          </a:p>
          <a:p>
            <a:pPr eaLnBrk="1" hangingPunct="1">
              <a:buClr>
                <a:srgbClr val="FF0000"/>
              </a:buClr>
              <a:buFont typeface="Wingdings" panose="05000000000000000000" pitchFamily="2" charset="2"/>
              <a:buChar char="Ø"/>
            </a:pPr>
            <a:r>
              <a:rPr lang="en-US" altLang="vi-VN" sz="2800">
                <a:latin typeface="Times New Roman" panose="02020603050405020304" pitchFamily="18" charset="0"/>
              </a:rPr>
              <a:t>Gía trị gồm một hay nhiều ký tự (chữ cái, chữ số,…)</a:t>
            </a:r>
          </a:p>
          <a:p>
            <a:pPr eaLnBrk="1" hangingPunct="1">
              <a:buClr>
                <a:srgbClr val="FF0000"/>
              </a:buClr>
              <a:buFont typeface="Wingdings" panose="05000000000000000000" pitchFamily="2" charset="2"/>
              <a:buChar char="Ø"/>
            </a:pPr>
            <a:r>
              <a:rPr lang="en-US" altLang="vi-VN" sz="2800">
                <a:latin typeface="Times New Roman" panose="02020603050405020304" pitchFamily="18" charset="0"/>
              </a:rPr>
              <a:t>Nếu độ dài dữ liệu &lt;= độ rộng ô, hiển thị bình thường.</a:t>
            </a:r>
          </a:p>
          <a:p>
            <a:pPr eaLnBrk="1" hangingPunct="1">
              <a:buClr>
                <a:srgbClr val="FF0000"/>
              </a:buClr>
              <a:buFont typeface="Wingdings" panose="05000000000000000000" pitchFamily="2" charset="2"/>
              <a:buChar char="Ø"/>
            </a:pPr>
            <a:r>
              <a:rPr lang="en-US" altLang="vi-VN" sz="2800">
                <a:latin typeface="Times New Roman" panose="02020603050405020304" pitchFamily="18" charset="0"/>
              </a:rPr>
              <a:t>Nếu độ dài dữ liệu &gt; độ rộng ô, có 2 khả năng:</a:t>
            </a:r>
          </a:p>
          <a:p>
            <a:pPr eaLnBrk="1" hangingPunct="1">
              <a:buClr>
                <a:srgbClr val="FF0000"/>
              </a:buClr>
              <a:buFont typeface="Wingdings" panose="05000000000000000000" pitchFamily="2" charset="2"/>
              <a:buNone/>
            </a:pPr>
            <a:r>
              <a:rPr lang="en-US" altLang="vi-VN" sz="2800">
                <a:latin typeface="Times New Roman" panose="02020603050405020304" pitchFamily="18" charset="0"/>
              </a:rPr>
              <a:t>+ Ô kế cận rỗng : dữ liệu tràn qua.</a:t>
            </a:r>
          </a:p>
          <a:p>
            <a:pPr eaLnBrk="1" hangingPunct="1">
              <a:buClr>
                <a:srgbClr val="FF0000"/>
              </a:buClr>
              <a:buFont typeface="Wingdings" panose="05000000000000000000" pitchFamily="2" charset="2"/>
              <a:buNone/>
            </a:pPr>
            <a:r>
              <a:rPr lang="en-US" altLang="vi-VN" sz="2800">
                <a:latin typeface="Times New Roman" panose="02020603050405020304" pitchFamily="18" charset="0"/>
              </a:rPr>
              <a:t>+ Ô kế cận không rỗng: dữ liệu bị che khuất một một phần.</a:t>
            </a:r>
          </a:p>
          <a:p>
            <a:pPr eaLnBrk="1" hangingPunct="1">
              <a:buClr>
                <a:srgbClr val="FF0000"/>
              </a:buClr>
              <a:buFont typeface="Wingdings" panose="05000000000000000000" pitchFamily="2" charset="2"/>
              <a:buChar char="Ø"/>
            </a:pPr>
            <a:r>
              <a:rPr lang="en-US" altLang="vi-VN" sz="2800">
                <a:solidFill>
                  <a:srgbClr val="0000FF"/>
                </a:solidFill>
                <a:latin typeface="Times New Roman" panose="02020603050405020304" pitchFamily="18" charset="0"/>
              </a:rPr>
              <a:t>Toán tử</a:t>
            </a:r>
            <a:r>
              <a:rPr lang="en-US" altLang="vi-VN" sz="2800">
                <a:latin typeface="Times New Roman" panose="02020603050405020304" pitchFamily="18" charset="0"/>
              </a:rPr>
              <a:t>: Có duy nhất một toán tử nối chuỗi, ký hiệu là “&amp;”, dùng để nối nội dung hai chuỗi lại với nhau.</a:t>
            </a:r>
          </a:p>
          <a:p>
            <a:pPr eaLnBrk="1" hangingPunct="1">
              <a:buClr>
                <a:srgbClr val="FF0000"/>
              </a:buClr>
              <a:buFont typeface="Wingdings" panose="05000000000000000000" pitchFamily="2" charset="2"/>
              <a:buChar char="Ø"/>
            </a:pPr>
            <a:r>
              <a:rPr lang="en-US" altLang="vi-VN" sz="2800">
                <a:solidFill>
                  <a:srgbClr val="0000FF"/>
                </a:solidFill>
                <a:latin typeface="Times New Roman" panose="02020603050405020304" pitchFamily="18" charset="0"/>
              </a:rPr>
              <a:t>Ví dụ</a:t>
            </a:r>
            <a:r>
              <a:rPr lang="en-US" altLang="vi-VN" sz="2800">
                <a:latin typeface="Times New Roman" panose="02020603050405020304" pitchFamily="18" charset="0"/>
              </a:rPr>
              <a:t> : = “126 Phường 6” &amp; “TP. Cà Mau” kết quả là “126 Phường 6 TP. Cà Mau”.</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279555">
                                            <p:txEl>
                                              <p:pRg st="0" end="0"/>
                                            </p:txEl>
                                          </p:spTgt>
                                        </p:tgtEl>
                                        <p:attrNameLst>
                                          <p:attrName>style.visibility</p:attrName>
                                        </p:attrNameLst>
                                      </p:cBhvr>
                                      <p:to>
                                        <p:strVal val="visible"/>
                                      </p:to>
                                    </p:set>
                                    <p:anim calcmode="lin" valueType="num">
                                      <p:cBhvr>
                                        <p:cTn id="7" dur="500" fill="hold"/>
                                        <p:tgtEl>
                                          <p:spTgt spid="279555">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79555">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279555">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79555">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79555">
                                            <p:txEl>
                                              <p:pRg st="0" end="0"/>
                                            </p:txEl>
                                          </p:spTgt>
                                        </p:tgtEl>
                                      </p:cBhvr>
                                    </p:animEffect>
                                  </p:childTnLst>
                                </p:cTn>
                              </p:par>
                              <p:par>
                                <p:cTn id="12" presetID="41" presetClass="entr" presetSubtype="0" fill="hold" nodeType="withEffect">
                                  <p:stCondLst>
                                    <p:cond delay="0"/>
                                  </p:stCondLst>
                                  <p:iterate type="lt">
                                    <p:tmPct val="10000"/>
                                  </p:iterate>
                                  <p:childTnLst>
                                    <p:set>
                                      <p:cBhvr>
                                        <p:cTn id="13" dur="1" fill="hold">
                                          <p:stCondLst>
                                            <p:cond delay="0"/>
                                          </p:stCondLst>
                                        </p:cTn>
                                        <p:tgtEl>
                                          <p:spTgt spid="279555">
                                            <p:txEl>
                                              <p:pRg st="1" end="1"/>
                                            </p:txEl>
                                          </p:spTgt>
                                        </p:tgtEl>
                                        <p:attrNameLst>
                                          <p:attrName>style.visibility</p:attrName>
                                        </p:attrNameLst>
                                      </p:cBhvr>
                                      <p:to>
                                        <p:strVal val="visible"/>
                                      </p:to>
                                    </p:set>
                                    <p:anim calcmode="lin" valueType="num">
                                      <p:cBhvr>
                                        <p:cTn id="14" dur="500" fill="hold"/>
                                        <p:tgtEl>
                                          <p:spTgt spid="279555">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15" dur="500" fill="hold"/>
                                        <p:tgtEl>
                                          <p:spTgt spid="279555">
                                            <p:txEl>
                                              <p:pRg st="1" end="1"/>
                                            </p:txEl>
                                          </p:spTgt>
                                        </p:tgtEl>
                                        <p:attrNameLst>
                                          <p:attrName>ppt_y</p:attrName>
                                        </p:attrNameLst>
                                      </p:cBhvr>
                                      <p:tavLst>
                                        <p:tav tm="0">
                                          <p:val>
                                            <p:strVal val="#ppt_y"/>
                                          </p:val>
                                        </p:tav>
                                        <p:tav tm="100000">
                                          <p:val>
                                            <p:strVal val="#ppt_y"/>
                                          </p:val>
                                        </p:tav>
                                      </p:tavLst>
                                    </p:anim>
                                    <p:anim calcmode="lin" valueType="num">
                                      <p:cBhvr>
                                        <p:cTn id="16" dur="500" fill="hold"/>
                                        <p:tgtEl>
                                          <p:spTgt spid="279555">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7" dur="500" fill="hold"/>
                                        <p:tgtEl>
                                          <p:spTgt spid="279555">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8" dur="500" tmFilter="0,0; .5, 1; 1, 1"/>
                                        <p:tgtEl>
                                          <p:spTgt spid="279555">
                                            <p:txEl>
                                              <p:pRg st="1" end="1"/>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1" presetClass="entr" presetSubtype="4" fill="hold" nodeType="clickEffect">
                                  <p:stCondLst>
                                    <p:cond delay="0"/>
                                  </p:stCondLst>
                                  <p:childTnLst>
                                    <p:set>
                                      <p:cBhvr>
                                        <p:cTn id="22" dur="1" fill="hold">
                                          <p:stCondLst>
                                            <p:cond delay="0"/>
                                          </p:stCondLst>
                                        </p:cTn>
                                        <p:tgtEl>
                                          <p:spTgt spid="279555">
                                            <p:txEl>
                                              <p:pRg st="2" end="2"/>
                                            </p:txEl>
                                          </p:spTgt>
                                        </p:tgtEl>
                                        <p:attrNameLst>
                                          <p:attrName>style.visibility</p:attrName>
                                        </p:attrNameLst>
                                      </p:cBhvr>
                                      <p:to>
                                        <p:strVal val="visible"/>
                                      </p:to>
                                    </p:set>
                                    <p:animEffect transition="in" filter="wheel(4)">
                                      <p:cBhvr>
                                        <p:cTn id="23" dur="2000"/>
                                        <p:tgtEl>
                                          <p:spTgt spid="279555">
                                            <p:txEl>
                                              <p:pRg st="2" end="2"/>
                                            </p:txEl>
                                          </p:spTgt>
                                        </p:tgtEl>
                                      </p:cBhvr>
                                    </p:animEffect>
                                  </p:childTnLst>
                                </p:cTn>
                              </p:par>
                              <p:par>
                                <p:cTn id="24" presetID="21" presetClass="entr" presetSubtype="4" fill="hold" nodeType="withEffect">
                                  <p:stCondLst>
                                    <p:cond delay="0"/>
                                  </p:stCondLst>
                                  <p:childTnLst>
                                    <p:set>
                                      <p:cBhvr>
                                        <p:cTn id="25" dur="1" fill="hold">
                                          <p:stCondLst>
                                            <p:cond delay="0"/>
                                          </p:stCondLst>
                                        </p:cTn>
                                        <p:tgtEl>
                                          <p:spTgt spid="279555">
                                            <p:txEl>
                                              <p:pRg st="3" end="3"/>
                                            </p:txEl>
                                          </p:spTgt>
                                        </p:tgtEl>
                                        <p:attrNameLst>
                                          <p:attrName>style.visibility</p:attrName>
                                        </p:attrNameLst>
                                      </p:cBhvr>
                                      <p:to>
                                        <p:strVal val="visible"/>
                                      </p:to>
                                    </p:set>
                                    <p:animEffect transition="in" filter="wheel(4)">
                                      <p:cBhvr>
                                        <p:cTn id="26" dur="2000"/>
                                        <p:tgtEl>
                                          <p:spTgt spid="279555">
                                            <p:txEl>
                                              <p:pRg st="3" end="3"/>
                                            </p:txEl>
                                          </p:spTgt>
                                        </p:tgtEl>
                                      </p:cBhvr>
                                    </p:animEffect>
                                  </p:childTnLst>
                                </p:cTn>
                              </p:par>
                              <p:par>
                                <p:cTn id="27" presetID="21" presetClass="entr" presetSubtype="4" fill="hold" nodeType="withEffect">
                                  <p:stCondLst>
                                    <p:cond delay="0"/>
                                  </p:stCondLst>
                                  <p:childTnLst>
                                    <p:set>
                                      <p:cBhvr>
                                        <p:cTn id="28" dur="1" fill="hold">
                                          <p:stCondLst>
                                            <p:cond delay="0"/>
                                          </p:stCondLst>
                                        </p:cTn>
                                        <p:tgtEl>
                                          <p:spTgt spid="279555">
                                            <p:txEl>
                                              <p:pRg st="4" end="4"/>
                                            </p:txEl>
                                          </p:spTgt>
                                        </p:tgtEl>
                                        <p:attrNameLst>
                                          <p:attrName>style.visibility</p:attrName>
                                        </p:attrNameLst>
                                      </p:cBhvr>
                                      <p:to>
                                        <p:strVal val="visible"/>
                                      </p:to>
                                    </p:set>
                                    <p:animEffect transition="in" filter="wheel(4)">
                                      <p:cBhvr>
                                        <p:cTn id="29" dur="2000"/>
                                        <p:tgtEl>
                                          <p:spTgt spid="279555">
                                            <p:txEl>
                                              <p:pRg st="4" end="4"/>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41" presetClass="entr" presetSubtype="0" fill="hold" nodeType="clickEffect">
                                  <p:stCondLst>
                                    <p:cond delay="0"/>
                                  </p:stCondLst>
                                  <p:iterate type="lt">
                                    <p:tmPct val="10000"/>
                                  </p:iterate>
                                  <p:childTnLst>
                                    <p:set>
                                      <p:cBhvr>
                                        <p:cTn id="33" dur="1" fill="hold">
                                          <p:stCondLst>
                                            <p:cond delay="0"/>
                                          </p:stCondLst>
                                        </p:cTn>
                                        <p:tgtEl>
                                          <p:spTgt spid="279555">
                                            <p:txEl>
                                              <p:pRg st="5" end="5"/>
                                            </p:txEl>
                                          </p:spTgt>
                                        </p:tgtEl>
                                        <p:attrNameLst>
                                          <p:attrName>style.visibility</p:attrName>
                                        </p:attrNameLst>
                                      </p:cBhvr>
                                      <p:to>
                                        <p:strVal val="visible"/>
                                      </p:to>
                                    </p:set>
                                    <p:anim calcmode="lin" valueType="num">
                                      <p:cBhvr>
                                        <p:cTn id="34" dur="500" fill="hold"/>
                                        <p:tgtEl>
                                          <p:spTgt spid="279555">
                                            <p:txEl>
                                              <p:pRg st="5" end="5"/>
                                            </p:txEl>
                                          </p:spTgt>
                                        </p:tgtEl>
                                        <p:attrNameLst>
                                          <p:attrName>ppt_x</p:attrName>
                                        </p:attrNameLst>
                                      </p:cBhvr>
                                      <p:tavLst>
                                        <p:tav tm="0">
                                          <p:val>
                                            <p:strVal val="#ppt_x"/>
                                          </p:val>
                                        </p:tav>
                                        <p:tav tm="50000">
                                          <p:val>
                                            <p:strVal val="#ppt_x+.1"/>
                                          </p:val>
                                        </p:tav>
                                        <p:tav tm="100000">
                                          <p:val>
                                            <p:strVal val="#ppt_x"/>
                                          </p:val>
                                        </p:tav>
                                      </p:tavLst>
                                    </p:anim>
                                    <p:anim calcmode="lin" valueType="num">
                                      <p:cBhvr>
                                        <p:cTn id="35" dur="500" fill="hold"/>
                                        <p:tgtEl>
                                          <p:spTgt spid="279555">
                                            <p:txEl>
                                              <p:pRg st="5" end="5"/>
                                            </p:txEl>
                                          </p:spTgt>
                                        </p:tgtEl>
                                        <p:attrNameLst>
                                          <p:attrName>ppt_y</p:attrName>
                                        </p:attrNameLst>
                                      </p:cBhvr>
                                      <p:tavLst>
                                        <p:tav tm="0">
                                          <p:val>
                                            <p:strVal val="#ppt_y"/>
                                          </p:val>
                                        </p:tav>
                                        <p:tav tm="100000">
                                          <p:val>
                                            <p:strVal val="#ppt_y"/>
                                          </p:val>
                                        </p:tav>
                                      </p:tavLst>
                                    </p:anim>
                                    <p:anim calcmode="lin" valueType="num">
                                      <p:cBhvr>
                                        <p:cTn id="36" dur="500" fill="hold"/>
                                        <p:tgtEl>
                                          <p:spTgt spid="279555">
                                            <p:txEl>
                                              <p:pRg st="5" end="5"/>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7" dur="500" fill="hold"/>
                                        <p:tgtEl>
                                          <p:spTgt spid="279555">
                                            <p:txEl>
                                              <p:pRg st="5" end="5"/>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8" dur="500" tmFilter="0,0; .5, 1; 1, 1"/>
                                        <p:tgtEl>
                                          <p:spTgt spid="279555">
                                            <p:txEl>
                                              <p:pRg st="5" end="5"/>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1" presetClass="entr" presetSubtype="4" fill="hold" nodeType="clickEffect">
                                  <p:stCondLst>
                                    <p:cond delay="0"/>
                                  </p:stCondLst>
                                  <p:childTnLst>
                                    <p:set>
                                      <p:cBhvr>
                                        <p:cTn id="42" dur="1" fill="hold">
                                          <p:stCondLst>
                                            <p:cond delay="0"/>
                                          </p:stCondLst>
                                        </p:cTn>
                                        <p:tgtEl>
                                          <p:spTgt spid="279555">
                                            <p:txEl>
                                              <p:pRg st="6" end="6"/>
                                            </p:txEl>
                                          </p:spTgt>
                                        </p:tgtEl>
                                        <p:attrNameLst>
                                          <p:attrName>style.visibility</p:attrName>
                                        </p:attrNameLst>
                                      </p:cBhvr>
                                      <p:to>
                                        <p:strVal val="visible"/>
                                      </p:to>
                                    </p:set>
                                    <p:animEffect transition="in" filter="wheel(4)">
                                      <p:cBhvr>
                                        <p:cTn id="43" dur="2000"/>
                                        <p:tgtEl>
                                          <p:spTgt spid="279555">
                                            <p:txEl>
                                              <p:pRg st="6" end="6"/>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1" presetClass="entr" presetSubtype="4" fill="hold" nodeType="clickEffect">
                                  <p:stCondLst>
                                    <p:cond delay="0"/>
                                  </p:stCondLst>
                                  <p:childTnLst>
                                    <p:set>
                                      <p:cBhvr>
                                        <p:cTn id="47" dur="1" fill="hold">
                                          <p:stCondLst>
                                            <p:cond delay="0"/>
                                          </p:stCondLst>
                                        </p:cTn>
                                        <p:tgtEl>
                                          <p:spTgt spid="279555">
                                            <p:txEl>
                                              <p:pRg st="7" end="7"/>
                                            </p:txEl>
                                          </p:spTgt>
                                        </p:tgtEl>
                                        <p:attrNameLst>
                                          <p:attrName>style.visibility</p:attrName>
                                        </p:attrNameLst>
                                      </p:cBhvr>
                                      <p:to>
                                        <p:strVal val="visible"/>
                                      </p:to>
                                    </p:set>
                                    <p:animEffect transition="in" filter="wheel(4)">
                                      <p:cBhvr>
                                        <p:cTn id="48" dur="2000"/>
                                        <p:tgtEl>
                                          <p:spTgt spid="279555">
                                            <p:txEl>
                                              <p:pRg st="7" end="7"/>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41" presetClass="entr" presetSubtype="0" fill="hold" nodeType="clickEffect">
                                  <p:stCondLst>
                                    <p:cond delay="0"/>
                                  </p:stCondLst>
                                  <p:iterate type="lt">
                                    <p:tmPct val="10000"/>
                                  </p:iterate>
                                  <p:childTnLst>
                                    <p:set>
                                      <p:cBhvr>
                                        <p:cTn id="52" dur="1" fill="hold">
                                          <p:stCondLst>
                                            <p:cond delay="0"/>
                                          </p:stCondLst>
                                        </p:cTn>
                                        <p:tgtEl>
                                          <p:spTgt spid="279555">
                                            <p:txEl>
                                              <p:pRg st="8" end="8"/>
                                            </p:txEl>
                                          </p:spTgt>
                                        </p:tgtEl>
                                        <p:attrNameLst>
                                          <p:attrName>style.visibility</p:attrName>
                                        </p:attrNameLst>
                                      </p:cBhvr>
                                      <p:to>
                                        <p:strVal val="visible"/>
                                      </p:to>
                                    </p:set>
                                    <p:anim calcmode="lin" valueType="num">
                                      <p:cBhvr>
                                        <p:cTn id="53" dur="500" fill="hold"/>
                                        <p:tgtEl>
                                          <p:spTgt spid="279555">
                                            <p:txEl>
                                              <p:pRg st="8" end="8"/>
                                            </p:txEl>
                                          </p:spTgt>
                                        </p:tgtEl>
                                        <p:attrNameLst>
                                          <p:attrName>ppt_x</p:attrName>
                                        </p:attrNameLst>
                                      </p:cBhvr>
                                      <p:tavLst>
                                        <p:tav tm="0">
                                          <p:val>
                                            <p:strVal val="#ppt_x"/>
                                          </p:val>
                                        </p:tav>
                                        <p:tav tm="50000">
                                          <p:val>
                                            <p:strVal val="#ppt_x+.1"/>
                                          </p:val>
                                        </p:tav>
                                        <p:tav tm="100000">
                                          <p:val>
                                            <p:strVal val="#ppt_x"/>
                                          </p:val>
                                        </p:tav>
                                      </p:tavLst>
                                    </p:anim>
                                    <p:anim calcmode="lin" valueType="num">
                                      <p:cBhvr>
                                        <p:cTn id="54" dur="500" fill="hold"/>
                                        <p:tgtEl>
                                          <p:spTgt spid="279555">
                                            <p:txEl>
                                              <p:pRg st="8" end="8"/>
                                            </p:txEl>
                                          </p:spTgt>
                                        </p:tgtEl>
                                        <p:attrNameLst>
                                          <p:attrName>ppt_y</p:attrName>
                                        </p:attrNameLst>
                                      </p:cBhvr>
                                      <p:tavLst>
                                        <p:tav tm="0">
                                          <p:val>
                                            <p:strVal val="#ppt_y"/>
                                          </p:val>
                                        </p:tav>
                                        <p:tav tm="100000">
                                          <p:val>
                                            <p:strVal val="#ppt_y"/>
                                          </p:val>
                                        </p:tav>
                                      </p:tavLst>
                                    </p:anim>
                                    <p:anim calcmode="lin" valueType="num">
                                      <p:cBhvr>
                                        <p:cTn id="55" dur="500" fill="hold"/>
                                        <p:tgtEl>
                                          <p:spTgt spid="279555">
                                            <p:txEl>
                                              <p:pRg st="8" end="8"/>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56" dur="500" fill="hold"/>
                                        <p:tgtEl>
                                          <p:spTgt spid="279555">
                                            <p:txEl>
                                              <p:pRg st="8" end="8"/>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57" dur="500" tmFilter="0,0; .5, 1; 1, 1"/>
                                        <p:tgtEl>
                                          <p:spTgt spid="27955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5">
            <a:extLst>
              <a:ext uri="{FF2B5EF4-FFF2-40B4-BE49-F238E27FC236}">
                <a16:creationId xmlns:a16="http://schemas.microsoft.com/office/drawing/2014/main" id="{458C4DA2-59E1-30B8-1717-467EDFB3207C}"/>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AC5BA58D-8C79-45C0-9C96-1791F230709C}" type="slidenum">
              <a:rPr lang="en-US" altLang="vi-VN" sz="1000">
                <a:latin typeface="Verdana" panose="020B0604030504040204" pitchFamily="34" charset="0"/>
              </a:rPr>
              <a:pPr algn="r" eaLnBrk="1" hangingPunct="1">
                <a:spcBef>
                  <a:spcPct val="0"/>
                </a:spcBef>
                <a:buFontTx/>
                <a:buNone/>
              </a:pPr>
              <a:t>12</a:t>
            </a:fld>
            <a:endParaRPr lang="en-US" altLang="vi-VN" sz="1000">
              <a:latin typeface="Verdana" panose="020B0604030504040204" pitchFamily="34" charset="0"/>
            </a:endParaRPr>
          </a:p>
        </p:txBody>
      </p:sp>
      <p:sp>
        <p:nvSpPr>
          <p:cNvPr id="27651" name="Rectangle 2">
            <a:extLst>
              <a:ext uri="{FF2B5EF4-FFF2-40B4-BE49-F238E27FC236}">
                <a16:creationId xmlns:a16="http://schemas.microsoft.com/office/drawing/2014/main" id="{80EBE45B-9231-AA07-C9BE-7ADE7D8BD7E7}"/>
              </a:ext>
            </a:extLst>
          </p:cNvPr>
          <p:cNvSpPr>
            <a:spLocks noGrp="1" noChangeArrowheads="1"/>
          </p:cNvSpPr>
          <p:nvPr>
            <p:ph type="title" idx="4294967295"/>
          </p:nvPr>
        </p:nvSpPr>
        <p:spPr>
          <a:xfrm>
            <a:off x="1447800" y="396875"/>
            <a:ext cx="6858000" cy="320675"/>
          </a:xfrm>
        </p:spPr>
        <p:txBody>
          <a:bodyPr anchor="b"/>
          <a:lstStyle/>
          <a:p>
            <a:pPr eaLnBrk="1" hangingPunct="1"/>
            <a:r>
              <a:rPr lang="en-US" altLang="vi-VN" sz="2800" b="1">
                <a:solidFill>
                  <a:srgbClr val="FF0000"/>
                </a:solidFill>
                <a:latin typeface="Times New Roman" panose="02020603050405020304" pitchFamily="18" charset="0"/>
              </a:rPr>
              <a:t>III. DỮ LIỆU TRONG EXCEL (tt)</a:t>
            </a:r>
          </a:p>
        </p:txBody>
      </p:sp>
      <p:sp>
        <p:nvSpPr>
          <p:cNvPr id="280579" name="Rectangle 3">
            <a:extLst>
              <a:ext uri="{FF2B5EF4-FFF2-40B4-BE49-F238E27FC236}">
                <a16:creationId xmlns:a16="http://schemas.microsoft.com/office/drawing/2014/main" id="{15A7AA5B-C833-8B40-9C9F-A8F4B9BCD7FD}"/>
              </a:ext>
            </a:extLst>
          </p:cNvPr>
          <p:cNvSpPr>
            <a:spLocks noGrp="1" noChangeArrowheads="1"/>
          </p:cNvSpPr>
          <p:nvPr>
            <p:ph type="body" idx="4294967295"/>
          </p:nvPr>
        </p:nvSpPr>
        <p:spPr>
          <a:xfrm>
            <a:off x="76200" y="1308100"/>
            <a:ext cx="8991600" cy="5029200"/>
          </a:xfrm>
        </p:spPr>
        <p:txBody>
          <a:bodyPr/>
          <a:lstStyle/>
          <a:p>
            <a:pPr algn="just" eaLnBrk="1" hangingPunct="1">
              <a:buFont typeface="Wingdings" panose="05000000000000000000" pitchFamily="2" charset="2"/>
              <a:buNone/>
            </a:pPr>
            <a:r>
              <a:rPr lang="en-US" altLang="vi-VN" sz="2800" i="1" u="sng">
                <a:solidFill>
                  <a:srgbClr val="FF0000"/>
                </a:solidFill>
                <a:latin typeface="Times New Roman" panose="02020603050405020304" pitchFamily="18" charset="0"/>
              </a:rPr>
              <a:t>Lưu ý</a:t>
            </a:r>
            <a:r>
              <a:rPr lang="en-US" altLang="vi-VN" sz="2800" i="1">
                <a:solidFill>
                  <a:srgbClr val="FF0000"/>
                </a:solidFill>
                <a:latin typeface="Times New Roman" panose="02020603050405020304" pitchFamily="18" charset="0"/>
              </a:rPr>
              <a:t>:</a:t>
            </a:r>
            <a:endParaRPr lang="en-US" altLang="vi-VN" sz="2800">
              <a:solidFill>
                <a:srgbClr val="FF0000"/>
              </a:solidFill>
              <a:latin typeface="Times New Roman" panose="02020603050405020304" pitchFamily="18" charset="0"/>
            </a:endParaRPr>
          </a:p>
          <a:p>
            <a:pPr algn="just" eaLnBrk="1" hangingPunct="1">
              <a:buFont typeface="Wingdings" panose="05000000000000000000" pitchFamily="2" charset="2"/>
              <a:buNone/>
            </a:pPr>
            <a:r>
              <a:rPr lang="en-US" altLang="vi-VN" sz="2800">
                <a:latin typeface="Times New Roman" panose="02020603050405020304" pitchFamily="18" charset="0"/>
              </a:rPr>
              <a:t>	Nếu muốn nhập chuỗi số  thì thực hiện một trong 2 cách sau:</a:t>
            </a:r>
          </a:p>
          <a:p>
            <a:pPr algn="just" eaLnBrk="1" hangingPunct="1">
              <a:buFont typeface="Wingdings" panose="05000000000000000000" pitchFamily="2" charset="2"/>
              <a:buNone/>
            </a:pPr>
            <a:r>
              <a:rPr lang="en-US" altLang="vi-VN" sz="2800">
                <a:solidFill>
                  <a:srgbClr val="0000FF"/>
                </a:solidFill>
                <a:latin typeface="Times New Roman" panose="02020603050405020304" pitchFamily="18" charset="0"/>
              </a:rPr>
              <a:t>+ Cách 1</a:t>
            </a:r>
            <a:r>
              <a:rPr lang="en-US" altLang="vi-VN" sz="2800">
                <a:latin typeface="Times New Roman" panose="02020603050405020304" pitchFamily="18" charset="0"/>
              </a:rPr>
              <a:t>: Nhập dấu nháy đơn  ( ‘ ) trước khi nhập dữ liệu số.</a:t>
            </a:r>
          </a:p>
          <a:p>
            <a:pPr algn="just" eaLnBrk="1" hangingPunct="1">
              <a:buFont typeface="Wingdings" panose="05000000000000000000" pitchFamily="2" charset="2"/>
              <a:buNone/>
            </a:pPr>
            <a:r>
              <a:rPr lang="en-US" altLang="vi-VN" sz="2800" b="1">
                <a:latin typeface="Times New Roman" panose="02020603050405020304" pitchFamily="18" charset="0"/>
              </a:rPr>
              <a:t>   Ví dụ</a:t>
            </a:r>
            <a:r>
              <a:rPr lang="en-US" altLang="vi-VN" sz="2800">
                <a:solidFill>
                  <a:srgbClr val="0000FF"/>
                </a:solidFill>
                <a:latin typeface="Times New Roman" panose="02020603050405020304" pitchFamily="18" charset="0"/>
              </a:rPr>
              <a:t>:</a:t>
            </a:r>
            <a:r>
              <a:rPr lang="en-US" altLang="vi-VN" sz="2800">
                <a:latin typeface="Times New Roman" panose="02020603050405020304" pitchFamily="18" charset="0"/>
              </a:rPr>
              <a:t> ‘1234</a:t>
            </a:r>
          </a:p>
          <a:p>
            <a:pPr algn="just" eaLnBrk="1" hangingPunct="1">
              <a:buFont typeface="Wingdings" panose="05000000000000000000" pitchFamily="2" charset="2"/>
              <a:buNone/>
            </a:pPr>
            <a:r>
              <a:rPr lang="en-US" altLang="vi-VN" sz="2800">
                <a:solidFill>
                  <a:srgbClr val="0000FF"/>
                </a:solidFill>
                <a:latin typeface="Times New Roman" panose="02020603050405020304" pitchFamily="18" charset="0"/>
              </a:rPr>
              <a:t>+</a:t>
            </a:r>
            <a:r>
              <a:rPr lang="en-US" altLang="vi-VN" sz="2800">
                <a:latin typeface="Times New Roman" panose="02020603050405020304" pitchFamily="18" charset="0"/>
              </a:rPr>
              <a:t> </a:t>
            </a:r>
            <a:r>
              <a:rPr lang="en-US" altLang="vi-VN" sz="2800">
                <a:solidFill>
                  <a:srgbClr val="0000FF"/>
                </a:solidFill>
                <a:latin typeface="Times New Roman" panose="02020603050405020304" pitchFamily="18" charset="0"/>
              </a:rPr>
              <a:t>Cách 2</a:t>
            </a:r>
            <a:r>
              <a:rPr lang="en-US" altLang="vi-VN" sz="2800">
                <a:latin typeface="Times New Roman" panose="02020603050405020304" pitchFamily="18" charset="0"/>
              </a:rPr>
              <a:t>: Xác định quét khối vùng cần nhập dữ liệu kiểu chuỗi số, chọn lệnh </a:t>
            </a:r>
            <a:r>
              <a:rPr lang="en-US" altLang="vi-VN" sz="2800" b="1">
                <a:latin typeface="Times New Roman" panose="02020603050405020304" pitchFamily="18" charset="0"/>
              </a:rPr>
              <a:t>Format \Cells \ Number \Text.</a:t>
            </a:r>
          </a:p>
          <a:p>
            <a:pPr algn="just" eaLnBrk="1" hangingPunct="1">
              <a:buFont typeface="Wingdings" panose="05000000000000000000" pitchFamily="2" charset="2"/>
              <a:buChar char="Ø"/>
            </a:pPr>
            <a:r>
              <a:rPr lang="en-US" altLang="vi-VN" sz="2800">
                <a:latin typeface="Times New Roman" panose="02020603050405020304" pitchFamily="18" charset="0"/>
              </a:rPr>
              <a:t>Trong  công thức dữ liệu kiểu chuỗi phải được đặt trong cặp dấu nháy kép “ ”.</a:t>
            </a:r>
          </a:p>
          <a:p>
            <a:pPr eaLnBrk="1" hangingPunct="1"/>
            <a:endParaRPr lang="en-US" altLang="vi-VN" sz="2800">
              <a:latin typeface="Times New Roman" panose="02020603050405020304" pitchFamily="18" charset="0"/>
            </a:endParaRPr>
          </a:p>
          <a:p>
            <a:pPr eaLnBrk="1" hangingPunct="1">
              <a:buFont typeface="Wingdings" panose="05000000000000000000" pitchFamily="2" charset="2"/>
              <a:buNone/>
            </a:pPr>
            <a:endParaRPr lang="en-US" altLang="vi-VN" sz="1400"/>
          </a:p>
        </p:txBody>
      </p:sp>
      <p:sp>
        <p:nvSpPr>
          <p:cNvPr id="27653" name="Rectangle 4">
            <a:extLst>
              <a:ext uri="{FF2B5EF4-FFF2-40B4-BE49-F238E27FC236}">
                <a16:creationId xmlns:a16="http://schemas.microsoft.com/office/drawing/2014/main" id="{9BFF9FAA-522F-79E2-A2A0-23EE6D02179C}"/>
              </a:ext>
            </a:extLst>
          </p:cNvPr>
          <p:cNvSpPr>
            <a:spLocks noChangeArrowheads="1"/>
          </p:cNvSpPr>
          <p:nvPr/>
        </p:nvSpPr>
        <p:spPr bwMode="auto">
          <a:xfrm>
            <a:off x="304800" y="3429000"/>
            <a:ext cx="2651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FontTx/>
              <a:buNone/>
            </a:pPr>
            <a:r>
              <a:rPr lang="en-US" altLang="vi-VN" sz="1800">
                <a:latin typeface="Verdana" panose="020B0604030504040204" pitchFamily="34"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nodeType="withEffect">
                                  <p:stCondLst>
                                    <p:cond delay="0"/>
                                  </p:stCondLst>
                                  <p:iterate type="lt">
                                    <p:tmPct val="10000"/>
                                  </p:iterate>
                                  <p:childTnLst>
                                    <p:set>
                                      <p:cBhvr>
                                        <p:cTn id="6" dur="1" fill="hold">
                                          <p:stCondLst>
                                            <p:cond delay="0"/>
                                          </p:stCondLst>
                                        </p:cTn>
                                        <p:tgtEl>
                                          <p:spTgt spid="280579">
                                            <p:txEl>
                                              <p:pRg st="0" end="0"/>
                                            </p:txEl>
                                          </p:spTgt>
                                        </p:tgtEl>
                                        <p:attrNameLst>
                                          <p:attrName>style.visibility</p:attrName>
                                        </p:attrNameLst>
                                      </p:cBhvr>
                                      <p:to>
                                        <p:strVal val="visible"/>
                                      </p:to>
                                    </p:set>
                                    <p:anim calcmode="lin" valueType="num">
                                      <p:cBhvr>
                                        <p:cTn id="7" dur="500" fill="hold"/>
                                        <p:tgtEl>
                                          <p:spTgt spid="280579">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80579">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280579">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80579">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80579">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1" presetClass="entr" presetSubtype="4" fill="hold" nodeType="clickEffect">
                                  <p:stCondLst>
                                    <p:cond delay="0"/>
                                  </p:stCondLst>
                                  <p:childTnLst>
                                    <p:set>
                                      <p:cBhvr>
                                        <p:cTn id="15" dur="1" fill="hold">
                                          <p:stCondLst>
                                            <p:cond delay="0"/>
                                          </p:stCondLst>
                                        </p:cTn>
                                        <p:tgtEl>
                                          <p:spTgt spid="280579">
                                            <p:txEl>
                                              <p:pRg st="1" end="1"/>
                                            </p:txEl>
                                          </p:spTgt>
                                        </p:tgtEl>
                                        <p:attrNameLst>
                                          <p:attrName>style.visibility</p:attrName>
                                        </p:attrNameLst>
                                      </p:cBhvr>
                                      <p:to>
                                        <p:strVal val="visible"/>
                                      </p:to>
                                    </p:set>
                                    <p:animEffect transition="in" filter="wheel(4)">
                                      <p:cBhvr>
                                        <p:cTn id="16" dur="2000"/>
                                        <p:tgtEl>
                                          <p:spTgt spid="280579">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1" presetClass="entr" presetSubtype="4" fill="hold" nodeType="clickEffect">
                                  <p:stCondLst>
                                    <p:cond delay="0"/>
                                  </p:stCondLst>
                                  <p:childTnLst>
                                    <p:set>
                                      <p:cBhvr>
                                        <p:cTn id="20" dur="1" fill="hold">
                                          <p:stCondLst>
                                            <p:cond delay="0"/>
                                          </p:stCondLst>
                                        </p:cTn>
                                        <p:tgtEl>
                                          <p:spTgt spid="280579">
                                            <p:txEl>
                                              <p:pRg st="2" end="2"/>
                                            </p:txEl>
                                          </p:spTgt>
                                        </p:tgtEl>
                                        <p:attrNameLst>
                                          <p:attrName>style.visibility</p:attrName>
                                        </p:attrNameLst>
                                      </p:cBhvr>
                                      <p:to>
                                        <p:strVal val="visible"/>
                                      </p:to>
                                    </p:set>
                                    <p:animEffect transition="in" filter="wheel(4)">
                                      <p:cBhvr>
                                        <p:cTn id="21" dur="2000"/>
                                        <p:tgtEl>
                                          <p:spTgt spid="280579">
                                            <p:txEl>
                                              <p:pRg st="2" end="2"/>
                                            </p:txEl>
                                          </p:spTgt>
                                        </p:tgtEl>
                                      </p:cBhvr>
                                    </p:animEffect>
                                  </p:childTnLst>
                                </p:cTn>
                              </p:par>
                              <p:par>
                                <p:cTn id="22" presetID="21" presetClass="entr" presetSubtype="4" fill="hold" nodeType="withEffect">
                                  <p:stCondLst>
                                    <p:cond delay="0"/>
                                  </p:stCondLst>
                                  <p:childTnLst>
                                    <p:set>
                                      <p:cBhvr>
                                        <p:cTn id="23" dur="1" fill="hold">
                                          <p:stCondLst>
                                            <p:cond delay="0"/>
                                          </p:stCondLst>
                                        </p:cTn>
                                        <p:tgtEl>
                                          <p:spTgt spid="280579">
                                            <p:txEl>
                                              <p:pRg st="3" end="3"/>
                                            </p:txEl>
                                          </p:spTgt>
                                        </p:tgtEl>
                                        <p:attrNameLst>
                                          <p:attrName>style.visibility</p:attrName>
                                        </p:attrNameLst>
                                      </p:cBhvr>
                                      <p:to>
                                        <p:strVal val="visible"/>
                                      </p:to>
                                    </p:set>
                                    <p:animEffect transition="in" filter="wheel(4)">
                                      <p:cBhvr>
                                        <p:cTn id="24" dur="2000"/>
                                        <p:tgtEl>
                                          <p:spTgt spid="280579">
                                            <p:txEl>
                                              <p:pRg st="3" end="3"/>
                                            </p:txEl>
                                          </p:spTgt>
                                        </p:tgtEl>
                                      </p:cBhvr>
                                    </p:animEffect>
                                  </p:childTnLst>
                                </p:cTn>
                              </p:par>
                              <p:par>
                                <p:cTn id="25" presetID="21" presetClass="entr" presetSubtype="4" fill="hold" nodeType="withEffect">
                                  <p:stCondLst>
                                    <p:cond delay="0"/>
                                  </p:stCondLst>
                                  <p:childTnLst>
                                    <p:set>
                                      <p:cBhvr>
                                        <p:cTn id="26" dur="1" fill="hold">
                                          <p:stCondLst>
                                            <p:cond delay="0"/>
                                          </p:stCondLst>
                                        </p:cTn>
                                        <p:tgtEl>
                                          <p:spTgt spid="280579">
                                            <p:txEl>
                                              <p:pRg st="4" end="4"/>
                                            </p:txEl>
                                          </p:spTgt>
                                        </p:tgtEl>
                                        <p:attrNameLst>
                                          <p:attrName>style.visibility</p:attrName>
                                        </p:attrNameLst>
                                      </p:cBhvr>
                                      <p:to>
                                        <p:strVal val="visible"/>
                                      </p:to>
                                    </p:set>
                                    <p:animEffect transition="in" filter="wheel(4)">
                                      <p:cBhvr>
                                        <p:cTn id="27" dur="2000"/>
                                        <p:tgtEl>
                                          <p:spTgt spid="28057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1" presetClass="entr" presetSubtype="0" fill="hold" nodeType="clickEffect">
                                  <p:stCondLst>
                                    <p:cond delay="0"/>
                                  </p:stCondLst>
                                  <p:iterate type="lt">
                                    <p:tmPct val="10000"/>
                                  </p:iterate>
                                  <p:childTnLst>
                                    <p:set>
                                      <p:cBhvr>
                                        <p:cTn id="31" dur="1" fill="hold">
                                          <p:stCondLst>
                                            <p:cond delay="0"/>
                                          </p:stCondLst>
                                        </p:cTn>
                                        <p:tgtEl>
                                          <p:spTgt spid="280579">
                                            <p:txEl>
                                              <p:pRg st="5" end="5"/>
                                            </p:txEl>
                                          </p:spTgt>
                                        </p:tgtEl>
                                        <p:attrNameLst>
                                          <p:attrName>style.visibility</p:attrName>
                                        </p:attrNameLst>
                                      </p:cBhvr>
                                      <p:to>
                                        <p:strVal val="visible"/>
                                      </p:to>
                                    </p:set>
                                    <p:anim calcmode="lin" valueType="num">
                                      <p:cBhvr>
                                        <p:cTn id="32" dur="500" fill="hold"/>
                                        <p:tgtEl>
                                          <p:spTgt spid="280579">
                                            <p:txEl>
                                              <p:pRg st="5" end="5"/>
                                            </p:txEl>
                                          </p:spTgt>
                                        </p:tgtEl>
                                        <p:attrNameLst>
                                          <p:attrName>ppt_x</p:attrName>
                                        </p:attrNameLst>
                                      </p:cBhvr>
                                      <p:tavLst>
                                        <p:tav tm="0">
                                          <p:val>
                                            <p:strVal val="#ppt_x"/>
                                          </p:val>
                                        </p:tav>
                                        <p:tav tm="50000">
                                          <p:val>
                                            <p:strVal val="#ppt_x+.1"/>
                                          </p:val>
                                        </p:tav>
                                        <p:tav tm="100000">
                                          <p:val>
                                            <p:strVal val="#ppt_x"/>
                                          </p:val>
                                        </p:tav>
                                      </p:tavLst>
                                    </p:anim>
                                    <p:anim calcmode="lin" valueType="num">
                                      <p:cBhvr>
                                        <p:cTn id="33" dur="500" fill="hold"/>
                                        <p:tgtEl>
                                          <p:spTgt spid="280579">
                                            <p:txEl>
                                              <p:pRg st="5" end="5"/>
                                            </p:txEl>
                                          </p:spTgt>
                                        </p:tgtEl>
                                        <p:attrNameLst>
                                          <p:attrName>ppt_y</p:attrName>
                                        </p:attrNameLst>
                                      </p:cBhvr>
                                      <p:tavLst>
                                        <p:tav tm="0">
                                          <p:val>
                                            <p:strVal val="#ppt_y"/>
                                          </p:val>
                                        </p:tav>
                                        <p:tav tm="100000">
                                          <p:val>
                                            <p:strVal val="#ppt_y"/>
                                          </p:val>
                                        </p:tav>
                                      </p:tavLst>
                                    </p:anim>
                                    <p:anim calcmode="lin" valueType="num">
                                      <p:cBhvr>
                                        <p:cTn id="34" dur="500" fill="hold"/>
                                        <p:tgtEl>
                                          <p:spTgt spid="280579">
                                            <p:txEl>
                                              <p:pRg st="5" end="5"/>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5" dur="500" fill="hold"/>
                                        <p:tgtEl>
                                          <p:spTgt spid="280579">
                                            <p:txEl>
                                              <p:pRg st="5" end="5"/>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6" dur="500" tmFilter="0,0; .5, 1; 1, 1"/>
                                        <p:tgtEl>
                                          <p:spTgt spid="28057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a:extLst>
              <a:ext uri="{FF2B5EF4-FFF2-40B4-BE49-F238E27FC236}">
                <a16:creationId xmlns:a16="http://schemas.microsoft.com/office/drawing/2014/main" id="{D117C40F-3865-0B22-5D22-CCF81D47400F}"/>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B2905AC7-213A-4441-A188-7FAB0FBEDFB5}" type="slidenum">
              <a:rPr lang="en-US" altLang="vi-VN" sz="1000">
                <a:latin typeface="Verdana" panose="020B0604030504040204" pitchFamily="34" charset="0"/>
              </a:rPr>
              <a:pPr algn="r" eaLnBrk="1" hangingPunct="1">
                <a:spcBef>
                  <a:spcPct val="0"/>
                </a:spcBef>
                <a:buFontTx/>
                <a:buNone/>
              </a:pPr>
              <a:t>13</a:t>
            </a:fld>
            <a:endParaRPr lang="en-US" altLang="vi-VN" sz="1000">
              <a:latin typeface="Verdana" panose="020B0604030504040204" pitchFamily="34" charset="0"/>
            </a:endParaRPr>
          </a:p>
        </p:txBody>
      </p:sp>
      <p:sp>
        <p:nvSpPr>
          <p:cNvPr id="28675" name="Rectangle 2">
            <a:extLst>
              <a:ext uri="{FF2B5EF4-FFF2-40B4-BE49-F238E27FC236}">
                <a16:creationId xmlns:a16="http://schemas.microsoft.com/office/drawing/2014/main" id="{273C38F5-4051-1BCF-1133-241E7CD9CE19}"/>
              </a:ext>
            </a:extLst>
          </p:cNvPr>
          <p:cNvSpPr>
            <a:spLocks noGrp="1" noChangeArrowheads="1"/>
          </p:cNvSpPr>
          <p:nvPr>
            <p:ph type="title" idx="4294967295"/>
          </p:nvPr>
        </p:nvSpPr>
        <p:spPr>
          <a:xfrm>
            <a:off x="457200" y="0"/>
            <a:ext cx="8229600" cy="685800"/>
          </a:xfrm>
        </p:spPr>
        <p:txBody>
          <a:bodyPr anchor="b"/>
          <a:lstStyle/>
          <a:p>
            <a:pPr eaLnBrk="1" hangingPunct="1"/>
            <a:r>
              <a:rPr lang="en-US" altLang="vi-VN" sz="2800" b="1">
                <a:solidFill>
                  <a:srgbClr val="FF0000"/>
                </a:solidFill>
                <a:latin typeface="Times New Roman" panose="02020603050405020304" pitchFamily="18" charset="0"/>
              </a:rPr>
              <a:t>III. DỮ LIỆU TRONG EXCEL (tt)</a:t>
            </a:r>
          </a:p>
        </p:txBody>
      </p:sp>
      <p:sp>
        <p:nvSpPr>
          <p:cNvPr id="281603" name="Rectangle 3">
            <a:extLst>
              <a:ext uri="{FF2B5EF4-FFF2-40B4-BE49-F238E27FC236}">
                <a16:creationId xmlns:a16="http://schemas.microsoft.com/office/drawing/2014/main" id="{04543BE8-6B80-5EF5-9F8E-5275810FCB12}"/>
              </a:ext>
            </a:extLst>
          </p:cNvPr>
          <p:cNvSpPr>
            <a:spLocks noGrp="1" noChangeArrowheads="1"/>
          </p:cNvSpPr>
          <p:nvPr>
            <p:ph type="body" idx="4294967295"/>
          </p:nvPr>
        </p:nvSpPr>
        <p:spPr>
          <a:xfrm>
            <a:off x="381000" y="1066800"/>
            <a:ext cx="8382000" cy="5029200"/>
          </a:xfrm>
        </p:spPr>
        <p:txBody>
          <a:bodyPr/>
          <a:lstStyle/>
          <a:p>
            <a:pPr marL="114300" indent="-114300" algn="just" eaLnBrk="1" hangingPunct="1">
              <a:lnSpc>
                <a:spcPct val="90000"/>
              </a:lnSpc>
              <a:buFont typeface="Wingdings" panose="05000000000000000000" pitchFamily="2" charset="2"/>
              <a:buNone/>
            </a:pPr>
            <a:r>
              <a:rPr lang="en-US" altLang="vi-VN" sz="2800" b="1">
                <a:solidFill>
                  <a:srgbClr val="FF0000"/>
                </a:solidFill>
                <a:latin typeface="Times New Roman" panose="02020603050405020304" pitchFamily="18" charset="0"/>
              </a:rPr>
              <a:t>2.2. Dữ liệu kiểu số (Number):</a:t>
            </a:r>
          </a:p>
          <a:p>
            <a:pPr marL="114300" indent="-114300" algn="just" eaLnBrk="1" hangingPunct="1">
              <a:lnSpc>
                <a:spcPct val="90000"/>
              </a:lnSpc>
              <a:buFont typeface="Wingdings" panose="05000000000000000000" pitchFamily="2" charset="2"/>
              <a:buNone/>
            </a:pPr>
            <a:r>
              <a:rPr lang="en-US" altLang="vi-VN" sz="2800">
                <a:latin typeface="Times New Roman" panose="02020603050405020304" pitchFamily="18" charset="0"/>
              </a:rPr>
              <a:t> Sự hiển thị phụ thuộc vào chiều dài dữ liệu (#####, hoặc chuyển sang dạng số Scientific) </a:t>
            </a:r>
          </a:p>
          <a:p>
            <a:pPr marL="114300" indent="-114300" algn="just" eaLnBrk="1" hangingPunct="1">
              <a:lnSpc>
                <a:spcPct val="90000"/>
              </a:lnSpc>
              <a:buFont typeface="Wingdings" panose="05000000000000000000" pitchFamily="2" charset="2"/>
              <a:buNone/>
            </a:pPr>
            <a:r>
              <a:rPr lang="en-US" altLang="vi-VN" sz="2800" b="1">
                <a:latin typeface="Times New Roman" panose="02020603050405020304" pitchFamily="18" charset="0"/>
              </a:rPr>
              <a:t>ví dụ</a:t>
            </a:r>
            <a:r>
              <a:rPr lang="en-US" altLang="vi-VN" sz="2800">
                <a:latin typeface="Times New Roman" panose="02020603050405020304" pitchFamily="18" charset="0"/>
              </a:rPr>
              <a:t>  2.12545E+16).</a:t>
            </a:r>
          </a:p>
          <a:p>
            <a:pPr marL="114300" indent="-114300" algn="just" eaLnBrk="1" hangingPunct="1">
              <a:lnSpc>
                <a:spcPct val="90000"/>
              </a:lnSpc>
              <a:buClr>
                <a:srgbClr val="0000FF"/>
              </a:buClr>
              <a:buFont typeface="Wingdings" panose="05000000000000000000" pitchFamily="2" charset="2"/>
              <a:buChar char="Ø"/>
            </a:pPr>
            <a:r>
              <a:rPr lang="en-US" altLang="vi-VN" sz="2800">
                <a:latin typeface="Times New Roman" panose="02020603050405020304" pitchFamily="18" charset="0"/>
              </a:rPr>
              <a:t>Toán tử: gồm các toán tử sau:</a:t>
            </a:r>
          </a:p>
          <a:p>
            <a:pPr marL="114300" indent="-114300" algn="just" eaLnBrk="1" hangingPunct="1">
              <a:lnSpc>
                <a:spcPct val="90000"/>
              </a:lnSpc>
              <a:buClr>
                <a:srgbClr val="0000FF"/>
              </a:buClr>
              <a:buFont typeface="Wingdings" panose="05000000000000000000" pitchFamily="2" charset="2"/>
              <a:buChar char="Ø"/>
            </a:pPr>
            <a:r>
              <a:rPr lang="en-US" altLang="vi-VN" sz="2800">
                <a:latin typeface="Times New Roman" panose="02020603050405020304" pitchFamily="18" charset="0"/>
              </a:rPr>
              <a:t>Toán tử +: phép cộng.</a:t>
            </a:r>
          </a:p>
          <a:p>
            <a:pPr marL="114300" indent="-114300" algn="just" eaLnBrk="1" hangingPunct="1">
              <a:lnSpc>
                <a:spcPct val="90000"/>
              </a:lnSpc>
              <a:buClr>
                <a:srgbClr val="0000FF"/>
              </a:buClr>
              <a:buFont typeface="Wingdings" panose="05000000000000000000" pitchFamily="2" charset="2"/>
              <a:buChar char="Ø"/>
            </a:pPr>
            <a:r>
              <a:rPr lang="en-US" altLang="vi-VN" sz="2800">
                <a:latin typeface="Times New Roman" panose="02020603050405020304" pitchFamily="18" charset="0"/>
              </a:rPr>
              <a:t>Toán tử -: phép trừ.</a:t>
            </a:r>
          </a:p>
          <a:p>
            <a:pPr marL="114300" indent="-114300" algn="just" eaLnBrk="1" hangingPunct="1">
              <a:lnSpc>
                <a:spcPct val="90000"/>
              </a:lnSpc>
              <a:buClr>
                <a:srgbClr val="0000FF"/>
              </a:buClr>
              <a:buFont typeface="Wingdings" panose="05000000000000000000" pitchFamily="2" charset="2"/>
              <a:buChar char="Ø"/>
            </a:pPr>
            <a:r>
              <a:rPr lang="en-US" altLang="vi-VN" sz="2800">
                <a:latin typeface="Times New Roman" panose="02020603050405020304" pitchFamily="18" charset="0"/>
              </a:rPr>
              <a:t>Toán tử *: phép nhân.</a:t>
            </a:r>
          </a:p>
          <a:p>
            <a:pPr marL="114300" indent="-114300" algn="just" eaLnBrk="1" hangingPunct="1">
              <a:lnSpc>
                <a:spcPct val="90000"/>
              </a:lnSpc>
              <a:buClr>
                <a:srgbClr val="0000FF"/>
              </a:buClr>
              <a:buFont typeface="Wingdings" panose="05000000000000000000" pitchFamily="2" charset="2"/>
              <a:buChar char="Ø"/>
            </a:pPr>
            <a:r>
              <a:rPr lang="en-US" altLang="vi-VN" sz="2800">
                <a:latin typeface="Times New Roman" panose="02020603050405020304" pitchFamily="18" charset="0"/>
              </a:rPr>
              <a:t>Toán tử /: phép chia.</a:t>
            </a:r>
          </a:p>
          <a:p>
            <a:pPr marL="114300" indent="-114300" algn="just" eaLnBrk="1" hangingPunct="1">
              <a:lnSpc>
                <a:spcPct val="90000"/>
              </a:lnSpc>
              <a:buClr>
                <a:srgbClr val="0000FF"/>
              </a:buClr>
              <a:buFont typeface="Wingdings" panose="05000000000000000000" pitchFamily="2" charset="2"/>
              <a:buChar char="Ø"/>
            </a:pPr>
            <a:r>
              <a:rPr lang="en-US" altLang="vi-VN" sz="2800">
                <a:latin typeface="Times New Roman" panose="02020603050405020304" pitchFamily="18" charset="0"/>
              </a:rPr>
              <a:t>Toán tử ^: phép lũy thừa.</a:t>
            </a:r>
          </a:p>
          <a:p>
            <a:pPr marL="114300" indent="-114300" algn="just" eaLnBrk="1" hangingPunct="1">
              <a:lnSpc>
                <a:spcPct val="90000"/>
              </a:lnSpc>
              <a:buClr>
                <a:srgbClr val="0000FF"/>
              </a:buClr>
              <a:buFont typeface="Wingdings" panose="05000000000000000000" pitchFamily="2" charset="2"/>
              <a:buChar char="Ø"/>
            </a:pPr>
            <a:r>
              <a:rPr lang="en-US" altLang="vi-VN" sz="2800">
                <a:latin typeface="Times New Roman" panose="02020603050405020304" pitchFamily="18" charset="0"/>
              </a:rPr>
              <a:t>Toán tử % phép phần trăm.</a:t>
            </a:r>
          </a:p>
          <a:p>
            <a:pPr marL="114300" indent="-114300" algn="just" eaLnBrk="1" hangingPunct="1">
              <a:lnSpc>
                <a:spcPct val="90000"/>
              </a:lnSpc>
              <a:buFont typeface="Wingdings" panose="05000000000000000000" pitchFamily="2" charset="2"/>
              <a:buNone/>
            </a:pPr>
            <a:r>
              <a:rPr lang="en-US" altLang="vi-VN" sz="2800">
                <a:latin typeface="Times New Roman" panose="02020603050405020304" pitchFamily="18" charset="0"/>
              </a:rPr>
              <a:t>   Độ ưu tiên từ trái sang phải như sau:( ), ^, *, /, %,+,-</a:t>
            </a:r>
          </a:p>
          <a:p>
            <a:pPr marL="114300" indent="-114300" eaLnBrk="1" hangingPunct="1">
              <a:lnSpc>
                <a:spcPct val="90000"/>
              </a:lnSpc>
              <a:buFont typeface="Wingdings" panose="05000000000000000000" pitchFamily="2" charset="2"/>
              <a:buNone/>
            </a:pPr>
            <a:endParaRPr lang="en-US" altLang="vi-VN" sz="2400" b="1">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281603">
                                            <p:txEl>
                                              <p:pRg st="0" end="0"/>
                                            </p:txEl>
                                          </p:spTgt>
                                        </p:tgtEl>
                                        <p:attrNameLst>
                                          <p:attrName>style.visibility</p:attrName>
                                        </p:attrNameLst>
                                      </p:cBhvr>
                                      <p:to>
                                        <p:strVal val="visible"/>
                                      </p:to>
                                    </p:set>
                                    <p:anim calcmode="lin" valueType="num">
                                      <p:cBhvr>
                                        <p:cTn id="7" dur="500" fill="hold"/>
                                        <p:tgtEl>
                                          <p:spTgt spid="281603">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81603">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281603">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81603">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81603">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1" presetClass="entr" presetSubtype="0" fill="hold" nodeType="clickEffect">
                                  <p:stCondLst>
                                    <p:cond delay="0"/>
                                  </p:stCondLst>
                                  <p:iterate type="lt">
                                    <p:tmPct val="10000"/>
                                  </p:iterate>
                                  <p:childTnLst>
                                    <p:set>
                                      <p:cBhvr>
                                        <p:cTn id="15" dur="1" fill="hold">
                                          <p:stCondLst>
                                            <p:cond delay="0"/>
                                          </p:stCondLst>
                                        </p:cTn>
                                        <p:tgtEl>
                                          <p:spTgt spid="281603">
                                            <p:txEl>
                                              <p:pRg st="1" end="1"/>
                                            </p:txEl>
                                          </p:spTgt>
                                        </p:tgtEl>
                                        <p:attrNameLst>
                                          <p:attrName>style.visibility</p:attrName>
                                        </p:attrNameLst>
                                      </p:cBhvr>
                                      <p:to>
                                        <p:strVal val="visible"/>
                                      </p:to>
                                    </p:set>
                                    <p:anim calcmode="lin" valueType="num">
                                      <p:cBhvr>
                                        <p:cTn id="16" dur="500" fill="hold"/>
                                        <p:tgtEl>
                                          <p:spTgt spid="281603">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281603">
                                            <p:txEl>
                                              <p:pRg st="1" end="1"/>
                                            </p:txEl>
                                          </p:spTgt>
                                        </p:tgtEl>
                                        <p:attrNameLst>
                                          <p:attrName>ppt_y</p:attrName>
                                        </p:attrNameLst>
                                      </p:cBhvr>
                                      <p:tavLst>
                                        <p:tav tm="0">
                                          <p:val>
                                            <p:strVal val="#ppt_y"/>
                                          </p:val>
                                        </p:tav>
                                        <p:tav tm="100000">
                                          <p:val>
                                            <p:strVal val="#ppt_y"/>
                                          </p:val>
                                        </p:tav>
                                      </p:tavLst>
                                    </p:anim>
                                    <p:anim calcmode="lin" valueType="num">
                                      <p:cBhvr>
                                        <p:cTn id="18" dur="500" fill="hold"/>
                                        <p:tgtEl>
                                          <p:spTgt spid="281603">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281603">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281603">
                                            <p:txEl>
                                              <p:pRg st="1" end="1"/>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1" presetClass="entr" presetSubtype="4" fill="hold" nodeType="clickEffect">
                                  <p:stCondLst>
                                    <p:cond delay="0"/>
                                  </p:stCondLst>
                                  <p:childTnLst>
                                    <p:set>
                                      <p:cBhvr>
                                        <p:cTn id="24" dur="1" fill="hold">
                                          <p:stCondLst>
                                            <p:cond delay="0"/>
                                          </p:stCondLst>
                                        </p:cTn>
                                        <p:tgtEl>
                                          <p:spTgt spid="281603">
                                            <p:txEl>
                                              <p:pRg st="2" end="2"/>
                                            </p:txEl>
                                          </p:spTgt>
                                        </p:tgtEl>
                                        <p:attrNameLst>
                                          <p:attrName>style.visibility</p:attrName>
                                        </p:attrNameLst>
                                      </p:cBhvr>
                                      <p:to>
                                        <p:strVal val="visible"/>
                                      </p:to>
                                    </p:set>
                                    <p:animEffect transition="in" filter="wheel(4)">
                                      <p:cBhvr>
                                        <p:cTn id="25" dur="2000"/>
                                        <p:tgtEl>
                                          <p:spTgt spid="281603">
                                            <p:txEl>
                                              <p:pRg st="2" end="2"/>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41" presetClass="entr" presetSubtype="0" fill="hold" nodeType="clickEffect">
                                  <p:stCondLst>
                                    <p:cond delay="0"/>
                                  </p:stCondLst>
                                  <p:iterate type="lt">
                                    <p:tmPct val="10000"/>
                                  </p:iterate>
                                  <p:childTnLst>
                                    <p:set>
                                      <p:cBhvr>
                                        <p:cTn id="29" dur="1" fill="hold">
                                          <p:stCondLst>
                                            <p:cond delay="0"/>
                                          </p:stCondLst>
                                        </p:cTn>
                                        <p:tgtEl>
                                          <p:spTgt spid="281603">
                                            <p:txEl>
                                              <p:pRg st="3" end="3"/>
                                            </p:txEl>
                                          </p:spTgt>
                                        </p:tgtEl>
                                        <p:attrNameLst>
                                          <p:attrName>style.visibility</p:attrName>
                                        </p:attrNameLst>
                                      </p:cBhvr>
                                      <p:to>
                                        <p:strVal val="visible"/>
                                      </p:to>
                                    </p:set>
                                    <p:anim calcmode="lin" valueType="num">
                                      <p:cBhvr>
                                        <p:cTn id="30" dur="500" fill="hold"/>
                                        <p:tgtEl>
                                          <p:spTgt spid="281603">
                                            <p:txEl>
                                              <p:pRg st="3" end="3"/>
                                            </p:txEl>
                                          </p:spTgt>
                                        </p:tgtEl>
                                        <p:attrNameLst>
                                          <p:attrName>ppt_x</p:attrName>
                                        </p:attrNameLst>
                                      </p:cBhvr>
                                      <p:tavLst>
                                        <p:tav tm="0">
                                          <p:val>
                                            <p:strVal val="#ppt_x"/>
                                          </p:val>
                                        </p:tav>
                                        <p:tav tm="50000">
                                          <p:val>
                                            <p:strVal val="#ppt_x+.1"/>
                                          </p:val>
                                        </p:tav>
                                        <p:tav tm="100000">
                                          <p:val>
                                            <p:strVal val="#ppt_x"/>
                                          </p:val>
                                        </p:tav>
                                      </p:tavLst>
                                    </p:anim>
                                    <p:anim calcmode="lin" valueType="num">
                                      <p:cBhvr>
                                        <p:cTn id="31" dur="500" fill="hold"/>
                                        <p:tgtEl>
                                          <p:spTgt spid="281603">
                                            <p:txEl>
                                              <p:pRg st="3" end="3"/>
                                            </p:txEl>
                                          </p:spTgt>
                                        </p:tgtEl>
                                        <p:attrNameLst>
                                          <p:attrName>ppt_y</p:attrName>
                                        </p:attrNameLst>
                                      </p:cBhvr>
                                      <p:tavLst>
                                        <p:tav tm="0">
                                          <p:val>
                                            <p:strVal val="#ppt_y"/>
                                          </p:val>
                                        </p:tav>
                                        <p:tav tm="100000">
                                          <p:val>
                                            <p:strVal val="#ppt_y"/>
                                          </p:val>
                                        </p:tav>
                                      </p:tavLst>
                                    </p:anim>
                                    <p:anim calcmode="lin" valueType="num">
                                      <p:cBhvr>
                                        <p:cTn id="32" dur="500" fill="hold"/>
                                        <p:tgtEl>
                                          <p:spTgt spid="281603">
                                            <p:txEl>
                                              <p:pRg st="3" end="3"/>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3" dur="500" fill="hold"/>
                                        <p:tgtEl>
                                          <p:spTgt spid="281603">
                                            <p:txEl>
                                              <p:pRg st="3" end="3"/>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4" dur="500" tmFilter="0,0; .5, 1; 1, 1"/>
                                        <p:tgtEl>
                                          <p:spTgt spid="281603">
                                            <p:txEl>
                                              <p:pRg st="3" end="3"/>
                                            </p:txEl>
                                          </p:spTgt>
                                        </p:tgtEl>
                                      </p:cBhvr>
                                    </p:animEffect>
                                  </p:childTnLst>
                                </p:cTn>
                              </p:par>
                              <p:par>
                                <p:cTn id="35" presetID="41" presetClass="entr" presetSubtype="0" fill="hold" nodeType="withEffect">
                                  <p:stCondLst>
                                    <p:cond delay="0"/>
                                  </p:stCondLst>
                                  <p:iterate type="lt">
                                    <p:tmPct val="10000"/>
                                  </p:iterate>
                                  <p:childTnLst>
                                    <p:set>
                                      <p:cBhvr>
                                        <p:cTn id="36" dur="1" fill="hold">
                                          <p:stCondLst>
                                            <p:cond delay="0"/>
                                          </p:stCondLst>
                                        </p:cTn>
                                        <p:tgtEl>
                                          <p:spTgt spid="281603">
                                            <p:txEl>
                                              <p:pRg st="4" end="4"/>
                                            </p:txEl>
                                          </p:spTgt>
                                        </p:tgtEl>
                                        <p:attrNameLst>
                                          <p:attrName>style.visibility</p:attrName>
                                        </p:attrNameLst>
                                      </p:cBhvr>
                                      <p:to>
                                        <p:strVal val="visible"/>
                                      </p:to>
                                    </p:set>
                                    <p:anim calcmode="lin" valueType="num">
                                      <p:cBhvr>
                                        <p:cTn id="37" dur="500" fill="hold"/>
                                        <p:tgtEl>
                                          <p:spTgt spid="281603">
                                            <p:txEl>
                                              <p:pRg st="4" end="4"/>
                                            </p:txEl>
                                          </p:spTgt>
                                        </p:tgtEl>
                                        <p:attrNameLst>
                                          <p:attrName>ppt_x</p:attrName>
                                        </p:attrNameLst>
                                      </p:cBhvr>
                                      <p:tavLst>
                                        <p:tav tm="0">
                                          <p:val>
                                            <p:strVal val="#ppt_x"/>
                                          </p:val>
                                        </p:tav>
                                        <p:tav tm="50000">
                                          <p:val>
                                            <p:strVal val="#ppt_x+.1"/>
                                          </p:val>
                                        </p:tav>
                                        <p:tav tm="100000">
                                          <p:val>
                                            <p:strVal val="#ppt_x"/>
                                          </p:val>
                                        </p:tav>
                                      </p:tavLst>
                                    </p:anim>
                                    <p:anim calcmode="lin" valueType="num">
                                      <p:cBhvr>
                                        <p:cTn id="38" dur="500" fill="hold"/>
                                        <p:tgtEl>
                                          <p:spTgt spid="281603">
                                            <p:txEl>
                                              <p:pRg st="4" end="4"/>
                                            </p:txEl>
                                          </p:spTgt>
                                        </p:tgtEl>
                                        <p:attrNameLst>
                                          <p:attrName>ppt_y</p:attrName>
                                        </p:attrNameLst>
                                      </p:cBhvr>
                                      <p:tavLst>
                                        <p:tav tm="0">
                                          <p:val>
                                            <p:strVal val="#ppt_y"/>
                                          </p:val>
                                        </p:tav>
                                        <p:tav tm="100000">
                                          <p:val>
                                            <p:strVal val="#ppt_y"/>
                                          </p:val>
                                        </p:tav>
                                      </p:tavLst>
                                    </p:anim>
                                    <p:anim calcmode="lin" valueType="num">
                                      <p:cBhvr>
                                        <p:cTn id="39" dur="500" fill="hold"/>
                                        <p:tgtEl>
                                          <p:spTgt spid="281603">
                                            <p:txEl>
                                              <p:pRg st="4" end="4"/>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40" dur="500" fill="hold"/>
                                        <p:tgtEl>
                                          <p:spTgt spid="281603">
                                            <p:txEl>
                                              <p:pRg st="4" end="4"/>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41" dur="500" tmFilter="0,0; .5, 1; 1, 1"/>
                                        <p:tgtEl>
                                          <p:spTgt spid="281603">
                                            <p:txEl>
                                              <p:pRg st="4" end="4"/>
                                            </p:txEl>
                                          </p:spTgt>
                                        </p:tgtEl>
                                      </p:cBhvr>
                                    </p:animEffect>
                                  </p:childTnLst>
                                </p:cTn>
                              </p:par>
                              <p:par>
                                <p:cTn id="42" presetID="41" presetClass="entr" presetSubtype="0" fill="hold" nodeType="withEffect">
                                  <p:stCondLst>
                                    <p:cond delay="0"/>
                                  </p:stCondLst>
                                  <p:iterate type="lt">
                                    <p:tmPct val="10000"/>
                                  </p:iterate>
                                  <p:childTnLst>
                                    <p:set>
                                      <p:cBhvr>
                                        <p:cTn id="43" dur="1" fill="hold">
                                          <p:stCondLst>
                                            <p:cond delay="0"/>
                                          </p:stCondLst>
                                        </p:cTn>
                                        <p:tgtEl>
                                          <p:spTgt spid="281603">
                                            <p:txEl>
                                              <p:pRg st="5" end="5"/>
                                            </p:txEl>
                                          </p:spTgt>
                                        </p:tgtEl>
                                        <p:attrNameLst>
                                          <p:attrName>style.visibility</p:attrName>
                                        </p:attrNameLst>
                                      </p:cBhvr>
                                      <p:to>
                                        <p:strVal val="visible"/>
                                      </p:to>
                                    </p:set>
                                    <p:anim calcmode="lin" valueType="num">
                                      <p:cBhvr>
                                        <p:cTn id="44" dur="500" fill="hold"/>
                                        <p:tgtEl>
                                          <p:spTgt spid="281603">
                                            <p:txEl>
                                              <p:pRg st="5" end="5"/>
                                            </p:txEl>
                                          </p:spTgt>
                                        </p:tgtEl>
                                        <p:attrNameLst>
                                          <p:attrName>ppt_x</p:attrName>
                                        </p:attrNameLst>
                                      </p:cBhvr>
                                      <p:tavLst>
                                        <p:tav tm="0">
                                          <p:val>
                                            <p:strVal val="#ppt_x"/>
                                          </p:val>
                                        </p:tav>
                                        <p:tav tm="50000">
                                          <p:val>
                                            <p:strVal val="#ppt_x+.1"/>
                                          </p:val>
                                        </p:tav>
                                        <p:tav tm="100000">
                                          <p:val>
                                            <p:strVal val="#ppt_x"/>
                                          </p:val>
                                        </p:tav>
                                      </p:tavLst>
                                    </p:anim>
                                    <p:anim calcmode="lin" valueType="num">
                                      <p:cBhvr>
                                        <p:cTn id="45" dur="500" fill="hold"/>
                                        <p:tgtEl>
                                          <p:spTgt spid="281603">
                                            <p:txEl>
                                              <p:pRg st="5" end="5"/>
                                            </p:txEl>
                                          </p:spTgt>
                                        </p:tgtEl>
                                        <p:attrNameLst>
                                          <p:attrName>ppt_y</p:attrName>
                                        </p:attrNameLst>
                                      </p:cBhvr>
                                      <p:tavLst>
                                        <p:tav tm="0">
                                          <p:val>
                                            <p:strVal val="#ppt_y"/>
                                          </p:val>
                                        </p:tav>
                                        <p:tav tm="100000">
                                          <p:val>
                                            <p:strVal val="#ppt_y"/>
                                          </p:val>
                                        </p:tav>
                                      </p:tavLst>
                                    </p:anim>
                                    <p:anim calcmode="lin" valueType="num">
                                      <p:cBhvr>
                                        <p:cTn id="46" dur="500" fill="hold"/>
                                        <p:tgtEl>
                                          <p:spTgt spid="281603">
                                            <p:txEl>
                                              <p:pRg st="5" end="5"/>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47" dur="500" fill="hold"/>
                                        <p:tgtEl>
                                          <p:spTgt spid="281603">
                                            <p:txEl>
                                              <p:pRg st="5" end="5"/>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48" dur="500" tmFilter="0,0; .5, 1; 1, 1"/>
                                        <p:tgtEl>
                                          <p:spTgt spid="281603">
                                            <p:txEl>
                                              <p:pRg st="5" end="5"/>
                                            </p:txEl>
                                          </p:spTgt>
                                        </p:tgtEl>
                                      </p:cBhvr>
                                    </p:animEffect>
                                  </p:childTnLst>
                                </p:cTn>
                              </p:par>
                              <p:par>
                                <p:cTn id="49" presetID="41" presetClass="entr" presetSubtype="0" fill="hold" nodeType="withEffect">
                                  <p:stCondLst>
                                    <p:cond delay="0"/>
                                  </p:stCondLst>
                                  <p:iterate type="lt">
                                    <p:tmPct val="10000"/>
                                  </p:iterate>
                                  <p:childTnLst>
                                    <p:set>
                                      <p:cBhvr>
                                        <p:cTn id="50" dur="1" fill="hold">
                                          <p:stCondLst>
                                            <p:cond delay="0"/>
                                          </p:stCondLst>
                                        </p:cTn>
                                        <p:tgtEl>
                                          <p:spTgt spid="281603">
                                            <p:txEl>
                                              <p:pRg st="6" end="6"/>
                                            </p:txEl>
                                          </p:spTgt>
                                        </p:tgtEl>
                                        <p:attrNameLst>
                                          <p:attrName>style.visibility</p:attrName>
                                        </p:attrNameLst>
                                      </p:cBhvr>
                                      <p:to>
                                        <p:strVal val="visible"/>
                                      </p:to>
                                    </p:set>
                                    <p:anim calcmode="lin" valueType="num">
                                      <p:cBhvr>
                                        <p:cTn id="51" dur="500" fill="hold"/>
                                        <p:tgtEl>
                                          <p:spTgt spid="281603">
                                            <p:txEl>
                                              <p:pRg st="6" end="6"/>
                                            </p:txEl>
                                          </p:spTgt>
                                        </p:tgtEl>
                                        <p:attrNameLst>
                                          <p:attrName>ppt_x</p:attrName>
                                        </p:attrNameLst>
                                      </p:cBhvr>
                                      <p:tavLst>
                                        <p:tav tm="0">
                                          <p:val>
                                            <p:strVal val="#ppt_x"/>
                                          </p:val>
                                        </p:tav>
                                        <p:tav tm="50000">
                                          <p:val>
                                            <p:strVal val="#ppt_x+.1"/>
                                          </p:val>
                                        </p:tav>
                                        <p:tav tm="100000">
                                          <p:val>
                                            <p:strVal val="#ppt_x"/>
                                          </p:val>
                                        </p:tav>
                                      </p:tavLst>
                                    </p:anim>
                                    <p:anim calcmode="lin" valueType="num">
                                      <p:cBhvr>
                                        <p:cTn id="52" dur="500" fill="hold"/>
                                        <p:tgtEl>
                                          <p:spTgt spid="281603">
                                            <p:txEl>
                                              <p:pRg st="6" end="6"/>
                                            </p:txEl>
                                          </p:spTgt>
                                        </p:tgtEl>
                                        <p:attrNameLst>
                                          <p:attrName>ppt_y</p:attrName>
                                        </p:attrNameLst>
                                      </p:cBhvr>
                                      <p:tavLst>
                                        <p:tav tm="0">
                                          <p:val>
                                            <p:strVal val="#ppt_y"/>
                                          </p:val>
                                        </p:tav>
                                        <p:tav tm="100000">
                                          <p:val>
                                            <p:strVal val="#ppt_y"/>
                                          </p:val>
                                        </p:tav>
                                      </p:tavLst>
                                    </p:anim>
                                    <p:anim calcmode="lin" valueType="num">
                                      <p:cBhvr>
                                        <p:cTn id="53" dur="500" fill="hold"/>
                                        <p:tgtEl>
                                          <p:spTgt spid="281603">
                                            <p:txEl>
                                              <p:pRg st="6" end="6"/>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54" dur="500" fill="hold"/>
                                        <p:tgtEl>
                                          <p:spTgt spid="281603">
                                            <p:txEl>
                                              <p:pRg st="6" end="6"/>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55" dur="500" tmFilter="0,0; .5, 1; 1, 1"/>
                                        <p:tgtEl>
                                          <p:spTgt spid="281603">
                                            <p:txEl>
                                              <p:pRg st="6" end="6"/>
                                            </p:txEl>
                                          </p:spTgt>
                                        </p:tgtEl>
                                      </p:cBhvr>
                                    </p:animEffect>
                                  </p:childTnLst>
                                </p:cTn>
                              </p:par>
                              <p:par>
                                <p:cTn id="56" presetID="41" presetClass="entr" presetSubtype="0" fill="hold" nodeType="withEffect">
                                  <p:stCondLst>
                                    <p:cond delay="0"/>
                                  </p:stCondLst>
                                  <p:iterate type="lt">
                                    <p:tmPct val="10000"/>
                                  </p:iterate>
                                  <p:childTnLst>
                                    <p:set>
                                      <p:cBhvr>
                                        <p:cTn id="57" dur="1" fill="hold">
                                          <p:stCondLst>
                                            <p:cond delay="0"/>
                                          </p:stCondLst>
                                        </p:cTn>
                                        <p:tgtEl>
                                          <p:spTgt spid="281603">
                                            <p:txEl>
                                              <p:pRg st="7" end="7"/>
                                            </p:txEl>
                                          </p:spTgt>
                                        </p:tgtEl>
                                        <p:attrNameLst>
                                          <p:attrName>style.visibility</p:attrName>
                                        </p:attrNameLst>
                                      </p:cBhvr>
                                      <p:to>
                                        <p:strVal val="visible"/>
                                      </p:to>
                                    </p:set>
                                    <p:anim calcmode="lin" valueType="num">
                                      <p:cBhvr>
                                        <p:cTn id="58" dur="500" fill="hold"/>
                                        <p:tgtEl>
                                          <p:spTgt spid="281603">
                                            <p:txEl>
                                              <p:pRg st="7" end="7"/>
                                            </p:txEl>
                                          </p:spTgt>
                                        </p:tgtEl>
                                        <p:attrNameLst>
                                          <p:attrName>ppt_x</p:attrName>
                                        </p:attrNameLst>
                                      </p:cBhvr>
                                      <p:tavLst>
                                        <p:tav tm="0">
                                          <p:val>
                                            <p:strVal val="#ppt_x"/>
                                          </p:val>
                                        </p:tav>
                                        <p:tav tm="50000">
                                          <p:val>
                                            <p:strVal val="#ppt_x+.1"/>
                                          </p:val>
                                        </p:tav>
                                        <p:tav tm="100000">
                                          <p:val>
                                            <p:strVal val="#ppt_x"/>
                                          </p:val>
                                        </p:tav>
                                      </p:tavLst>
                                    </p:anim>
                                    <p:anim calcmode="lin" valueType="num">
                                      <p:cBhvr>
                                        <p:cTn id="59" dur="500" fill="hold"/>
                                        <p:tgtEl>
                                          <p:spTgt spid="281603">
                                            <p:txEl>
                                              <p:pRg st="7" end="7"/>
                                            </p:txEl>
                                          </p:spTgt>
                                        </p:tgtEl>
                                        <p:attrNameLst>
                                          <p:attrName>ppt_y</p:attrName>
                                        </p:attrNameLst>
                                      </p:cBhvr>
                                      <p:tavLst>
                                        <p:tav tm="0">
                                          <p:val>
                                            <p:strVal val="#ppt_y"/>
                                          </p:val>
                                        </p:tav>
                                        <p:tav tm="100000">
                                          <p:val>
                                            <p:strVal val="#ppt_y"/>
                                          </p:val>
                                        </p:tav>
                                      </p:tavLst>
                                    </p:anim>
                                    <p:anim calcmode="lin" valueType="num">
                                      <p:cBhvr>
                                        <p:cTn id="60" dur="500" fill="hold"/>
                                        <p:tgtEl>
                                          <p:spTgt spid="281603">
                                            <p:txEl>
                                              <p:pRg st="7" end="7"/>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61" dur="500" fill="hold"/>
                                        <p:tgtEl>
                                          <p:spTgt spid="281603">
                                            <p:txEl>
                                              <p:pRg st="7" end="7"/>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62" dur="500" tmFilter="0,0; .5, 1; 1, 1"/>
                                        <p:tgtEl>
                                          <p:spTgt spid="281603">
                                            <p:txEl>
                                              <p:pRg st="7" end="7"/>
                                            </p:txEl>
                                          </p:spTgt>
                                        </p:tgtEl>
                                      </p:cBhvr>
                                    </p:animEffect>
                                  </p:childTnLst>
                                </p:cTn>
                              </p:par>
                              <p:par>
                                <p:cTn id="63" presetID="41" presetClass="entr" presetSubtype="0" fill="hold" nodeType="withEffect">
                                  <p:stCondLst>
                                    <p:cond delay="0"/>
                                  </p:stCondLst>
                                  <p:iterate type="lt">
                                    <p:tmPct val="10000"/>
                                  </p:iterate>
                                  <p:childTnLst>
                                    <p:set>
                                      <p:cBhvr>
                                        <p:cTn id="64" dur="1" fill="hold">
                                          <p:stCondLst>
                                            <p:cond delay="0"/>
                                          </p:stCondLst>
                                        </p:cTn>
                                        <p:tgtEl>
                                          <p:spTgt spid="281603">
                                            <p:txEl>
                                              <p:pRg st="8" end="8"/>
                                            </p:txEl>
                                          </p:spTgt>
                                        </p:tgtEl>
                                        <p:attrNameLst>
                                          <p:attrName>style.visibility</p:attrName>
                                        </p:attrNameLst>
                                      </p:cBhvr>
                                      <p:to>
                                        <p:strVal val="visible"/>
                                      </p:to>
                                    </p:set>
                                    <p:anim calcmode="lin" valueType="num">
                                      <p:cBhvr>
                                        <p:cTn id="65" dur="500" fill="hold"/>
                                        <p:tgtEl>
                                          <p:spTgt spid="281603">
                                            <p:txEl>
                                              <p:pRg st="8" end="8"/>
                                            </p:txEl>
                                          </p:spTgt>
                                        </p:tgtEl>
                                        <p:attrNameLst>
                                          <p:attrName>ppt_x</p:attrName>
                                        </p:attrNameLst>
                                      </p:cBhvr>
                                      <p:tavLst>
                                        <p:tav tm="0">
                                          <p:val>
                                            <p:strVal val="#ppt_x"/>
                                          </p:val>
                                        </p:tav>
                                        <p:tav tm="50000">
                                          <p:val>
                                            <p:strVal val="#ppt_x+.1"/>
                                          </p:val>
                                        </p:tav>
                                        <p:tav tm="100000">
                                          <p:val>
                                            <p:strVal val="#ppt_x"/>
                                          </p:val>
                                        </p:tav>
                                      </p:tavLst>
                                    </p:anim>
                                    <p:anim calcmode="lin" valueType="num">
                                      <p:cBhvr>
                                        <p:cTn id="66" dur="500" fill="hold"/>
                                        <p:tgtEl>
                                          <p:spTgt spid="281603">
                                            <p:txEl>
                                              <p:pRg st="8" end="8"/>
                                            </p:txEl>
                                          </p:spTgt>
                                        </p:tgtEl>
                                        <p:attrNameLst>
                                          <p:attrName>ppt_y</p:attrName>
                                        </p:attrNameLst>
                                      </p:cBhvr>
                                      <p:tavLst>
                                        <p:tav tm="0">
                                          <p:val>
                                            <p:strVal val="#ppt_y"/>
                                          </p:val>
                                        </p:tav>
                                        <p:tav tm="100000">
                                          <p:val>
                                            <p:strVal val="#ppt_y"/>
                                          </p:val>
                                        </p:tav>
                                      </p:tavLst>
                                    </p:anim>
                                    <p:anim calcmode="lin" valueType="num">
                                      <p:cBhvr>
                                        <p:cTn id="67" dur="500" fill="hold"/>
                                        <p:tgtEl>
                                          <p:spTgt spid="281603">
                                            <p:txEl>
                                              <p:pRg st="8" end="8"/>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68" dur="500" fill="hold"/>
                                        <p:tgtEl>
                                          <p:spTgt spid="281603">
                                            <p:txEl>
                                              <p:pRg st="8" end="8"/>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69" dur="500" tmFilter="0,0; .5, 1; 1, 1"/>
                                        <p:tgtEl>
                                          <p:spTgt spid="281603">
                                            <p:txEl>
                                              <p:pRg st="8" end="8"/>
                                            </p:txEl>
                                          </p:spTgt>
                                        </p:tgtEl>
                                      </p:cBhvr>
                                    </p:animEffect>
                                  </p:childTnLst>
                                </p:cTn>
                              </p:par>
                              <p:par>
                                <p:cTn id="70" presetID="41" presetClass="entr" presetSubtype="0" fill="hold" nodeType="withEffect">
                                  <p:stCondLst>
                                    <p:cond delay="0"/>
                                  </p:stCondLst>
                                  <p:iterate type="lt">
                                    <p:tmPct val="10000"/>
                                  </p:iterate>
                                  <p:childTnLst>
                                    <p:set>
                                      <p:cBhvr>
                                        <p:cTn id="71" dur="1" fill="hold">
                                          <p:stCondLst>
                                            <p:cond delay="0"/>
                                          </p:stCondLst>
                                        </p:cTn>
                                        <p:tgtEl>
                                          <p:spTgt spid="281603">
                                            <p:txEl>
                                              <p:pRg st="9" end="9"/>
                                            </p:txEl>
                                          </p:spTgt>
                                        </p:tgtEl>
                                        <p:attrNameLst>
                                          <p:attrName>style.visibility</p:attrName>
                                        </p:attrNameLst>
                                      </p:cBhvr>
                                      <p:to>
                                        <p:strVal val="visible"/>
                                      </p:to>
                                    </p:set>
                                    <p:anim calcmode="lin" valueType="num">
                                      <p:cBhvr>
                                        <p:cTn id="72" dur="500" fill="hold"/>
                                        <p:tgtEl>
                                          <p:spTgt spid="281603">
                                            <p:txEl>
                                              <p:pRg st="9" end="9"/>
                                            </p:txEl>
                                          </p:spTgt>
                                        </p:tgtEl>
                                        <p:attrNameLst>
                                          <p:attrName>ppt_x</p:attrName>
                                        </p:attrNameLst>
                                      </p:cBhvr>
                                      <p:tavLst>
                                        <p:tav tm="0">
                                          <p:val>
                                            <p:strVal val="#ppt_x"/>
                                          </p:val>
                                        </p:tav>
                                        <p:tav tm="50000">
                                          <p:val>
                                            <p:strVal val="#ppt_x+.1"/>
                                          </p:val>
                                        </p:tav>
                                        <p:tav tm="100000">
                                          <p:val>
                                            <p:strVal val="#ppt_x"/>
                                          </p:val>
                                        </p:tav>
                                      </p:tavLst>
                                    </p:anim>
                                    <p:anim calcmode="lin" valueType="num">
                                      <p:cBhvr>
                                        <p:cTn id="73" dur="500" fill="hold"/>
                                        <p:tgtEl>
                                          <p:spTgt spid="281603">
                                            <p:txEl>
                                              <p:pRg st="9" end="9"/>
                                            </p:txEl>
                                          </p:spTgt>
                                        </p:tgtEl>
                                        <p:attrNameLst>
                                          <p:attrName>ppt_y</p:attrName>
                                        </p:attrNameLst>
                                      </p:cBhvr>
                                      <p:tavLst>
                                        <p:tav tm="0">
                                          <p:val>
                                            <p:strVal val="#ppt_y"/>
                                          </p:val>
                                        </p:tav>
                                        <p:tav tm="100000">
                                          <p:val>
                                            <p:strVal val="#ppt_y"/>
                                          </p:val>
                                        </p:tav>
                                      </p:tavLst>
                                    </p:anim>
                                    <p:anim calcmode="lin" valueType="num">
                                      <p:cBhvr>
                                        <p:cTn id="74" dur="500" fill="hold"/>
                                        <p:tgtEl>
                                          <p:spTgt spid="281603">
                                            <p:txEl>
                                              <p:pRg st="9" end="9"/>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75" dur="500" fill="hold"/>
                                        <p:tgtEl>
                                          <p:spTgt spid="281603">
                                            <p:txEl>
                                              <p:pRg st="9" end="9"/>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76" dur="500" tmFilter="0,0; .5, 1; 1, 1"/>
                                        <p:tgtEl>
                                          <p:spTgt spid="281603">
                                            <p:txEl>
                                              <p:pRg st="9" end="9"/>
                                            </p:txEl>
                                          </p:spTgt>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1" presetClass="entr" presetSubtype="4" fill="hold" nodeType="clickEffect">
                                  <p:stCondLst>
                                    <p:cond delay="0"/>
                                  </p:stCondLst>
                                  <p:childTnLst>
                                    <p:set>
                                      <p:cBhvr>
                                        <p:cTn id="80" dur="1" fill="hold">
                                          <p:stCondLst>
                                            <p:cond delay="0"/>
                                          </p:stCondLst>
                                        </p:cTn>
                                        <p:tgtEl>
                                          <p:spTgt spid="281603">
                                            <p:txEl>
                                              <p:pRg st="10" end="10"/>
                                            </p:txEl>
                                          </p:spTgt>
                                        </p:tgtEl>
                                        <p:attrNameLst>
                                          <p:attrName>style.visibility</p:attrName>
                                        </p:attrNameLst>
                                      </p:cBhvr>
                                      <p:to>
                                        <p:strVal val="visible"/>
                                      </p:to>
                                    </p:set>
                                    <p:animEffect transition="in" filter="wheel(4)">
                                      <p:cBhvr>
                                        <p:cTn id="81" dur="2000"/>
                                        <p:tgtEl>
                                          <p:spTgt spid="28160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a:extLst>
              <a:ext uri="{FF2B5EF4-FFF2-40B4-BE49-F238E27FC236}">
                <a16:creationId xmlns:a16="http://schemas.microsoft.com/office/drawing/2014/main" id="{FA2764E0-E7AC-61A0-DC21-5E36FE61EA35}"/>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3A581727-899A-4688-B237-86AE06B6B3D2}" type="slidenum">
              <a:rPr lang="en-US" altLang="vi-VN" sz="1000">
                <a:latin typeface="Verdana" panose="020B0604030504040204" pitchFamily="34" charset="0"/>
              </a:rPr>
              <a:pPr algn="r" eaLnBrk="1" hangingPunct="1">
                <a:spcBef>
                  <a:spcPct val="0"/>
                </a:spcBef>
                <a:buFontTx/>
                <a:buNone/>
              </a:pPr>
              <a:t>14</a:t>
            </a:fld>
            <a:endParaRPr lang="en-US" altLang="vi-VN" sz="1000">
              <a:latin typeface="Verdana" panose="020B0604030504040204" pitchFamily="34" charset="0"/>
            </a:endParaRPr>
          </a:p>
        </p:txBody>
      </p:sp>
      <p:sp>
        <p:nvSpPr>
          <p:cNvPr id="29699" name="Rectangle 2">
            <a:extLst>
              <a:ext uri="{FF2B5EF4-FFF2-40B4-BE49-F238E27FC236}">
                <a16:creationId xmlns:a16="http://schemas.microsoft.com/office/drawing/2014/main" id="{DEB7C6CF-89BD-579E-3B64-02958A868C00}"/>
              </a:ext>
            </a:extLst>
          </p:cNvPr>
          <p:cNvSpPr>
            <a:spLocks noGrp="1" noChangeArrowheads="1"/>
          </p:cNvSpPr>
          <p:nvPr>
            <p:ph type="title" idx="4294967295"/>
          </p:nvPr>
        </p:nvSpPr>
        <p:spPr>
          <a:xfrm>
            <a:off x="457200" y="-257175"/>
            <a:ext cx="8229600" cy="990600"/>
          </a:xfrm>
        </p:spPr>
        <p:txBody>
          <a:bodyPr anchor="b"/>
          <a:lstStyle/>
          <a:p>
            <a:pPr eaLnBrk="1" hangingPunct="1"/>
            <a:r>
              <a:rPr lang="en-US" altLang="vi-VN" sz="2800" b="1">
                <a:solidFill>
                  <a:srgbClr val="FF0000"/>
                </a:solidFill>
                <a:latin typeface="Times New Roman" panose="02020603050405020304" pitchFamily="18" charset="0"/>
              </a:rPr>
              <a:t>III. DỮ LIỆU TRONG EXCEL (tt)</a:t>
            </a:r>
          </a:p>
        </p:txBody>
      </p:sp>
      <p:sp>
        <p:nvSpPr>
          <p:cNvPr id="282627" name="Rectangle 3">
            <a:extLst>
              <a:ext uri="{FF2B5EF4-FFF2-40B4-BE49-F238E27FC236}">
                <a16:creationId xmlns:a16="http://schemas.microsoft.com/office/drawing/2014/main" id="{A0F3BD00-10F5-6FB1-AA8F-1D723601822C}"/>
              </a:ext>
            </a:extLst>
          </p:cNvPr>
          <p:cNvSpPr>
            <a:spLocks noGrp="1" noChangeArrowheads="1"/>
          </p:cNvSpPr>
          <p:nvPr>
            <p:ph type="body" idx="4294967295"/>
          </p:nvPr>
        </p:nvSpPr>
        <p:spPr>
          <a:xfrm>
            <a:off x="381000" y="1038225"/>
            <a:ext cx="8534400" cy="5486400"/>
          </a:xfrm>
        </p:spPr>
        <p:txBody>
          <a:bodyPr/>
          <a:lstStyle/>
          <a:p>
            <a:pPr eaLnBrk="1" hangingPunct="1">
              <a:buFont typeface="Wingdings" panose="05000000000000000000" pitchFamily="2" charset="2"/>
              <a:buNone/>
            </a:pPr>
            <a:endParaRPr lang="en-US" altLang="vi-VN" sz="2800" b="1">
              <a:solidFill>
                <a:srgbClr val="FF0000"/>
              </a:solidFill>
              <a:latin typeface="Times New Roman" panose="02020603050405020304" pitchFamily="18" charset="0"/>
            </a:endParaRPr>
          </a:p>
          <a:p>
            <a:pPr eaLnBrk="1" hangingPunct="1">
              <a:buFont typeface="Wingdings" panose="05000000000000000000" pitchFamily="2" charset="2"/>
              <a:buNone/>
            </a:pPr>
            <a:r>
              <a:rPr lang="en-US" altLang="vi-VN" sz="2800" b="1">
                <a:solidFill>
                  <a:srgbClr val="FF0000"/>
                </a:solidFill>
                <a:latin typeface="Times New Roman" panose="02020603050405020304" pitchFamily="18" charset="0"/>
              </a:rPr>
              <a:t>2.3. Dữ liệu kiểu ngày (Date), giờ (Time):</a:t>
            </a:r>
          </a:p>
          <a:p>
            <a:pPr eaLnBrk="1" hangingPunct="1">
              <a:buFont typeface="Wingdings" panose="05000000000000000000" pitchFamily="2" charset="2"/>
              <a:buNone/>
            </a:pPr>
            <a:r>
              <a:rPr lang="en-US" altLang="vi-VN" sz="2800">
                <a:latin typeface="Times New Roman" panose="02020603050405020304" pitchFamily="18" charset="0"/>
              </a:rPr>
              <a:t>    Khi nhập ngày, giờ phải  tuân thủ theo quy định của </a:t>
            </a:r>
            <a:r>
              <a:rPr lang="en-US" altLang="vi-VN" sz="2800" b="1">
                <a:latin typeface="Times New Roman" panose="02020603050405020304" pitchFamily="18" charset="0"/>
              </a:rPr>
              <a:t>Windows</a:t>
            </a:r>
            <a:r>
              <a:rPr lang="en-US" altLang="vi-VN" sz="2800">
                <a:latin typeface="Times New Roman" panose="02020603050405020304" pitchFamily="18" charset="0"/>
              </a:rPr>
              <a:t> trong </a:t>
            </a:r>
            <a:r>
              <a:rPr lang="en-US" altLang="vi-VN" sz="2800" b="1">
                <a:latin typeface="Times New Roman" panose="02020603050405020304" pitchFamily="18" charset="0"/>
              </a:rPr>
              <a:t>Control Panel.</a:t>
            </a:r>
            <a:r>
              <a:rPr lang="en-US" altLang="vi-VN" sz="2800">
                <a:latin typeface="Times New Roman" panose="02020603050405020304" pitchFamily="18" charset="0"/>
              </a:rPr>
              <a:t> </a:t>
            </a:r>
          </a:p>
          <a:p>
            <a:pPr eaLnBrk="1" hangingPunct="1">
              <a:buFont typeface="Wingdings" panose="05000000000000000000" pitchFamily="2" charset="2"/>
              <a:buChar char="Ø"/>
            </a:pPr>
            <a:r>
              <a:rPr lang="en-US" altLang="vi-VN" sz="2800">
                <a:latin typeface="Times New Roman" panose="02020603050405020304" pitchFamily="18" charset="0"/>
              </a:rPr>
              <a:t>Toán tử: Gồm các phép toán + (cộng) và – (trừ) với các dạng biểu thức thường gặp sau:</a:t>
            </a:r>
          </a:p>
          <a:p>
            <a:pPr eaLnBrk="1" hangingPunct="1">
              <a:buFont typeface="Wingdings" panose="05000000000000000000" pitchFamily="2" charset="2"/>
              <a:buChar char="Ø"/>
            </a:pPr>
            <a:r>
              <a:rPr lang="en-US" altLang="vi-VN" sz="2800">
                <a:latin typeface="Times New Roman" panose="02020603050405020304" pitchFamily="18" charset="0"/>
              </a:rPr>
              <a:t>Ngày + số = Ngày. </a:t>
            </a:r>
            <a:r>
              <a:rPr lang="en-US" altLang="vi-VN" sz="2800">
                <a:solidFill>
                  <a:srgbClr val="0000FF"/>
                </a:solidFill>
                <a:latin typeface="Times New Roman" panose="02020603050405020304" pitchFamily="18" charset="0"/>
              </a:rPr>
              <a:t>Ví dụ</a:t>
            </a:r>
            <a:r>
              <a:rPr lang="en-US" altLang="vi-VN" sz="2800">
                <a:latin typeface="Times New Roman" panose="02020603050405020304" pitchFamily="18" charset="0"/>
              </a:rPr>
              <a:t>: 26/01/1983 + 2 =28/01/1983</a:t>
            </a:r>
          </a:p>
          <a:p>
            <a:pPr eaLnBrk="1" hangingPunct="1">
              <a:buFont typeface="Wingdings" panose="05000000000000000000" pitchFamily="2" charset="2"/>
              <a:buChar char="Ø"/>
            </a:pPr>
            <a:r>
              <a:rPr lang="en-US" altLang="vi-VN" sz="2800">
                <a:latin typeface="Times New Roman" panose="02020603050405020304" pitchFamily="18" charset="0"/>
              </a:rPr>
              <a:t>Ngày – số = Ngày. </a:t>
            </a:r>
            <a:r>
              <a:rPr lang="en-US" altLang="vi-VN" sz="2800">
                <a:solidFill>
                  <a:srgbClr val="0000FF"/>
                </a:solidFill>
                <a:latin typeface="Times New Roman" panose="02020603050405020304" pitchFamily="18" charset="0"/>
              </a:rPr>
              <a:t>Ví dụ</a:t>
            </a:r>
            <a:r>
              <a:rPr lang="en-US" altLang="vi-VN" sz="2800">
                <a:latin typeface="Times New Roman" panose="02020603050405020304" pitchFamily="18" charset="0"/>
              </a:rPr>
              <a:t>: 26/01/1983  - 2 =24/01/1983</a:t>
            </a:r>
          </a:p>
          <a:p>
            <a:pPr eaLnBrk="1" hangingPunct="1">
              <a:buFont typeface="Wingdings" panose="05000000000000000000" pitchFamily="2" charset="2"/>
              <a:buChar char="Ø"/>
            </a:pPr>
            <a:r>
              <a:rPr lang="en-US" altLang="vi-VN" sz="2800">
                <a:latin typeface="Times New Roman" panose="02020603050405020304" pitchFamily="18" charset="0"/>
              </a:rPr>
              <a:t>Ngày – Ngày = Số. </a:t>
            </a:r>
            <a:r>
              <a:rPr lang="en-US" altLang="vi-VN" sz="2800">
                <a:solidFill>
                  <a:srgbClr val="0000FF"/>
                </a:solidFill>
                <a:latin typeface="Times New Roman" panose="02020603050405020304" pitchFamily="18" charset="0"/>
              </a:rPr>
              <a:t>ví dụ</a:t>
            </a:r>
            <a:r>
              <a:rPr lang="en-US" altLang="vi-VN" sz="2800">
                <a:latin typeface="Times New Roman" panose="02020603050405020304" pitchFamily="18" charset="0"/>
              </a:rPr>
              <a:t> : 26/01/1983 – 20/01/1983 = 6</a:t>
            </a:r>
          </a:p>
          <a:p>
            <a:pPr eaLnBrk="1" hangingPunct="1">
              <a:buFont typeface="Wingdings" panose="05000000000000000000" pitchFamily="2" charset="2"/>
              <a:buChar char="Ø"/>
            </a:pPr>
            <a:r>
              <a:rPr lang="en-US" altLang="vi-VN" sz="2800">
                <a:latin typeface="Times New Roman" panose="02020603050405020304" pitchFamily="18" charset="0"/>
              </a:rPr>
              <a:t>Giờ –  Giờ  =  số. </a:t>
            </a:r>
            <a:r>
              <a:rPr lang="en-US" altLang="vi-VN" sz="2800">
                <a:solidFill>
                  <a:srgbClr val="0000FF"/>
                </a:solidFill>
                <a:latin typeface="Times New Roman" panose="02020603050405020304" pitchFamily="18" charset="0"/>
              </a:rPr>
              <a:t>ví dụ</a:t>
            </a:r>
            <a:r>
              <a:rPr lang="en-US" altLang="vi-VN" sz="2800">
                <a:latin typeface="Times New Roman" panose="02020603050405020304" pitchFamily="18" charset="0"/>
              </a:rPr>
              <a:t> :24:00:00 -12:00:00 = 0.5</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282627">
                                            <p:txEl>
                                              <p:pRg st="1" end="1"/>
                                            </p:txEl>
                                          </p:spTgt>
                                        </p:tgtEl>
                                        <p:attrNameLst>
                                          <p:attrName>style.visibility</p:attrName>
                                        </p:attrNameLst>
                                      </p:cBhvr>
                                      <p:to>
                                        <p:strVal val="visible"/>
                                      </p:to>
                                    </p:set>
                                    <p:anim calcmode="lin" valueType="num">
                                      <p:cBhvr>
                                        <p:cTn id="7" dur="500" fill="hold"/>
                                        <p:tgtEl>
                                          <p:spTgt spid="282627">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82627">
                                            <p:txEl>
                                              <p:pRg st="1" end="1"/>
                                            </p:txEl>
                                          </p:spTgt>
                                        </p:tgtEl>
                                        <p:attrNameLst>
                                          <p:attrName>ppt_y</p:attrName>
                                        </p:attrNameLst>
                                      </p:cBhvr>
                                      <p:tavLst>
                                        <p:tav tm="0">
                                          <p:val>
                                            <p:strVal val="#ppt_y"/>
                                          </p:val>
                                        </p:tav>
                                        <p:tav tm="100000">
                                          <p:val>
                                            <p:strVal val="#ppt_y"/>
                                          </p:val>
                                        </p:tav>
                                      </p:tavLst>
                                    </p:anim>
                                    <p:anim calcmode="lin" valueType="num">
                                      <p:cBhvr>
                                        <p:cTn id="9" dur="500" fill="hold"/>
                                        <p:tgtEl>
                                          <p:spTgt spid="282627">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82627">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82627">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1" presetClass="entr" presetSubtype="0" fill="hold" nodeType="clickEffect">
                                  <p:stCondLst>
                                    <p:cond delay="0"/>
                                  </p:stCondLst>
                                  <p:iterate type="lt">
                                    <p:tmPct val="10000"/>
                                  </p:iterate>
                                  <p:childTnLst>
                                    <p:set>
                                      <p:cBhvr>
                                        <p:cTn id="15" dur="1" fill="hold">
                                          <p:stCondLst>
                                            <p:cond delay="0"/>
                                          </p:stCondLst>
                                        </p:cTn>
                                        <p:tgtEl>
                                          <p:spTgt spid="282627">
                                            <p:txEl>
                                              <p:pRg st="2" end="2"/>
                                            </p:txEl>
                                          </p:spTgt>
                                        </p:tgtEl>
                                        <p:attrNameLst>
                                          <p:attrName>style.visibility</p:attrName>
                                        </p:attrNameLst>
                                      </p:cBhvr>
                                      <p:to>
                                        <p:strVal val="visible"/>
                                      </p:to>
                                    </p:set>
                                    <p:anim calcmode="lin" valueType="num">
                                      <p:cBhvr>
                                        <p:cTn id="16" dur="500" fill="hold"/>
                                        <p:tgtEl>
                                          <p:spTgt spid="282627">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282627">
                                            <p:txEl>
                                              <p:pRg st="2" end="2"/>
                                            </p:txEl>
                                          </p:spTgt>
                                        </p:tgtEl>
                                        <p:attrNameLst>
                                          <p:attrName>ppt_y</p:attrName>
                                        </p:attrNameLst>
                                      </p:cBhvr>
                                      <p:tavLst>
                                        <p:tav tm="0">
                                          <p:val>
                                            <p:strVal val="#ppt_y"/>
                                          </p:val>
                                        </p:tav>
                                        <p:tav tm="100000">
                                          <p:val>
                                            <p:strVal val="#ppt_y"/>
                                          </p:val>
                                        </p:tav>
                                      </p:tavLst>
                                    </p:anim>
                                    <p:anim calcmode="lin" valueType="num">
                                      <p:cBhvr>
                                        <p:cTn id="18" dur="500" fill="hold"/>
                                        <p:tgtEl>
                                          <p:spTgt spid="282627">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282627">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282627">
                                            <p:txEl>
                                              <p:pRg st="2" end="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1" presetClass="entr" presetSubtype="0" fill="hold" nodeType="clickEffect">
                                  <p:stCondLst>
                                    <p:cond delay="0"/>
                                  </p:stCondLst>
                                  <p:iterate type="lt">
                                    <p:tmPct val="10000"/>
                                  </p:iterate>
                                  <p:childTnLst>
                                    <p:set>
                                      <p:cBhvr>
                                        <p:cTn id="24" dur="1" fill="hold">
                                          <p:stCondLst>
                                            <p:cond delay="0"/>
                                          </p:stCondLst>
                                        </p:cTn>
                                        <p:tgtEl>
                                          <p:spTgt spid="282627">
                                            <p:txEl>
                                              <p:pRg st="3" end="3"/>
                                            </p:txEl>
                                          </p:spTgt>
                                        </p:tgtEl>
                                        <p:attrNameLst>
                                          <p:attrName>style.visibility</p:attrName>
                                        </p:attrNameLst>
                                      </p:cBhvr>
                                      <p:to>
                                        <p:strVal val="visible"/>
                                      </p:to>
                                    </p:set>
                                    <p:anim calcmode="lin" valueType="num">
                                      <p:cBhvr>
                                        <p:cTn id="25" dur="500" fill="hold"/>
                                        <p:tgtEl>
                                          <p:spTgt spid="282627">
                                            <p:txEl>
                                              <p:pRg st="3" end="3"/>
                                            </p:txEl>
                                          </p:spTgt>
                                        </p:tgtEl>
                                        <p:attrNameLst>
                                          <p:attrName>ppt_x</p:attrName>
                                        </p:attrNameLst>
                                      </p:cBhvr>
                                      <p:tavLst>
                                        <p:tav tm="0">
                                          <p:val>
                                            <p:strVal val="#ppt_x"/>
                                          </p:val>
                                        </p:tav>
                                        <p:tav tm="50000">
                                          <p:val>
                                            <p:strVal val="#ppt_x+.1"/>
                                          </p:val>
                                        </p:tav>
                                        <p:tav tm="100000">
                                          <p:val>
                                            <p:strVal val="#ppt_x"/>
                                          </p:val>
                                        </p:tav>
                                      </p:tavLst>
                                    </p:anim>
                                    <p:anim calcmode="lin" valueType="num">
                                      <p:cBhvr>
                                        <p:cTn id="26" dur="500" fill="hold"/>
                                        <p:tgtEl>
                                          <p:spTgt spid="282627">
                                            <p:txEl>
                                              <p:pRg st="3" end="3"/>
                                            </p:txEl>
                                          </p:spTgt>
                                        </p:tgtEl>
                                        <p:attrNameLst>
                                          <p:attrName>ppt_y</p:attrName>
                                        </p:attrNameLst>
                                      </p:cBhvr>
                                      <p:tavLst>
                                        <p:tav tm="0">
                                          <p:val>
                                            <p:strVal val="#ppt_y"/>
                                          </p:val>
                                        </p:tav>
                                        <p:tav tm="100000">
                                          <p:val>
                                            <p:strVal val="#ppt_y"/>
                                          </p:val>
                                        </p:tav>
                                      </p:tavLst>
                                    </p:anim>
                                    <p:anim calcmode="lin" valueType="num">
                                      <p:cBhvr>
                                        <p:cTn id="27" dur="500" fill="hold"/>
                                        <p:tgtEl>
                                          <p:spTgt spid="282627">
                                            <p:txEl>
                                              <p:pRg st="3" end="3"/>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8" dur="500" fill="hold"/>
                                        <p:tgtEl>
                                          <p:spTgt spid="282627">
                                            <p:txEl>
                                              <p:pRg st="3" end="3"/>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9" dur="500" tmFilter="0,0; .5, 1; 1, 1"/>
                                        <p:tgtEl>
                                          <p:spTgt spid="282627">
                                            <p:txEl>
                                              <p:pRg st="3" end="3"/>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41" presetClass="entr" presetSubtype="0" fill="hold" nodeType="clickEffect">
                                  <p:stCondLst>
                                    <p:cond delay="0"/>
                                  </p:stCondLst>
                                  <p:iterate type="lt">
                                    <p:tmPct val="10000"/>
                                  </p:iterate>
                                  <p:childTnLst>
                                    <p:set>
                                      <p:cBhvr>
                                        <p:cTn id="33" dur="1" fill="hold">
                                          <p:stCondLst>
                                            <p:cond delay="0"/>
                                          </p:stCondLst>
                                        </p:cTn>
                                        <p:tgtEl>
                                          <p:spTgt spid="282627">
                                            <p:txEl>
                                              <p:pRg st="4" end="4"/>
                                            </p:txEl>
                                          </p:spTgt>
                                        </p:tgtEl>
                                        <p:attrNameLst>
                                          <p:attrName>style.visibility</p:attrName>
                                        </p:attrNameLst>
                                      </p:cBhvr>
                                      <p:to>
                                        <p:strVal val="visible"/>
                                      </p:to>
                                    </p:set>
                                    <p:anim calcmode="lin" valueType="num">
                                      <p:cBhvr>
                                        <p:cTn id="34" dur="500" fill="hold"/>
                                        <p:tgtEl>
                                          <p:spTgt spid="282627">
                                            <p:txEl>
                                              <p:pRg st="4" end="4"/>
                                            </p:txEl>
                                          </p:spTgt>
                                        </p:tgtEl>
                                        <p:attrNameLst>
                                          <p:attrName>ppt_x</p:attrName>
                                        </p:attrNameLst>
                                      </p:cBhvr>
                                      <p:tavLst>
                                        <p:tav tm="0">
                                          <p:val>
                                            <p:strVal val="#ppt_x"/>
                                          </p:val>
                                        </p:tav>
                                        <p:tav tm="50000">
                                          <p:val>
                                            <p:strVal val="#ppt_x+.1"/>
                                          </p:val>
                                        </p:tav>
                                        <p:tav tm="100000">
                                          <p:val>
                                            <p:strVal val="#ppt_x"/>
                                          </p:val>
                                        </p:tav>
                                      </p:tavLst>
                                    </p:anim>
                                    <p:anim calcmode="lin" valueType="num">
                                      <p:cBhvr>
                                        <p:cTn id="35" dur="500" fill="hold"/>
                                        <p:tgtEl>
                                          <p:spTgt spid="282627">
                                            <p:txEl>
                                              <p:pRg st="4" end="4"/>
                                            </p:txEl>
                                          </p:spTgt>
                                        </p:tgtEl>
                                        <p:attrNameLst>
                                          <p:attrName>ppt_y</p:attrName>
                                        </p:attrNameLst>
                                      </p:cBhvr>
                                      <p:tavLst>
                                        <p:tav tm="0">
                                          <p:val>
                                            <p:strVal val="#ppt_y"/>
                                          </p:val>
                                        </p:tav>
                                        <p:tav tm="100000">
                                          <p:val>
                                            <p:strVal val="#ppt_y"/>
                                          </p:val>
                                        </p:tav>
                                      </p:tavLst>
                                    </p:anim>
                                    <p:anim calcmode="lin" valueType="num">
                                      <p:cBhvr>
                                        <p:cTn id="36" dur="500" fill="hold"/>
                                        <p:tgtEl>
                                          <p:spTgt spid="282627">
                                            <p:txEl>
                                              <p:pRg st="4" end="4"/>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7" dur="500" fill="hold"/>
                                        <p:tgtEl>
                                          <p:spTgt spid="282627">
                                            <p:txEl>
                                              <p:pRg st="4" end="4"/>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8" dur="500" tmFilter="0,0; .5, 1; 1, 1"/>
                                        <p:tgtEl>
                                          <p:spTgt spid="282627">
                                            <p:txEl>
                                              <p:pRg st="4" end="4"/>
                                            </p:txEl>
                                          </p:spTgt>
                                        </p:tgtEl>
                                      </p:cBhvr>
                                    </p:animEffect>
                                  </p:childTnLst>
                                </p:cTn>
                              </p:par>
                              <p:par>
                                <p:cTn id="39" presetID="41" presetClass="entr" presetSubtype="0" fill="hold" nodeType="withEffect">
                                  <p:stCondLst>
                                    <p:cond delay="0"/>
                                  </p:stCondLst>
                                  <p:iterate type="lt">
                                    <p:tmPct val="10000"/>
                                  </p:iterate>
                                  <p:childTnLst>
                                    <p:set>
                                      <p:cBhvr>
                                        <p:cTn id="40" dur="1" fill="hold">
                                          <p:stCondLst>
                                            <p:cond delay="0"/>
                                          </p:stCondLst>
                                        </p:cTn>
                                        <p:tgtEl>
                                          <p:spTgt spid="282627">
                                            <p:txEl>
                                              <p:pRg st="5" end="5"/>
                                            </p:txEl>
                                          </p:spTgt>
                                        </p:tgtEl>
                                        <p:attrNameLst>
                                          <p:attrName>style.visibility</p:attrName>
                                        </p:attrNameLst>
                                      </p:cBhvr>
                                      <p:to>
                                        <p:strVal val="visible"/>
                                      </p:to>
                                    </p:set>
                                    <p:anim calcmode="lin" valueType="num">
                                      <p:cBhvr>
                                        <p:cTn id="41" dur="500" fill="hold"/>
                                        <p:tgtEl>
                                          <p:spTgt spid="282627">
                                            <p:txEl>
                                              <p:pRg st="5" end="5"/>
                                            </p:txEl>
                                          </p:spTgt>
                                        </p:tgtEl>
                                        <p:attrNameLst>
                                          <p:attrName>ppt_x</p:attrName>
                                        </p:attrNameLst>
                                      </p:cBhvr>
                                      <p:tavLst>
                                        <p:tav tm="0">
                                          <p:val>
                                            <p:strVal val="#ppt_x"/>
                                          </p:val>
                                        </p:tav>
                                        <p:tav tm="50000">
                                          <p:val>
                                            <p:strVal val="#ppt_x+.1"/>
                                          </p:val>
                                        </p:tav>
                                        <p:tav tm="100000">
                                          <p:val>
                                            <p:strVal val="#ppt_x"/>
                                          </p:val>
                                        </p:tav>
                                      </p:tavLst>
                                    </p:anim>
                                    <p:anim calcmode="lin" valueType="num">
                                      <p:cBhvr>
                                        <p:cTn id="42" dur="500" fill="hold"/>
                                        <p:tgtEl>
                                          <p:spTgt spid="282627">
                                            <p:txEl>
                                              <p:pRg st="5" end="5"/>
                                            </p:txEl>
                                          </p:spTgt>
                                        </p:tgtEl>
                                        <p:attrNameLst>
                                          <p:attrName>ppt_y</p:attrName>
                                        </p:attrNameLst>
                                      </p:cBhvr>
                                      <p:tavLst>
                                        <p:tav tm="0">
                                          <p:val>
                                            <p:strVal val="#ppt_y"/>
                                          </p:val>
                                        </p:tav>
                                        <p:tav tm="100000">
                                          <p:val>
                                            <p:strVal val="#ppt_y"/>
                                          </p:val>
                                        </p:tav>
                                      </p:tavLst>
                                    </p:anim>
                                    <p:anim calcmode="lin" valueType="num">
                                      <p:cBhvr>
                                        <p:cTn id="43" dur="500" fill="hold"/>
                                        <p:tgtEl>
                                          <p:spTgt spid="282627">
                                            <p:txEl>
                                              <p:pRg st="5" end="5"/>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44" dur="500" fill="hold"/>
                                        <p:tgtEl>
                                          <p:spTgt spid="282627">
                                            <p:txEl>
                                              <p:pRg st="5" end="5"/>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45" dur="500" tmFilter="0,0; .5, 1; 1, 1"/>
                                        <p:tgtEl>
                                          <p:spTgt spid="282627">
                                            <p:txEl>
                                              <p:pRg st="5" end="5"/>
                                            </p:txEl>
                                          </p:spTgt>
                                        </p:tgtEl>
                                      </p:cBhvr>
                                    </p:animEffect>
                                  </p:childTnLst>
                                </p:cTn>
                              </p:par>
                              <p:par>
                                <p:cTn id="46" presetID="41" presetClass="entr" presetSubtype="0" fill="hold" nodeType="withEffect">
                                  <p:stCondLst>
                                    <p:cond delay="0"/>
                                  </p:stCondLst>
                                  <p:iterate type="lt">
                                    <p:tmPct val="10000"/>
                                  </p:iterate>
                                  <p:childTnLst>
                                    <p:set>
                                      <p:cBhvr>
                                        <p:cTn id="47" dur="1" fill="hold">
                                          <p:stCondLst>
                                            <p:cond delay="0"/>
                                          </p:stCondLst>
                                        </p:cTn>
                                        <p:tgtEl>
                                          <p:spTgt spid="282627">
                                            <p:txEl>
                                              <p:pRg st="6" end="6"/>
                                            </p:txEl>
                                          </p:spTgt>
                                        </p:tgtEl>
                                        <p:attrNameLst>
                                          <p:attrName>style.visibility</p:attrName>
                                        </p:attrNameLst>
                                      </p:cBhvr>
                                      <p:to>
                                        <p:strVal val="visible"/>
                                      </p:to>
                                    </p:set>
                                    <p:anim calcmode="lin" valueType="num">
                                      <p:cBhvr>
                                        <p:cTn id="48" dur="500" fill="hold"/>
                                        <p:tgtEl>
                                          <p:spTgt spid="282627">
                                            <p:txEl>
                                              <p:pRg st="6" end="6"/>
                                            </p:txEl>
                                          </p:spTgt>
                                        </p:tgtEl>
                                        <p:attrNameLst>
                                          <p:attrName>ppt_x</p:attrName>
                                        </p:attrNameLst>
                                      </p:cBhvr>
                                      <p:tavLst>
                                        <p:tav tm="0">
                                          <p:val>
                                            <p:strVal val="#ppt_x"/>
                                          </p:val>
                                        </p:tav>
                                        <p:tav tm="50000">
                                          <p:val>
                                            <p:strVal val="#ppt_x+.1"/>
                                          </p:val>
                                        </p:tav>
                                        <p:tav tm="100000">
                                          <p:val>
                                            <p:strVal val="#ppt_x"/>
                                          </p:val>
                                        </p:tav>
                                      </p:tavLst>
                                    </p:anim>
                                    <p:anim calcmode="lin" valueType="num">
                                      <p:cBhvr>
                                        <p:cTn id="49" dur="500" fill="hold"/>
                                        <p:tgtEl>
                                          <p:spTgt spid="282627">
                                            <p:txEl>
                                              <p:pRg st="6" end="6"/>
                                            </p:txEl>
                                          </p:spTgt>
                                        </p:tgtEl>
                                        <p:attrNameLst>
                                          <p:attrName>ppt_y</p:attrName>
                                        </p:attrNameLst>
                                      </p:cBhvr>
                                      <p:tavLst>
                                        <p:tav tm="0">
                                          <p:val>
                                            <p:strVal val="#ppt_y"/>
                                          </p:val>
                                        </p:tav>
                                        <p:tav tm="100000">
                                          <p:val>
                                            <p:strVal val="#ppt_y"/>
                                          </p:val>
                                        </p:tav>
                                      </p:tavLst>
                                    </p:anim>
                                    <p:anim calcmode="lin" valueType="num">
                                      <p:cBhvr>
                                        <p:cTn id="50" dur="500" fill="hold"/>
                                        <p:tgtEl>
                                          <p:spTgt spid="282627">
                                            <p:txEl>
                                              <p:pRg st="6" end="6"/>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51" dur="500" fill="hold"/>
                                        <p:tgtEl>
                                          <p:spTgt spid="282627">
                                            <p:txEl>
                                              <p:pRg st="6" end="6"/>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52" dur="500" tmFilter="0,0; .5, 1; 1, 1"/>
                                        <p:tgtEl>
                                          <p:spTgt spid="282627">
                                            <p:txEl>
                                              <p:pRg st="6" end="6"/>
                                            </p:txEl>
                                          </p:spTgt>
                                        </p:tgtEl>
                                      </p:cBhvr>
                                    </p:animEffect>
                                  </p:childTnLst>
                                </p:cTn>
                              </p:par>
                              <p:par>
                                <p:cTn id="53" presetID="41" presetClass="entr" presetSubtype="0" fill="hold" nodeType="withEffect">
                                  <p:stCondLst>
                                    <p:cond delay="0"/>
                                  </p:stCondLst>
                                  <p:iterate type="lt">
                                    <p:tmPct val="10000"/>
                                  </p:iterate>
                                  <p:childTnLst>
                                    <p:set>
                                      <p:cBhvr>
                                        <p:cTn id="54" dur="1" fill="hold">
                                          <p:stCondLst>
                                            <p:cond delay="0"/>
                                          </p:stCondLst>
                                        </p:cTn>
                                        <p:tgtEl>
                                          <p:spTgt spid="282627">
                                            <p:txEl>
                                              <p:pRg st="7" end="7"/>
                                            </p:txEl>
                                          </p:spTgt>
                                        </p:tgtEl>
                                        <p:attrNameLst>
                                          <p:attrName>style.visibility</p:attrName>
                                        </p:attrNameLst>
                                      </p:cBhvr>
                                      <p:to>
                                        <p:strVal val="visible"/>
                                      </p:to>
                                    </p:set>
                                    <p:anim calcmode="lin" valueType="num">
                                      <p:cBhvr>
                                        <p:cTn id="55" dur="500" fill="hold"/>
                                        <p:tgtEl>
                                          <p:spTgt spid="282627">
                                            <p:txEl>
                                              <p:pRg st="7" end="7"/>
                                            </p:txEl>
                                          </p:spTgt>
                                        </p:tgtEl>
                                        <p:attrNameLst>
                                          <p:attrName>ppt_x</p:attrName>
                                        </p:attrNameLst>
                                      </p:cBhvr>
                                      <p:tavLst>
                                        <p:tav tm="0">
                                          <p:val>
                                            <p:strVal val="#ppt_x"/>
                                          </p:val>
                                        </p:tav>
                                        <p:tav tm="50000">
                                          <p:val>
                                            <p:strVal val="#ppt_x+.1"/>
                                          </p:val>
                                        </p:tav>
                                        <p:tav tm="100000">
                                          <p:val>
                                            <p:strVal val="#ppt_x"/>
                                          </p:val>
                                        </p:tav>
                                      </p:tavLst>
                                    </p:anim>
                                    <p:anim calcmode="lin" valueType="num">
                                      <p:cBhvr>
                                        <p:cTn id="56" dur="500" fill="hold"/>
                                        <p:tgtEl>
                                          <p:spTgt spid="282627">
                                            <p:txEl>
                                              <p:pRg st="7" end="7"/>
                                            </p:txEl>
                                          </p:spTgt>
                                        </p:tgtEl>
                                        <p:attrNameLst>
                                          <p:attrName>ppt_y</p:attrName>
                                        </p:attrNameLst>
                                      </p:cBhvr>
                                      <p:tavLst>
                                        <p:tav tm="0">
                                          <p:val>
                                            <p:strVal val="#ppt_y"/>
                                          </p:val>
                                        </p:tav>
                                        <p:tav tm="100000">
                                          <p:val>
                                            <p:strVal val="#ppt_y"/>
                                          </p:val>
                                        </p:tav>
                                      </p:tavLst>
                                    </p:anim>
                                    <p:anim calcmode="lin" valueType="num">
                                      <p:cBhvr>
                                        <p:cTn id="57" dur="500" fill="hold"/>
                                        <p:tgtEl>
                                          <p:spTgt spid="282627">
                                            <p:txEl>
                                              <p:pRg st="7" end="7"/>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58" dur="500" fill="hold"/>
                                        <p:tgtEl>
                                          <p:spTgt spid="282627">
                                            <p:txEl>
                                              <p:pRg st="7" end="7"/>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59" dur="500" tmFilter="0,0; .5, 1; 1, 1"/>
                                        <p:tgtEl>
                                          <p:spTgt spid="28262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a:extLst>
              <a:ext uri="{FF2B5EF4-FFF2-40B4-BE49-F238E27FC236}">
                <a16:creationId xmlns:a16="http://schemas.microsoft.com/office/drawing/2014/main" id="{E5DDEEB7-C703-52AA-CD54-DF1FD289A06F}"/>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C5885C57-4A8E-463C-BE08-90A154A4B2EF}" type="slidenum">
              <a:rPr lang="en-US" altLang="vi-VN" sz="1000">
                <a:latin typeface="Verdana" panose="020B0604030504040204" pitchFamily="34" charset="0"/>
              </a:rPr>
              <a:pPr algn="r" eaLnBrk="1" hangingPunct="1">
                <a:spcBef>
                  <a:spcPct val="0"/>
                </a:spcBef>
                <a:buFontTx/>
                <a:buNone/>
              </a:pPr>
              <a:t>15</a:t>
            </a:fld>
            <a:endParaRPr lang="en-US" altLang="vi-VN" sz="1000">
              <a:latin typeface="Verdana" panose="020B0604030504040204" pitchFamily="34" charset="0"/>
            </a:endParaRPr>
          </a:p>
        </p:txBody>
      </p:sp>
      <p:sp>
        <p:nvSpPr>
          <p:cNvPr id="30723" name="Rectangle 2">
            <a:extLst>
              <a:ext uri="{FF2B5EF4-FFF2-40B4-BE49-F238E27FC236}">
                <a16:creationId xmlns:a16="http://schemas.microsoft.com/office/drawing/2014/main" id="{FFF038BB-6A60-A51A-F6F7-E43F5A4F5EC8}"/>
              </a:ext>
            </a:extLst>
          </p:cNvPr>
          <p:cNvSpPr>
            <a:spLocks noGrp="1" noChangeArrowheads="1"/>
          </p:cNvSpPr>
          <p:nvPr>
            <p:ph type="title" idx="4294967295"/>
          </p:nvPr>
        </p:nvSpPr>
        <p:spPr>
          <a:xfrm>
            <a:off x="1447800" y="419100"/>
            <a:ext cx="6858000" cy="320675"/>
          </a:xfrm>
        </p:spPr>
        <p:txBody>
          <a:bodyPr anchor="b"/>
          <a:lstStyle/>
          <a:p>
            <a:pPr eaLnBrk="1" hangingPunct="1"/>
            <a:r>
              <a:rPr lang="en-US" altLang="vi-VN" sz="2800" b="1">
                <a:solidFill>
                  <a:srgbClr val="FF0000"/>
                </a:solidFill>
                <a:latin typeface="Times New Roman" panose="02020603050405020304" pitchFamily="18" charset="0"/>
              </a:rPr>
              <a:t>III. DỮ LIỆU TRONG EXCEL (tt)</a:t>
            </a:r>
          </a:p>
        </p:txBody>
      </p:sp>
      <p:sp>
        <p:nvSpPr>
          <p:cNvPr id="283651" name="Rectangle 3">
            <a:extLst>
              <a:ext uri="{FF2B5EF4-FFF2-40B4-BE49-F238E27FC236}">
                <a16:creationId xmlns:a16="http://schemas.microsoft.com/office/drawing/2014/main" id="{24B685E7-49E6-41DB-1A08-3AF513427FDA}"/>
              </a:ext>
            </a:extLst>
          </p:cNvPr>
          <p:cNvSpPr>
            <a:spLocks noGrp="1" noChangeArrowheads="1"/>
          </p:cNvSpPr>
          <p:nvPr>
            <p:ph type="body" idx="4294967295"/>
          </p:nvPr>
        </p:nvSpPr>
        <p:spPr>
          <a:xfrm>
            <a:off x="457200" y="1066800"/>
            <a:ext cx="8229600" cy="4953000"/>
          </a:xfrm>
        </p:spPr>
        <p:txBody>
          <a:bodyPr/>
          <a:lstStyle/>
          <a:p>
            <a:pPr eaLnBrk="1" hangingPunct="1">
              <a:lnSpc>
                <a:spcPct val="90000"/>
              </a:lnSpc>
              <a:buClr>
                <a:srgbClr val="0000FF"/>
              </a:buClr>
            </a:pPr>
            <a:r>
              <a:rPr lang="en-US" altLang="vi-VN" sz="2800">
                <a:latin typeface="Times New Roman" panose="02020603050405020304" pitchFamily="18" charset="0"/>
              </a:rPr>
              <a:t>Dữ liệu kiểu ngày (Date) được xem như là dữ liệu kiểu số với quy định sau:</a:t>
            </a:r>
            <a:endParaRPr lang="en-US" altLang="vi-VN" sz="2800" b="1">
              <a:latin typeface="Times New Roman" panose="02020603050405020304" pitchFamily="18" charset="0"/>
            </a:endParaRPr>
          </a:p>
          <a:p>
            <a:pPr eaLnBrk="1" hangingPunct="1">
              <a:lnSpc>
                <a:spcPct val="90000"/>
              </a:lnSpc>
              <a:buClr>
                <a:srgbClr val="0000FF"/>
              </a:buClr>
              <a:buFont typeface="Wingdings" panose="05000000000000000000" pitchFamily="2" charset="2"/>
              <a:buChar char="Ø"/>
            </a:pPr>
            <a:r>
              <a:rPr lang="en-US" altLang="vi-VN" sz="2800" b="1">
                <a:latin typeface="Times New Roman" panose="02020603050405020304" pitchFamily="18" charset="0"/>
              </a:rPr>
              <a:t>1/1/1900 có giá trị là số 1</a:t>
            </a:r>
          </a:p>
          <a:p>
            <a:pPr eaLnBrk="1" hangingPunct="1">
              <a:lnSpc>
                <a:spcPct val="90000"/>
              </a:lnSpc>
              <a:buClr>
                <a:srgbClr val="0000FF"/>
              </a:buClr>
              <a:buFont typeface="Wingdings" panose="05000000000000000000" pitchFamily="2" charset="2"/>
              <a:buChar char="Ø"/>
            </a:pPr>
            <a:r>
              <a:rPr lang="en-US" altLang="vi-VN" sz="2800" b="1">
                <a:latin typeface="Times New Roman" panose="02020603050405020304" pitchFamily="18" charset="0"/>
              </a:rPr>
              <a:t>2/1/1900 có giá trị là số 2</a:t>
            </a:r>
          </a:p>
          <a:p>
            <a:pPr eaLnBrk="1" hangingPunct="1">
              <a:lnSpc>
                <a:spcPct val="90000"/>
              </a:lnSpc>
              <a:buClr>
                <a:srgbClr val="0000FF"/>
              </a:buClr>
              <a:buFont typeface="Wingdings" panose="05000000000000000000" pitchFamily="2" charset="2"/>
              <a:buNone/>
            </a:pPr>
            <a:r>
              <a:rPr lang="en-US" altLang="vi-VN" sz="2800" b="1">
                <a:latin typeface="Times New Roman" panose="02020603050405020304" pitchFamily="18" charset="0"/>
              </a:rPr>
              <a:t>    …</a:t>
            </a:r>
          </a:p>
          <a:p>
            <a:pPr eaLnBrk="1" hangingPunct="1">
              <a:lnSpc>
                <a:spcPct val="90000"/>
              </a:lnSpc>
              <a:buClr>
                <a:srgbClr val="0000FF"/>
              </a:buClr>
              <a:buFont typeface="Wingdings" panose="05000000000000000000" pitchFamily="2" charset="2"/>
              <a:buChar char="Ø"/>
            </a:pPr>
            <a:r>
              <a:rPr lang="en-US" altLang="vi-VN" sz="2800" b="1">
                <a:latin typeface="Times New Roman" panose="02020603050405020304" pitchFamily="18" charset="0"/>
              </a:rPr>
              <a:t>22/1/1900 có giá trị là số 22</a:t>
            </a:r>
          </a:p>
          <a:p>
            <a:pPr eaLnBrk="1" hangingPunct="1">
              <a:lnSpc>
                <a:spcPct val="90000"/>
              </a:lnSpc>
              <a:buFont typeface="Wingdings" panose="05000000000000000000" pitchFamily="2" charset="2"/>
              <a:buNone/>
            </a:pPr>
            <a:r>
              <a:rPr lang="en-US" altLang="vi-VN" sz="2800" b="1">
                <a:latin typeface="Times New Roman" panose="02020603050405020304" pitchFamily="18" charset="0"/>
              </a:rPr>
              <a:t>   …</a:t>
            </a:r>
            <a:endParaRPr lang="en-US" altLang="vi-VN" sz="2800">
              <a:latin typeface="Times New Roman" panose="02020603050405020304" pitchFamily="18" charset="0"/>
            </a:endParaRPr>
          </a:p>
          <a:p>
            <a:pPr eaLnBrk="1" hangingPunct="1">
              <a:lnSpc>
                <a:spcPct val="90000"/>
              </a:lnSpc>
              <a:buClr>
                <a:srgbClr val="0000FF"/>
              </a:buClr>
            </a:pPr>
            <a:r>
              <a:rPr lang="en-US" altLang="vi-VN" sz="2800">
                <a:latin typeface="Times New Roman" panose="02020603050405020304" pitchFamily="18" charset="0"/>
              </a:rPr>
              <a:t>Dữ liệu kiểu giờ (Time) cũng được xem như là dữ liệu kiểu số với quy định sau:</a:t>
            </a:r>
            <a:endParaRPr lang="en-US" altLang="vi-VN" sz="2800" b="1">
              <a:latin typeface="Times New Roman" panose="02020603050405020304" pitchFamily="18" charset="0"/>
            </a:endParaRPr>
          </a:p>
          <a:p>
            <a:pPr eaLnBrk="1" hangingPunct="1">
              <a:lnSpc>
                <a:spcPct val="90000"/>
              </a:lnSpc>
              <a:buClr>
                <a:srgbClr val="0000FF"/>
              </a:buClr>
              <a:buFont typeface="Wingdings" panose="05000000000000000000" pitchFamily="2" charset="2"/>
              <a:buChar char="Ø"/>
            </a:pPr>
            <a:r>
              <a:rPr lang="en-US" altLang="vi-VN" sz="2800" b="1">
                <a:latin typeface="Times New Roman" panose="02020603050405020304" pitchFamily="18" charset="0"/>
              </a:rPr>
              <a:t>0:0:0 có giá trị là 0</a:t>
            </a:r>
          </a:p>
          <a:p>
            <a:pPr eaLnBrk="1" hangingPunct="1">
              <a:lnSpc>
                <a:spcPct val="90000"/>
              </a:lnSpc>
              <a:buClr>
                <a:srgbClr val="0000FF"/>
              </a:buClr>
              <a:buFont typeface="Wingdings" panose="05000000000000000000" pitchFamily="2" charset="2"/>
              <a:buChar char="Ø"/>
            </a:pPr>
            <a:r>
              <a:rPr lang="en-US" altLang="vi-VN" sz="2800" b="1">
                <a:latin typeface="Times New Roman" panose="02020603050405020304" pitchFamily="18" charset="0"/>
              </a:rPr>
              <a:t>12:0:0 có giá tri là 0.5</a:t>
            </a:r>
          </a:p>
          <a:p>
            <a:pPr eaLnBrk="1" hangingPunct="1">
              <a:lnSpc>
                <a:spcPct val="90000"/>
              </a:lnSpc>
              <a:buClr>
                <a:srgbClr val="0000FF"/>
              </a:buClr>
              <a:buFont typeface="Wingdings" panose="05000000000000000000" pitchFamily="2" charset="2"/>
              <a:buChar char="Ø"/>
            </a:pPr>
            <a:r>
              <a:rPr lang="en-US" altLang="vi-VN" sz="2800" b="1">
                <a:latin typeface="Times New Roman" panose="02020603050405020304" pitchFamily="18" charset="0"/>
              </a:rPr>
              <a:t>24:0:0 có giá trị là 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283651">
                                            <p:txEl>
                                              <p:pRg st="0" end="0"/>
                                            </p:txEl>
                                          </p:spTgt>
                                        </p:tgtEl>
                                        <p:attrNameLst>
                                          <p:attrName>style.visibility</p:attrName>
                                        </p:attrNameLst>
                                      </p:cBhvr>
                                      <p:to>
                                        <p:strVal val="visible"/>
                                      </p:to>
                                    </p:set>
                                    <p:anim calcmode="lin" valueType="num">
                                      <p:cBhvr>
                                        <p:cTn id="7" dur="500" fill="hold"/>
                                        <p:tgtEl>
                                          <p:spTgt spid="283651">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83651">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283651">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83651">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83651">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1" presetClass="entr" presetSubtype="0" fill="hold" nodeType="clickEffect">
                                  <p:stCondLst>
                                    <p:cond delay="0"/>
                                  </p:stCondLst>
                                  <p:iterate type="lt">
                                    <p:tmPct val="10000"/>
                                  </p:iterate>
                                  <p:childTnLst>
                                    <p:set>
                                      <p:cBhvr>
                                        <p:cTn id="15" dur="1" fill="hold">
                                          <p:stCondLst>
                                            <p:cond delay="0"/>
                                          </p:stCondLst>
                                        </p:cTn>
                                        <p:tgtEl>
                                          <p:spTgt spid="283651">
                                            <p:txEl>
                                              <p:pRg st="1" end="1"/>
                                            </p:txEl>
                                          </p:spTgt>
                                        </p:tgtEl>
                                        <p:attrNameLst>
                                          <p:attrName>style.visibility</p:attrName>
                                        </p:attrNameLst>
                                      </p:cBhvr>
                                      <p:to>
                                        <p:strVal val="visible"/>
                                      </p:to>
                                    </p:set>
                                    <p:anim calcmode="lin" valueType="num">
                                      <p:cBhvr>
                                        <p:cTn id="16" dur="500" fill="hold"/>
                                        <p:tgtEl>
                                          <p:spTgt spid="283651">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283651">
                                            <p:txEl>
                                              <p:pRg st="1" end="1"/>
                                            </p:txEl>
                                          </p:spTgt>
                                        </p:tgtEl>
                                        <p:attrNameLst>
                                          <p:attrName>ppt_y</p:attrName>
                                        </p:attrNameLst>
                                      </p:cBhvr>
                                      <p:tavLst>
                                        <p:tav tm="0">
                                          <p:val>
                                            <p:strVal val="#ppt_y"/>
                                          </p:val>
                                        </p:tav>
                                        <p:tav tm="100000">
                                          <p:val>
                                            <p:strVal val="#ppt_y"/>
                                          </p:val>
                                        </p:tav>
                                      </p:tavLst>
                                    </p:anim>
                                    <p:anim calcmode="lin" valueType="num">
                                      <p:cBhvr>
                                        <p:cTn id="18" dur="500" fill="hold"/>
                                        <p:tgtEl>
                                          <p:spTgt spid="283651">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283651">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283651">
                                            <p:txEl>
                                              <p:pRg st="1" end="1"/>
                                            </p:txEl>
                                          </p:spTgt>
                                        </p:tgtEl>
                                      </p:cBhvr>
                                    </p:animEffect>
                                  </p:childTnLst>
                                </p:cTn>
                              </p:par>
                              <p:par>
                                <p:cTn id="21" presetID="41" presetClass="entr" presetSubtype="0" fill="hold" nodeType="withEffect">
                                  <p:stCondLst>
                                    <p:cond delay="0"/>
                                  </p:stCondLst>
                                  <p:iterate type="lt">
                                    <p:tmPct val="10000"/>
                                  </p:iterate>
                                  <p:childTnLst>
                                    <p:set>
                                      <p:cBhvr>
                                        <p:cTn id="22" dur="1" fill="hold">
                                          <p:stCondLst>
                                            <p:cond delay="0"/>
                                          </p:stCondLst>
                                        </p:cTn>
                                        <p:tgtEl>
                                          <p:spTgt spid="283651">
                                            <p:txEl>
                                              <p:pRg st="2" end="2"/>
                                            </p:txEl>
                                          </p:spTgt>
                                        </p:tgtEl>
                                        <p:attrNameLst>
                                          <p:attrName>style.visibility</p:attrName>
                                        </p:attrNameLst>
                                      </p:cBhvr>
                                      <p:to>
                                        <p:strVal val="visible"/>
                                      </p:to>
                                    </p:set>
                                    <p:anim calcmode="lin" valueType="num">
                                      <p:cBhvr>
                                        <p:cTn id="23" dur="500" fill="hold"/>
                                        <p:tgtEl>
                                          <p:spTgt spid="283651">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24" dur="500" fill="hold"/>
                                        <p:tgtEl>
                                          <p:spTgt spid="283651">
                                            <p:txEl>
                                              <p:pRg st="2" end="2"/>
                                            </p:txEl>
                                          </p:spTgt>
                                        </p:tgtEl>
                                        <p:attrNameLst>
                                          <p:attrName>ppt_y</p:attrName>
                                        </p:attrNameLst>
                                      </p:cBhvr>
                                      <p:tavLst>
                                        <p:tav tm="0">
                                          <p:val>
                                            <p:strVal val="#ppt_y"/>
                                          </p:val>
                                        </p:tav>
                                        <p:tav tm="100000">
                                          <p:val>
                                            <p:strVal val="#ppt_y"/>
                                          </p:val>
                                        </p:tav>
                                      </p:tavLst>
                                    </p:anim>
                                    <p:anim calcmode="lin" valueType="num">
                                      <p:cBhvr>
                                        <p:cTn id="25" dur="500" fill="hold"/>
                                        <p:tgtEl>
                                          <p:spTgt spid="283651">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6" dur="500" fill="hold"/>
                                        <p:tgtEl>
                                          <p:spTgt spid="283651">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7" dur="500" tmFilter="0,0; .5, 1; 1, 1"/>
                                        <p:tgtEl>
                                          <p:spTgt spid="283651">
                                            <p:txEl>
                                              <p:pRg st="2" end="2"/>
                                            </p:txEl>
                                          </p:spTgt>
                                        </p:tgtEl>
                                      </p:cBhvr>
                                    </p:animEffect>
                                  </p:childTnLst>
                                </p:cTn>
                              </p:par>
                              <p:par>
                                <p:cTn id="28" presetID="41" presetClass="entr" presetSubtype="0" fill="hold" nodeType="withEffect">
                                  <p:stCondLst>
                                    <p:cond delay="0"/>
                                  </p:stCondLst>
                                  <p:iterate type="lt">
                                    <p:tmPct val="10000"/>
                                  </p:iterate>
                                  <p:childTnLst>
                                    <p:set>
                                      <p:cBhvr>
                                        <p:cTn id="29" dur="1" fill="hold">
                                          <p:stCondLst>
                                            <p:cond delay="0"/>
                                          </p:stCondLst>
                                        </p:cTn>
                                        <p:tgtEl>
                                          <p:spTgt spid="283651">
                                            <p:txEl>
                                              <p:pRg st="3" end="3"/>
                                            </p:txEl>
                                          </p:spTgt>
                                        </p:tgtEl>
                                        <p:attrNameLst>
                                          <p:attrName>style.visibility</p:attrName>
                                        </p:attrNameLst>
                                      </p:cBhvr>
                                      <p:to>
                                        <p:strVal val="visible"/>
                                      </p:to>
                                    </p:set>
                                    <p:anim calcmode="lin" valueType="num">
                                      <p:cBhvr>
                                        <p:cTn id="30" dur="500" fill="hold"/>
                                        <p:tgtEl>
                                          <p:spTgt spid="283651">
                                            <p:txEl>
                                              <p:pRg st="3" end="3"/>
                                            </p:txEl>
                                          </p:spTgt>
                                        </p:tgtEl>
                                        <p:attrNameLst>
                                          <p:attrName>ppt_x</p:attrName>
                                        </p:attrNameLst>
                                      </p:cBhvr>
                                      <p:tavLst>
                                        <p:tav tm="0">
                                          <p:val>
                                            <p:strVal val="#ppt_x"/>
                                          </p:val>
                                        </p:tav>
                                        <p:tav tm="50000">
                                          <p:val>
                                            <p:strVal val="#ppt_x+.1"/>
                                          </p:val>
                                        </p:tav>
                                        <p:tav tm="100000">
                                          <p:val>
                                            <p:strVal val="#ppt_x"/>
                                          </p:val>
                                        </p:tav>
                                      </p:tavLst>
                                    </p:anim>
                                    <p:anim calcmode="lin" valueType="num">
                                      <p:cBhvr>
                                        <p:cTn id="31" dur="500" fill="hold"/>
                                        <p:tgtEl>
                                          <p:spTgt spid="283651">
                                            <p:txEl>
                                              <p:pRg st="3" end="3"/>
                                            </p:txEl>
                                          </p:spTgt>
                                        </p:tgtEl>
                                        <p:attrNameLst>
                                          <p:attrName>ppt_y</p:attrName>
                                        </p:attrNameLst>
                                      </p:cBhvr>
                                      <p:tavLst>
                                        <p:tav tm="0">
                                          <p:val>
                                            <p:strVal val="#ppt_y"/>
                                          </p:val>
                                        </p:tav>
                                        <p:tav tm="100000">
                                          <p:val>
                                            <p:strVal val="#ppt_y"/>
                                          </p:val>
                                        </p:tav>
                                      </p:tavLst>
                                    </p:anim>
                                    <p:anim calcmode="lin" valueType="num">
                                      <p:cBhvr>
                                        <p:cTn id="32" dur="500" fill="hold"/>
                                        <p:tgtEl>
                                          <p:spTgt spid="283651">
                                            <p:txEl>
                                              <p:pRg st="3" end="3"/>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3" dur="500" fill="hold"/>
                                        <p:tgtEl>
                                          <p:spTgt spid="283651">
                                            <p:txEl>
                                              <p:pRg st="3" end="3"/>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4" dur="500" tmFilter="0,0; .5, 1; 1, 1"/>
                                        <p:tgtEl>
                                          <p:spTgt spid="283651">
                                            <p:txEl>
                                              <p:pRg st="3" end="3"/>
                                            </p:txEl>
                                          </p:spTgt>
                                        </p:tgtEl>
                                      </p:cBhvr>
                                    </p:animEffect>
                                  </p:childTnLst>
                                </p:cTn>
                              </p:par>
                              <p:par>
                                <p:cTn id="35" presetID="41" presetClass="entr" presetSubtype="0" fill="hold" nodeType="withEffect">
                                  <p:stCondLst>
                                    <p:cond delay="0"/>
                                  </p:stCondLst>
                                  <p:iterate type="lt">
                                    <p:tmPct val="10000"/>
                                  </p:iterate>
                                  <p:childTnLst>
                                    <p:set>
                                      <p:cBhvr>
                                        <p:cTn id="36" dur="1" fill="hold">
                                          <p:stCondLst>
                                            <p:cond delay="0"/>
                                          </p:stCondLst>
                                        </p:cTn>
                                        <p:tgtEl>
                                          <p:spTgt spid="283651">
                                            <p:txEl>
                                              <p:pRg st="4" end="4"/>
                                            </p:txEl>
                                          </p:spTgt>
                                        </p:tgtEl>
                                        <p:attrNameLst>
                                          <p:attrName>style.visibility</p:attrName>
                                        </p:attrNameLst>
                                      </p:cBhvr>
                                      <p:to>
                                        <p:strVal val="visible"/>
                                      </p:to>
                                    </p:set>
                                    <p:anim calcmode="lin" valueType="num">
                                      <p:cBhvr>
                                        <p:cTn id="37" dur="500" fill="hold"/>
                                        <p:tgtEl>
                                          <p:spTgt spid="283651">
                                            <p:txEl>
                                              <p:pRg st="4" end="4"/>
                                            </p:txEl>
                                          </p:spTgt>
                                        </p:tgtEl>
                                        <p:attrNameLst>
                                          <p:attrName>ppt_x</p:attrName>
                                        </p:attrNameLst>
                                      </p:cBhvr>
                                      <p:tavLst>
                                        <p:tav tm="0">
                                          <p:val>
                                            <p:strVal val="#ppt_x"/>
                                          </p:val>
                                        </p:tav>
                                        <p:tav tm="50000">
                                          <p:val>
                                            <p:strVal val="#ppt_x+.1"/>
                                          </p:val>
                                        </p:tav>
                                        <p:tav tm="100000">
                                          <p:val>
                                            <p:strVal val="#ppt_x"/>
                                          </p:val>
                                        </p:tav>
                                      </p:tavLst>
                                    </p:anim>
                                    <p:anim calcmode="lin" valueType="num">
                                      <p:cBhvr>
                                        <p:cTn id="38" dur="500" fill="hold"/>
                                        <p:tgtEl>
                                          <p:spTgt spid="283651">
                                            <p:txEl>
                                              <p:pRg st="4" end="4"/>
                                            </p:txEl>
                                          </p:spTgt>
                                        </p:tgtEl>
                                        <p:attrNameLst>
                                          <p:attrName>ppt_y</p:attrName>
                                        </p:attrNameLst>
                                      </p:cBhvr>
                                      <p:tavLst>
                                        <p:tav tm="0">
                                          <p:val>
                                            <p:strVal val="#ppt_y"/>
                                          </p:val>
                                        </p:tav>
                                        <p:tav tm="100000">
                                          <p:val>
                                            <p:strVal val="#ppt_y"/>
                                          </p:val>
                                        </p:tav>
                                      </p:tavLst>
                                    </p:anim>
                                    <p:anim calcmode="lin" valueType="num">
                                      <p:cBhvr>
                                        <p:cTn id="39" dur="500" fill="hold"/>
                                        <p:tgtEl>
                                          <p:spTgt spid="283651">
                                            <p:txEl>
                                              <p:pRg st="4" end="4"/>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40" dur="500" fill="hold"/>
                                        <p:tgtEl>
                                          <p:spTgt spid="283651">
                                            <p:txEl>
                                              <p:pRg st="4" end="4"/>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41" dur="500" tmFilter="0,0; .5, 1; 1, 1"/>
                                        <p:tgtEl>
                                          <p:spTgt spid="283651">
                                            <p:txEl>
                                              <p:pRg st="4" end="4"/>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1" presetClass="entr" presetSubtype="4" fill="hold" nodeType="clickEffect">
                                  <p:stCondLst>
                                    <p:cond delay="0"/>
                                  </p:stCondLst>
                                  <p:childTnLst>
                                    <p:set>
                                      <p:cBhvr>
                                        <p:cTn id="45" dur="1" fill="hold">
                                          <p:stCondLst>
                                            <p:cond delay="0"/>
                                          </p:stCondLst>
                                        </p:cTn>
                                        <p:tgtEl>
                                          <p:spTgt spid="283651">
                                            <p:txEl>
                                              <p:pRg st="6" end="6"/>
                                            </p:txEl>
                                          </p:spTgt>
                                        </p:tgtEl>
                                        <p:attrNameLst>
                                          <p:attrName>style.visibility</p:attrName>
                                        </p:attrNameLst>
                                      </p:cBhvr>
                                      <p:to>
                                        <p:strVal val="visible"/>
                                      </p:to>
                                    </p:set>
                                    <p:animEffect transition="in" filter="wheel(4)">
                                      <p:cBhvr>
                                        <p:cTn id="46" dur="2000"/>
                                        <p:tgtEl>
                                          <p:spTgt spid="283651">
                                            <p:txEl>
                                              <p:pRg st="6" end="6"/>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41" presetClass="entr" presetSubtype="0" fill="hold" nodeType="clickEffect">
                                  <p:stCondLst>
                                    <p:cond delay="0"/>
                                  </p:stCondLst>
                                  <p:iterate type="lt">
                                    <p:tmPct val="10000"/>
                                  </p:iterate>
                                  <p:childTnLst>
                                    <p:set>
                                      <p:cBhvr>
                                        <p:cTn id="50" dur="1" fill="hold">
                                          <p:stCondLst>
                                            <p:cond delay="0"/>
                                          </p:stCondLst>
                                        </p:cTn>
                                        <p:tgtEl>
                                          <p:spTgt spid="283651">
                                            <p:txEl>
                                              <p:pRg st="7" end="7"/>
                                            </p:txEl>
                                          </p:spTgt>
                                        </p:tgtEl>
                                        <p:attrNameLst>
                                          <p:attrName>style.visibility</p:attrName>
                                        </p:attrNameLst>
                                      </p:cBhvr>
                                      <p:to>
                                        <p:strVal val="visible"/>
                                      </p:to>
                                    </p:set>
                                    <p:anim calcmode="lin" valueType="num">
                                      <p:cBhvr>
                                        <p:cTn id="51" dur="500" fill="hold"/>
                                        <p:tgtEl>
                                          <p:spTgt spid="283651">
                                            <p:txEl>
                                              <p:pRg st="7" end="7"/>
                                            </p:txEl>
                                          </p:spTgt>
                                        </p:tgtEl>
                                        <p:attrNameLst>
                                          <p:attrName>ppt_x</p:attrName>
                                        </p:attrNameLst>
                                      </p:cBhvr>
                                      <p:tavLst>
                                        <p:tav tm="0">
                                          <p:val>
                                            <p:strVal val="#ppt_x"/>
                                          </p:val>
                                        </p:tav>
                                        <p:tav tm="50000">
                                          <p:val>
                                            <p:strVal val="#ppt_x+.1"/>
                                          </p:val>
                                        </p:tav>
                                        <p:tav tm="100000">
                                          <p:val>
                                            <p:strVal val="#ppt_x"/>
                                          </p:val>
                                        </p:tav>
                                      </p:tavLst>
                                    </p:anim>
                                    <p:anim calcmode="lin" valueType="num">
                                      <p:cBhvr>
                                        <p:cTn id="52" dur="500" fill="hold"/>
                                        <p:tgtEl>
                                          <p:spTgt spid="283651">
                                            <p:txEl>
                                              <p:pRg st="7" end="7"/>
                                            </p:txEl>
                                          </p:spTgt>
                                        </p:tgtEl>
                                        <p:attrNameLst>
                                          <p:attrName>ppt_y</p:attrName>
                                        </p:attrNameLst>
                                      </p:cBhvr>
                                      <p:tavLst>
                                        <p:tav tm="0">
                                          <p:val>
                                            <p:strVal val="#ppt_y"/>
                                          </p:val>
                                        </p:tav>
                                        <p:tav tm="100000">
                                          <p:val>
                                            <p:strVal val="#ppt_y"/>
                                          </p:val>
                                        </p:tav>
                                      </p:tavLst>
                                    </p:anim>
                                    <p:anim calcmode="lin" valueType="num">
                                      <p:cBhvr>
                                        <p:cTn id="53" dur="500" fill="hold"/>
                                        <p:tgtEl>
                                          <p:spTgt spid="283651">
                                            <p:txEl>
                                              <p:pRg st="7" end="7"/>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54" dur="500" fill="hold"/>
                                        <p:tgtEl>
                                          <p:spTgt spid="283651">
                                            <p:txEl>
                                              <p:pRg st="7" end="7"/>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55" dur="500" tmFilter="0,0; .5, 1; 1, 1"/>
                                        <p:tgtEl>
                                          <p:spTgt spid="283651">
                                            <p:txEl>
                                              <p:pRg st="7" end="7"/>
                                            </p:txEl>
                                          </p:spTgt>
                                        </p:tgtEl>
                                      </p:cBhvr>
                                    </p:animEffect>
                                  </p:childTnLst>
                                </p:cTn>
                              </p:par>
                              <p:par>
                                <p:cTn id="56" presetID="41" presetClass="entr" presetSubtype="0" fill="hold" nodeType="withEffect">
                                  <p:stCondLst>
                                    <p:cond delay="0"/>
                                  </p:stCondLst>
                                  <p:iterate type="lt">
                                    <p:tmPct val="10000"/>
                                  </p:iterate>
                                  <p:childTnLst>
                                    <p:set>
                                      <p:cBhvr>
                                        <p:cTn id="57" dur="1" fill="hold">
                                          <p:stCondLst>
                                            <p:cond delay="0"/>
                                          </p:stCondLst>
                                        </p:cTn>
                                        <p:tgtEl>
                                          <p:spTgt spid="283651">
                                            <p:txEl>
                                              <p:pRg st="8" end="8"/>
                                            </p:txEl>
                                          </p:spTgt>
                                        </p:tgtEl>
                                        <p:attrNameLst>
                                          <p:attrName>style.visibility</p:attrName>
                                        </p:attrNameLst>
                                      </p:cBhvr>
                                      <p:to>
                                        <p:strVal val="visible"/>
                                      </p:to>
                                    </p:set>
                                    <p:anim calcmode="lin" valueType="num">
                                      <p:cBhvr>
                                        <p:cTn id="58" dur="500" fill="hold"/>
                                        <p:tgtEl>
                                          <p:spTgt spid="283651">
                                            <p:txEl>
                                              <p:pRg st="8" end="8"/>
                                            </p:txEl>
                                          </p:spTgt>
                                        </p:tgtEl>
                                        <p:attrNameLst>
                                          <p:attrName>ppt_x</p:attrName>
                                        </p:attrNameLst>
                                      </p:cBhvr>
                                      <p:tavLst>
                                        <p:tav tm="0">
                                          <p:val>
                                            <p:strVal val="#ppt_x"/>
                                          </p:val>
                                        </p:tav>
                                        <p:tav tm="50000">
                                          <p:val>
                                            <p:strVal val="#ppt_x+.1"/>
                                          </p:val>
                                        </p:tav>
                                        <p:tav tm="100000">
                                          <p:val>
                                            <p:strVal val="#ppt_x"/>
                                          </p:val>
                                        </p:tav>
                                      </p:tavLst>
                                    </p:anim>
                                    <p:anim calcmode="lin" valueType="num">
                                      <p:cBhvr>
                                        <p:cTn id="59" dur="500" fill="hold"/>
                                        <p:tgtEl>
                                          <p:spTgt spid="283651">
                                            <p:txEl>
                                              <p:pRg st="8" end="8"/>
                                            </p:txEl>
                                          </p:spTgt>
                                        </p:tgtEl>
                                        <p:attrNameLst>
                                          <p:attrName>ppt_y</p:attrName>
                                        </p:attrNameLst>
                                      </p:cBhvr>
                                      <p:tavLst>
                                        <p:tav tm="0">
                                          <p:val>
                                            <p:strVal val="#ppt_y"/>
                                          </p:val>
                                        </p:tav>
                                        <p:tav tm="100000">
                                          <p:val>
                                            <p:strVal val="#ppt_y"/>
                                          </p:val>
                                        </p:tav>
                                      </p:tavLst>
                                    </p:anim>
                                    <p:anim calcmode="lin" valueType="num">
                                      <p:cBhvr>
                                        <p:cTn id="60" dur="500" fill="hold"/>
                                        <p:tgtEl>
                                          <p:spTgt spid="283651">
                                            <p:txEl>
                                              <p:pRg st="8" end="8"/>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61" dur="500" fill="hold"/>
                                        <p:tgtEl>
                                          <p:spTgt spid="283651">
                                            <p:txEl>
                                              <p:pRg st="8" end="8"/>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62" dur="500" tmFilter="0,0; .5, 1; 1, 1"/>
                                        <p:tgtEl>
                                          <p:spTgt spid="283651">
                                            <p:txEl>
                                              <p:pRg st="8" end="8"/>
                                            </p:txEl>
                                          </p:spTgt>
                                        </p:tgtEl>
                                      </p:cBhvr>
                                    </p:animEffect>
                                  </p:childTnLst>
                                </p:cTn>
                              </p:par>
                              <p:par>
                                <p:cTn id="63" presetID="41" presetClass="entr" presetSubtype="0" fill="hold" nodeType="withEffect">
                                  <p:stCondLst>
                                    <p:cond delay="0"/>
                                  </p:stCondLst>
                                  <p:iterate type="lt">
                                    <p:tmPct val="10000"/>
                                  </p:iterate>
                                  <p:childTnLst>
                                    <p:set>
                                      <p:cBhvr>
                                        <p:cTn id="64" dur="1" fill="hold">
                                          <p:stCondLst>
                                            <p:cond delay="0"/>
                                          </p:stCondLst>
                                        </p:cTn>
                                        <p:tgtEl>
                                          <p:spTgt spid="283651">
                                            <p:txEl>
                                              <p:pRg st="9" end="9"/>
                                            </p:txEl>
                                          </p:spTgt>
                                        </p:tgtEl>
                                        <p:attrNameLst>
                                          <p:attrName>style.visibility</p:attrName>
                                        </p:attrNameLst>
                                      </p:cBhvr>
                                      <p:to>
                                        <p:strVal val="visible"/>
                                      </p:to>
                                    </p:set>
                                    <p:anim calcmode="lin" valueType="num">
                                      <p:cBhvr>
                                        <p:cTn id="65" dur="500" fill="hold"/>
                                        <p:tgtEl>
                                          <p:spTgt spid="283651">
                                            <p:txEl>
                                              <p:pRg st="9" end="9"/>
                                            </p:txEl>
                                          </p:spTgt>
                                        </p:tgtEl>
                                        <p:attrNameLst>
                                          <p:attrName>ppt_x</p:attrName>
                                        </p:attrNameLst>
                                      </p:cBhvr>
                                      <p:tavLst>
                                        <p:tav tm="0">
                                          <p:val>
                                            <p:strVal val="#ppt_x"/>
                                          </p:val>
                                        </p:tav>
                                        <p:tav tm="50000">
                                          <p:val>
                                            <p:strVal val="#ppt_x+.1"/>
                                          </p:val>
                                        </p:tav>
                                        <p:tav tm="100000">
                                          <p:val>
                                            <p:strVal val="#ppt_x"/>
                                          </p:val>
                                        </p:tav>
                                      </p:tavLst>
                                    </p:anim>
                                    <p:anim calcmode="lin" valueType="num">
                                      <p:cBhvr>
                                        <p:cTn id="66" dur="500" fill="hold"/>
                                        <p:tgtEl>
                                          <p:spTgt spid="283651">
                                            <p:txEl>
                                              <p:pRg st="9" end="9"/>
                                            </p:txEl>
                                          </p:spTgt>
                                        </p:tgtEl>
                                        <p:attrNameLst>
                                          <p:attrName>ppt_y</p:attrName>
                                        </p:attrNameLst>
                                      </p:cBhvr>
                                      <p:tavLst>
                                        <p:tav tm="0">
                                          <p:val>
                                            <p:strVal val="#ppt_y"/>
                                          </p:val>
                                        </p:tav>
                                        <p:tav tm="100000">
                                          <p:val>
                                            <p:strVal val="#ppt_y"/>
                                          </p:val>
                                        </p:tav>
                                      </p:tavLst>
                                    </p:anim>
                                    <p:anim calcmode="lin" valueType="num">
                                      <p:cBhvr>
                                        <p:cTn id="67" dur="500" fill="hold"/>
                                        <p:tgtEl>
                                          <p:spTgt spid="283651">
                                            <p:txEl>
                                              <p:pRg st="9" end="9"/>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68" dur="500" fill="hold"/>
                                        <p:tgtEl>
                                          <p:spTgt spid="283651">
                                            <p:txEl>
                                              <p:pRg st="9" end="9"/>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69" dur="500" tmFilter="0,0; .5, 1; 1, 1"/>
                                        <p:tgtEl>
                                          <p:spTgt spid="28365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5">
            <a:extLst>
              <a:ext uri="{FF2B5EF4-FFF2-40B4-BE49-F238E27FC236}">
                <a16:creationId xmlns:a16="http://schemas.microsoft.com/office/drawing/2014/main" id="{8DEFDF74-0131-E581-C0CA-ABC8FA15C3CC}"/>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C1D717AF-4BF8-40EB-A900-BAFE52F0C7FA}" type="slidenum">
              <a:rPr lang="en-US" altLang="vi-VN" sz="1000">
                <a:latin typeface="Verdana" panose="020B0604030504040204" pitchFamily="34" charset="0"/>
              </a:rPr>
              <a:pPr algn="r" eaLnBrk="1" hangingPunct="1">
                <a:spcBef>
                  <a:spcPct val="0"/>
                </a:spcBef>
                <a:buFontTx/>
                <a:buNone/>
              </a:pPr>
              <a:t>16</a:t>
            </a:fld>
            <a:endParaRPr lang="en-US" altLang="vi-VN" sz="1000">
              <a:latin typeface="Verdana" panose="020B0604030504040204" pitchFamily="34" charset="0"/>
            </a:endParaRPr>
          </a:p>
        </p:txBody>
      </p:sp>
      <p:sp>
        <p:nvSpPr>
          <p:cNvPr id="31747" name="Rectangle 2">
            <a:extLst>
              <a:ext uri="{FF2B5EF4-FFF2-40B4-BE49-F238E27FC236}">
                <a16:creationId xmlns:a16="http://schemas.microsoft.com/office/drawing/2014/main" id="{555761AB-7D99-BAA2-D47A-D73C608AC6DA}"/>
              </a:ext>
            </a:extLst>
          </p:cNvPr>
          <p:cNvSpPr>
            <a:spLocks noGrp="1" noChangeArrowheads="1"/>
          </p:cNvSpPr>
          <p:nvPr>
            <p:ph type="title" idx="4294967295"/>
          </p:nvPr>
        </p:nvSpPr>
        <p:spPr>
          <a:xfrm>
            <a:off x="1447800" y="455613"/>
            <a:ext cx="6858000" cy="284162"/>
          </a:xfrm>
        </p:spPr>
        <p:txBody>
          <a:bodyPr anchor="b"/>
          <a:lstStyle/>
          <a:p>
            <a:pPr eaLnBrk="1" hangingPunct="1"/>
            <a:r>
              <a:rPr lang="en-US" altLang="vi-VN" sz="2800" b="1">
                <a:solidFill>
                  <a:srgbClr val="FF0000"/>
                </a:solidFill>
                <a:latin typeface="Times New Roman" panose="02020603050405020304" pitchFamily="18" charset="0"/>
              </a:rPr>
              <a:t>III. DỮ LIỆU TRONG EXCEL (tt)</a:t>
            </a:r>
          </a:p>
        </p:txBody>
      </p:sp>
      <p:sp>
        <p:nvSpPr>
          <p:cNvPr id="284675" name="Rectangle 3">
            <a:extLst>
              <a:ext uri="{FF2B5EF4-FFF2-40B4-BE49-F238E27FC236}">
                <a16:creationId xmlns:a16="http://schemas.microsoft.com/office/drawing/2014/main" id="{DA677CF1-245F-9BDB-D24B-6C31D4230034}"/>
              </a:ext>
            </a:extLst>
          </p:cNvPr>
          <p:cNvSpPr>
            <a:spLocks noGrp="1" noChangeArrowheads="1"/>
          </p:cNvSpPr>
          <p:nvPr>
            <p:ph type="body" idx="4294967295"/>
          </p:nvPr>
        </p:nvSpPr>
        <p:spPr>
          <a:xfrm>
            <a:off x="304800" y="762000"/>
            <a:ext cx="8839200" cy="5257800"/>
          </a:xfrm>
        </p:spPr>
        <p:txBody>
          <a:bodyPr/>
          <a:lstStyle/>
          <a:p>
            <a:pPr eaLnBrk="1" hangingPunct="1">
              <a:lnSpc>
                <a:spcPct val="80000"/>
              </a:lnSpc>
              <a:buFont typeface="Wingdings" panose="05000000000000000000" pitchFamily="2" charset="2"/>
              <a:buNone/>
            </a:pPr>
            <a:endParaRPr lang="en-US" altLang="vi-VN" sz="2800" b="1"/>
          </a:p>
          <a:p>
            <a:pPr algn="just" eaLnBrk="1" hangingPunct="1">
              <a:lnSpc>
                <a:spcPct val="80000"/>
              </a:lnSpc>
              <a:buFont typeface="Wingdings" panose="05000000000000000000" pitchFamily="2" charset="2"/>
              <a:buNone/>
            </a:pPr>
            <a:r>
              <a:rPr lang="en-US" altLang="vi-VN" b="1">
                <a:solidFill>
                  <a:srgbClr val="FF0000"/>
                </a:solidFill>
                <a:latin typeface="Times New Roman" panose="02020603050405020304" pitchFamily="18" charset="0"/>
              </a:rPr>
              <a:t>2.4. Dữ liệu kiểu công thức (Formula)</a:t>
            </a:r>
            <a:r>
              <a:rPr lang="en-US" altLang="vi-VN">
                <a:latin typeface="Times New Roman" panose="02020603050405020304" pitchFamily="18" charset="0"/>
              </a:rPr>
              <a:t> </a:t>
            </a:r>
          </a:p>
          <a:p>
            <a:pPr algn="just" eaLnBrk="1" hangingPunct="1">
              <a:lnSpc>
                <a:spcPct val="80000"/>
              </a:lnSpc>
              <a:buFont typeface="Wingdings" panose="05000000000000000000" pitchFamily="2" charset="2"/>
              <a:buNone/>
            </a:pPr>
            <a:r>
              <a:rPr lang="en-US" altLang="vi-VN">
                <a:latin typeface="Times New Roman" panose="02020603050405020304" pitchFamily="18" charset="0"/>
              </a:rPr>
              <a:t>   Các toán tử có thể là : +, -,*, /, &amp;, ^, &gt;, &lt;, &gt;=, &lt;=, =, &lt;&gt;</a:t>
            </a:r>
          </a:p>
          <a:p>
            <a:pPr algn="just" eaLnBrk="1" hangingPunct="1">
              <a:lnSpc>
                <a:spcPct val="80000"/>
              </a:lnSpc>
              <a:buFont typeface="Wingdings" panose="05000000000000000000" pitchFamily="2" charset="2"/>
              <a:buNone/>
            </a:pPr>
            <a:r>
              <a:rPr lang="en-US" altLang="vi-VN">
                <a:latin typeface="Times New Roman" panose="02020603050405020304" pitchFamily="18" charset="0"/>
              </a:rPr>
              <a:t>   Các toán hạng có thể là: hàm, địa chỉ ô, địa chỉ vùng.</a:t>
            </a:r>
            <a:endParaRPr lang="pt-BR" altLang="vi-VN" b="1">
              <a:latin typeface="Times New Roman" panose="02020603050405020304" pitchFamily="18" charset="0"/>
            </a:endParaRPr>
          </a:p>
          <a:p>
            <a:pPr algn="just" eaLnBrk="1" hangingPunct="1">
              <a:lnSpc>
                <a:spcPct val="80000"/>
              </a:lnSpc>
              <a:buFont typeface="Wingdings" panose="05000000000000000000" pitchFamily="2" charset="2"/>
              <a:buNone/>
            </a:pPr>
            <a:r>
              <a:rPr lang="en-US" altLang="vi-VN" b="1">
                <a:solidFill>
                  <a:srgbClr val="0000FF"/>
                </a:solidFill>
                <a:latin typeface="Times New Roman" panose="02020603050405020304" pitchFamily="18" charset="0"/>
              </a:rPr>
              <a:t>Cách nhập công thức</a:t>
            </a:r>
            <a:r>
              <a:rPr lang="en-US" altLang="vi-VN">
                <a:solidFill>
                  <a:srgbClr val="0000FF"/>
                </a:solidFill>
                <a:latin typeface="Times New Roman" panose="02020603050405020304" pitchFamily="18" charset="0"/>
              </a:rPr>
              <a:t>:</a:t>
            </a:r>
            <a:endParaRPr lang="en-US" altLang="vi-VN" b="1">
              <a:solidFill>
                <a:srgbClr val="0000FF"/>
              </a:solidFill>
              <a:latin typeface="Times New Roman" panose="02020603050405020304" pitchFamily="18" charset="0"/>
            </a:endParaRPr>
          </a:p>
          <a:p>
            <a:pPr algn="just" eaLnBrk="1" hangingPunct="1">
              <a:lnSpc>
                <a:spcPct val="80000"/>
              </a:lnSpc>
              <a:buFont typeface="Wingdings" panose="05000000000000000000" pitchFamily="2" charset="2"/>
              <a:buNone/>
            </a:pPr>
            <a:r>
              <a:rPr lang="en-US" altLang="vi-VN" b="1">
                <a:latin typeface="Times New Roman" panose="02020603050405020304" pitchFamily="18" charset="0"/>
              </a:rPr>
              <a:t>  </a:t>
            </a:r>
            <a:r>
              <a:rPr lang="en-US" altLang="vi-VN" b="1">
                <a:solidFill>
                  <a:srgbClr val="0000FF"/>
                </a:solidFill>
                <a:latin typeface="Times New Roman" panose="02020603050405020304" pitchFamily="18" charset="0"/>
              </a:rPr>
              <a:t>Ví dụ:</a:t>
            </a:r>
            <a:r>
              <a:rPr lang="en-US" altLang="vi-VN">
                <a:latin typeface="Times New Roman" panose="02020603050405020304" pitchFamily="18" charset="0"/>
              </a:rPr>
              <a:t> để nhập công thức =A1+B1+C1 vào ô D1</a:t>
            </a:r>
          </a:p>
          <a:p>
            <a:pPr algn="just" eaLnBrk="1" hangingPunct="1">
              <a:lnSpc>
                <a:spcPct val="80000"/>
              </a:lnSpc>
              <a:buFont typeface="Wingdings" panose="05000000000000000000" pitchFamily="2" charset="2"/>
              <a:buNone/>
            </a:pPr>
            <a:r>
              <a:rPr lang="en-US" altLang="vi-VN" b="1">
                <a:latin typeface="Times New Roman" panose="02020603050405020304" pitchFamily="18" charset="0"/>
              </a:rPr>
              <a:t>  </a:t>
            </a:r>
            <a:r>
              <a:rPr lang="en-US" altLang="vi-VN" b="1">
                <a:solidFill>
                  <a:srgbClr val="FF0000"/>
                </a:solidFill>
                <a:latin typeface="Times New Roman" panose="02020603050405020304" pitchFamily="18" charset="0"/>
              </a:rPr>
              <a:t>Cách 1</a:t>
            </a:r>
            <a:r>
              <a:rPr lang="en-US" altLang="vi-VN">
                <a:latin typeface="Times New Roman" panose="02020603050405020304" pitchFamily="18" charset="0"/>
              </a:rPr>
              <a:t>: Nhập trực tiếp</a:t>
            </a:r>
            <a:endParaRPr lang="es-ES_tradnl" altLang="vi-VN" b="1">
              <a:latin typeface="Times New Roman" panose="02020603050405020304" pitchFamily="18" charset="0"/>
            </a:endParaRPr>
          </a:p>
          <a:p>
            <a:pPr algn="just" eaLnBrk="1" hangingPunct="1">
              <a:lnSpc>
                <a:spcPct val="80000"/>
              </a:lnSpc>
              <a:buClr>
                <a:srgbClr val="0000FF"/>
              </a:buClr>
              <a:buFont typeface="Wingdings" panose="05000000000000000000" pitchFamily="2" charset="2"/>
              <a:buChar char="Ø"/>
            </a:pPr>
            <a:r>
              <a:rPr lang="es-ES_tradnl" altLang="vi-VN" b="1">
                <a:latin typeface="Times New Roman" panose="02020603050405020304" pitchFamily="18" charset="0"/>
              </a:rPr>
              <a:t> </a:t>
            </a:r>
            <a:r>
              <a:rPr lang="es-ES_tradnl" altLang="vi-VN" b="1">
                <a:solidFill>
                  <a:srgbClr val="0000FF"/>
                </a:solidFill>
                <a:latin typeface="Times New Roman" panose="02020603050405020304" pitchFamily="18" charset="0"/>
              </a:rPr>
              <a:t>B1</a:t>
            </a:r>
            <a:r>
              <a:rPr lang="es-ES_tradnl" altLang="vi-VN">
                <a:latin typeface="Times New Roman" panose="02020603050405020304" pitchFamily="18" charset="0"/>
              </a:rPr>
              <a:t>: Đặt con trỏ tại ô D1</a:t>
            </a:r>
            <a:endParaRPr lang="pt-BR" altLang="vi-VN" b="1">
              <a:latin typeface="Times New Roman" panose="02020603050405020304" pitchFamily="18" charset="0"/>
            </a:endParaRPr>
          </a:p>
          <a:p>
            <a:pPr algn="just" eaLnBrk="1" hangingPunct="1">
              <a:lnSpc>
                <a:spcPct val="80000"/>
              </a:lnSpc>
              <a:buClr>
                <a:srgbClr val="0000FF"/>
              </a:buClr>
              <a:buFont typeface="Wingdings" panose="05000000000000000000" pitchFamily="2" charset="2"/>
              <a:buChar char="Ø"/>
            </a:pPr>
            <a:r>
              <a:rPr lang="pt-BR" altLang="vi-VN" b="1">
                <a:latin typeface="Times New Roman" panose="02020603050405020304" pitchFamily="18" charset="0"/>
              </a:rPr>
              <a:t> </a:t>
            </a:r>
            <a:r>
              <a:rPr lang="pt-BR" altLang="vi-VN" b="1">
                <a:solidFill>
                  <a:srgbClr val="0000FF"/>
                </a:solidFill>
                <a:latin typeface="Times New Roman" panose="02020603050405020304" pitchFamily="18" charset="0"/>
              </a:rPr>
              <a:t>B2</a:t>
            </a:r>
            <a:r>
              <a:rPr lang="pt-BR" altLang="vi-VN">
                <a:latin typeface="Times New Roman" panose="02020603050405020304" pitchFamily="18" charset="0"/>
              </a:rPr>
              <a:t>: Nhập = A1+B1+C1</a:t>
            </a:r>
            <a:endParaRPr lang="pt-BR" altLang="vi-VN" b="1">
              <a:latin typeface="Times New Roman" panose="02020603050405020304" pitchFamily="18" charset="0"/>
            </a:endParaRPr>
          </a:p>
          <a:p>
            <a:pPr algn="just" eaLnBrk="1" hangingPunct="1">
              <a:lnSpc>
                <a:spcPct val="80000"/>
              </a:lnSpc>
              <a:buClr>
                <a:srgbClr val="0000FF"/>
              </a:buClr>
              <a:buFont typeface="Wingdings" panose="05000000000000000000" pitchFamily="2" charset="2"/>
              <a:buChar char="Ø"/>
            </a:pPr>
            <a:r>
              <a:rPr lang="pt-BR" altLang="vi-VN" b="1">
                <a:latin typeface="Times New Roman" panose="02020603050405020304" pitchFamily="18" charset="0"/>
              </a:rPr>
              <a:t> </a:t>
            </a:r>
            <a:r>
              <a:rPr lang="pt-BR" altLang="vi-VN" b="1">
                <a:solidFill>
                  <a:srgbClr val="0000FF"/>
                </a:solidFill>
                <a:latin typeface="Times New Roman" panose="02020603050405020304" pitchFamily="18" charset="0"/>
              </a:rPr>
              <a:t>B3</a:t>
            </a:r>
            <a:r>
              <a:rPr lang="pt-BR" altLang="vi-VN">
                <a:latin typeface="Times New Roman" panose="02020603050405020304" pitchFamily="18" charset="0"/>
              </a:rPr>
              <a:t>: Gõ phím Enter.</a:t>
            </a:r>
            <a:endParaRPr lang="pt-BR" altLang="vi-VN" b="1">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284675">
                                            <p:txEl>
                                              <p:pRg st="1" end="1"/>
                                            </p:txEl>
                                          </p:spTgt>
                                        </p:tgtEl>
                                        <p:attrNameLst>
                                          <p:attrName>style.visibility</p:attrName>
                                        </p:attrNameLst>
                                      </p:cBhvr>
                                      <p:to>
                                        <p:strVal val="visible"/>
                                      </p:to>
                                    </p:set>
                                    <p:anim calcmode="lin" valueType="num">
                                      <p:cBhvr>
                                        <p:cTn id="7" dur="500" fill="hold"/>
                                        <p:tgtEl>
                                          <p:spTgt spid="284675">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84675">
                                            <p:txEl>
                                              <p:pRg st="1" end="1"/>
                                            </p:txEl>
                                          </p:spTgt>
                                        </p:tgtEl>
                                        <p:attrNameLst>
                                          <p:attrName>ppt_y</p:attrName>
                                        </p:attrNameLst>
                                      </p:cBhvr>
                                      <p:tavLst>
                                        <p:tav tm="0">
                                          <p:val>
                                            <p:strVal val="#ppt_y"/>
                                          </p:val>
                                        </p:tav>
                                        <p:tav tm="100000">
                                          <p:val>
                                            <p:strVal val="#ppt_y"/>
                                          </p:val>
                                        </p:tav>
                                      </p:tavLst>
                                    </p:anim>
                                    <p:anim calcmode="lin" valueType="num">
                                      <p:cBhvr>
                                        <p:cTn id="9" dur="500" fill="hold"/>
                                        <p:tgtEl>
                                          <p:spTgt spid="284675">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84675">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84675">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1" presetClass="entr" presetSubtype="0" fill="hold" nodeType="clickEffect">
                                  <p:stCondLst>
                                    <p:cond delay="0"/>
                                  </p:stCondLst>
                                  <p:iterate type="lt">
                                    <p:tmPct val="10000"/>
                                  </p:iterate>
                                  <p:childTnLst>
                                    <p:set>
                                      <p:cBhvr>
                                        <p:cTn id="15" dur="1" fill="hold">
                                          <p:stCondLst>
                                            <p:cond delay="0"/>
                                          </p:stCondLst>
                                        </p:cTn>
                                        <p:tgtEl>
                                          <p:spTgt spid="284675">
                                            <p:txEl>
                                              <p:pRg st="2" end="2"/>
                                            </p:txEl>
                                          </p:spTgt>
                                        </p:tgtEl>
                                        <p:attrNameLst>
                                          <p:attrName>style.visibility</p:attrName>
                                        </p:attrNameLst>
                                      </p:cBhvr>
                                      <p:to>
                                        <p:strVal val="visible"/>
                                      </p:to>
                                    </p:set>
                                    <p:anim calcmode="lin" valueType="num">
                                      <p:cBhvr>
                                        <p:cTn id="16" dur="500" fill="hold"/>
                                        <p:tgtEl>
                                          <p:spTgt spid="284675">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284675">
                                            <p:txEl>
                                              <p:pRg st="2" end="2"/>
                                            </p:txEl>
                                          </p:spTgt>
                                        </p:tgtEl>
                                        <p:attrNameLst>
                                          <p:attrName>ppt_y</p:attrName>
                                        </p:attrNameLst>
                                      </p:cBhvr>
                                      <p:tavLst>
                                        <p:tav tm="0">
                                          <p:val>
                                            <p:strVal val="#ppt_y"/>
                                          </p:val>
                                        </p:tav>
                                        <p:tav tm="100000">
                                          <p:val>
                                            <p:strVal val="#ppt_y"/>
                                          </p:val>
                                        </p:tav>
                                      </p:tavLst>
                                    </p:anim>
                                    <p:anim calcmode="lin" valueType="num">
                                      <p:cBhvr>
                                        <p:cTn id="18" dur="500" fill="hold"/>
                                        <p:tgtEl>
                                          <p:spTgt spid="284675">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284675">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284675">
                                            <p:txEl>
                                              <p:pRg st="2" end="2"/>
                                            </p:txEl>
                                          </p:spTgt>
                                        </p:tgtEl>
                                      </p:cBhvr>
                                    </p:animEffect>
                                  </p:childTnLst>
                                </p:cTn>
                              </p:par>
                              <p:par>
                                <p:cTn id="21" presetID="41" presetClass="entr" presetSubtype="0" fill="hold" nodeType="withEffect">
                                  <p:stCondLst>
                                    <p:cond delay="0"/>
                                  </p:stCondLst>
                                  <p:iterate type="lt">
                                    <p:tmPct val="10000"/>
                                  </p:iterate>
                                  <p:childTnLst>
                                    <p:set>
                                      <p:cBhvr>
                                        <p:cTn id="22" dur="1" fill="hold">
                                          <p:stCondLst>
                                            <p:cond delay="0"/>
                                          </p:stCondLst>
                                        </p:cTn>
                                        <p:tgtEl>
                                          <p:spTgt spid="284675">
                                            <p:txEl>
                                              <p:pRg st="3" end="3"/>
                                            </p:txEl>
                                          </p:spTgt>
                                        </p:tgtEl>
                                        <p:attrNameLst>
                                          <p:attrName>style.visibility</p:attrName>
                                        </p:attrNameLst>
                                      </p:cBhvr>
                                      <p:to>
                                        <p:strVal val="visible"/>
                                      </p:to>
                                    </p:set>
                                    <p:anim calcmode="lin" valueType="num">
                                      <p:cBhvr>
                                        <p:cTn id="23" dur="500" fill="hold"/>
                                        <p:tgtEl>
                                          <p:spTgt spid="284675">
                                            <p:txEl>
                                              <p:pRg st="3" end="3"/>
                                            </p:txEl>
                                          </p:spTgt>
                                        </p:tgtEl>
                                        <p:attrNameLst>
                                          <p:attrName>ppt_x</p:attrName>
                                        </p:attrNameLst>
                                      </p:cBhvr>
                                      <p:tavLst>
                                        <p:tav tm="0">
                                          <p:val>
                                            <p:strVal val="#ppt_x"/>
                                          </p:val>
                                        </p:tav>
                                        <p:tav tm="50000">
                                          <p:val>
                                            <p:strVal val="#ppt_x+.1"/>
                                          </p:val>
                                        </p:tav>
                                        <p:tav tm="100000">
                                          <p:val>
                                            <p:strVal val="#ppt_x"/>
                                          </p:val>
                                        </p:tav>
                                      </p:tavLst>
                                    </p:anim>
                                    <p:anim calcmode="lin" valueType="num">
                                      <p:cBhvr>
                                        <p:cTn id="24" dur="500" fill="hold"/>
                                        <p:tgtEl>
                                          <p:spTgt spid="284675">
                                            <p:txEl>
                                              <p:pRg st="3" end="3"/>
                                            </p:txEl>
                                          </p:spTgt>
                                        </p:tgtEl>
                                        <p:attrNameLst>
                                          <p:attrName>ppt_y</p:attrName>
                                        </p:attrNameLst>
                                      </p:cBhvr>
                                      <p:tavLst>
                                        <p:tav tm="0">
                                          <p:val>
                                            <p:strVal val="#ppt_y"/>
                                          </p:val>
                                        </p:tav>
                                        <p:tav tm="100000">
                                          <p:val>
                                            <p:strVal val="#ppt_y"/>
                                          </p:val>
                                        </p:tav>
                                      </p:tavLst>
                                    </p:anim>
                                    <p:anim calcmode="lin" valueType="num">
                                      <p:cBhvr>
                                        <p:cTn id="25" dur="500" fill="hold"/>
                                        <p:tgtEl>
                                          <p:spTgt spid="284675">
                                            <p:txEl>
                                              <p:pRg st="3" end="3"/>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6" dur="500" fill="hold"/>
                                        <p:tgtEl>
                                          <p:spTgt spid="284675">
                                            <p:txEl>
                                              <p:pRg st="3" end="3"/>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7" dur="500" tmFilter="0,0; .5, 1; 1, 1"/>
                                        <p:tgtEl>
                                          <p:spTgt spid="284675">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1" presetClass="entr" presetSubtype="0" fill="hold" nodeType="clickEffect">
                                  <p:stCondLst>
                                    <p:cond delay="0"/>
                                  </p:stCondLst>
                                  <p:iterate type="lt">
                                    <p:tmPct val="10000"/>
                                  </p:iterate>
                                  <p:childTnLst>
                                    <p:set>
                                      <p:cBhvr>
                                        <p:cTn id="31" dur="1" fill="hold">
                                          <p:stCondLst>
                                            <p:cond delay="0"/>
                                          </p:stCondLst>
                                        </p:cTn>
                                        <p:tgtEl>
                                          <p:spTgt spid="284675">
                                            <p:txEl>
                                              <p:pRg st="4" end="4"/>
                                            </p:txEl>
                                          </p:spTgt>
                                        </p:tgtEl>
                                        <p:attrNameLst>
                                          <p:attrName>style.visibility</p:attrName>
                                        </p:attrNameLst>
                                      </p:cBhvr>
                                      <p:to>
                                        <p:strVal val="visible"/>
                                      </p:to>
                                    </p:set>
                                    <p:anim calcmode="lin" valueType="num">
                                      <p:cBhvr>
                                        <p:cTn id="32" dur="500" fill="hold"/>
                                        <p:tgtEl>
                                          <p:spTgt spid="284675">
                                            <p:txEl>
                                              <p:pRg st="4" end="4"/>
                                            </p:txEl>
                                          </p:spTgt>
                                        </p:tgtEl>
                                        <p:attrNameLst>
                                          <p:attrName>ppt_x</p:attrName>
                                        </p:attrNameLst>
                                      </p:cBhvr>
                                      <p:tavLst>
                                        <p:tav tm="0">
                                          <p:val>
                                            <p:strVal val="#ppt_x"/>
                                          </p:val>
                                        </p:tav>
                                        <p:tav tm="50000">
                                          <p:val>
                                            <p:strVal val="#ppt_x+.1"/>
                                          </p:val>
                                        </p:tav>
                                        <p:tav tm="100000">
                                          <p:val>
                                            <p:strVal val="#ppt_x"/>
                                          </p:val>
                                        </p:tav>
                                      </p:tavLst>
                                    </p:anim>
                                    <p:anim calcmode="lin" valueType="num">
                                      <p:cBhvr>
                                        <p:cTn id="33" dur="500" fill="hold"/>
                                        <p:tgtEl>
                                          <p:spTgt spid="284675">
                                            <p:txEl>
                                              <p:pRg st="4" end="4"/>
                                            </p:txEl>
                                          </p:spTgt>
                                        </p:tgtEl>
                                        <p:attrNameLst>
                                          <p:attrName>ppt_y</p:attrName>
                                        </p:attrNameLst>
                                      </p:cBhvr>
                                      <p:tavLst>
                                        <p:tav tm="0">
                                          <p:val>
                                            <p:strVal val="#ppt_y"/>
                                          </p:val>
                                        </p:tav>
                                        <p:tav tm="100000">
                                          <p:val>
                                            <p:strVal val="#ppt_y"/>
                                          </p:val>
                                        </p:tav>
                                      </p:tavLst>
                                    </p:anim>
                                    <p:anim calcmode="lin" valueType="num">
                                      <p:cBhvr>
                                        <p:cTn id="34" dur="500" fill="hold"/>
                                        <p:tgtEl>
                                          <p:spTgt spid="284675">
                                            <p:txEl>
                                              <p:pRg st="4" end="4"/>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5" dur="500" fill="hold"/>
                                        <p:tgtEl>
                                          <p:spTgt spid="284675">
                                            <p:txEl>
                                              <p:pRg st="4" end="4"/>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6" dur="500" tmFilter="0,0; .5, 1; 1, 1"/>
                                        <p:tgtEl>
                                          <p:spTgt spid="284675">
                                            <p:txEl>
                                              <p:pRg st="4" end="4"/>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1" presetClass="entr" presetSubtype="4" fill="hold" nodeType="clickEffect">
                                  <p:stCondLst>
                                    <p:cond delay="0"/>
                                  </p:stCondLst>
                                  <p:childTnLst>
                                    <p:set>
                                      <p:cBhvr>
                                        <p:cTn id="40" dur="1" fill="hold">
                                          <p:stCondLst>
                                            <p:cond delay="0"/>
                                          </p:stCondLst>
                                        </p:cTn>
                                        <p:tgtEl>
                                          <p:spTgt spid="284675">
                                            <p:txEl>
                                              <p:pRg st="5" end="5"/>
                                            </p:txEl>
                                          </p:spTgt>
                                        </p:tgtEl>
                                        <p:attrNameLst>
                                          <p:attrName>style.visibility</p:attrName>
                                        </p:attrNameLst>
                                      </p:cBhvr>
                                      <p:to>
                                        <p:strVal val="visible"/>
                                      </p:to>
                                    </p:set>
                                    <p:animEffect transition="in" filter="wheel(4)">
                                      <p:cBhvr>
                                        <p:cTn id="41" dur="2000"/>
                                        <p:tgtEl>
                                          <p:spTgt spid="284675">
                                            <p:txEl>
                                              <p:pRg st="5" end="5"/>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1" presetClass="entr" presetSubtype="4" fill="hold" nodeType="clickEffect">
                                  <p:stCondLst>
                                    <p:cond delay="0"/>
                                  </p:stCondLst>
                                  <p:childTnLst>
                                    <p:set>
                                      <p:cBhvr>
                                        <p:cTn id="45" dur="1" fill="hold">
                                          <p:stCondLst>
                                            <p:cond delay="0"/>
                                          </p:stCondLst>
                                        </p:cTn>
                                        <p:tgtEl>
                                          <p:spTgt spid="284675">
                                            <p:txEl>
                                              <p:pRg st="6" end="6"/>
                                            </p:txEl>
                                          </p:spTgt>
                                        </p:tgtEl>
                                        <p:attrNameLst>
                                          <p:attrName>style.visibility</p:attrName>
                                        </p:attrNameLst>
                                      </p:cBhvr>
                                      <p:to>
                                        <p:strVal val="visible"/>
                                      </p:to>
                                    </p:set>
                                    <p:animEffect transition="in" filter="wheel(4)">
                                      <p:cBhvr>
                                        <p:cTn id="46" dur="2000"/>
                                        <p:tgtEl>
                                          <p:spTgt spid="284675">
                                            <p:txEl>
                                              <p:pRg st="6" end="6"/>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1" presetClass="entr" presetSubtype="4" fill="hold" nodeType="clickEffect">
                                  <p:stCondLst>
                                    <p:cond delay="0"/>
                                  </p:stCondLst>
                                  <p:childTnLst>
                                    <p:set>
                                      <p:cBhvr>
                                        <p:cTn id="50" dur="1" fill="hold">
                                          <p:stCondLst>
                                            <p:cond delay="0"/>
                                          </p:stCondLst>
                                        </p:cTn>
                                        <p:tgtEl>
                                          <p:spTgt spid="284675">
                                            <p:txEl>
                                              <p:pRg st="7" end="7"/>
                                            </p:txEl>
                                          </p:spTgt>
                                        </p:tgtEl>
                                        <p:attrNameLst>
                                          <p:attrName>style.visibility</p:attrName>
                                        </p:attrNameLst>
                                      </p:cBhvr>
                                      <p:to>
                                        <p:strVal val="visible"/>
                                      </p:to>
                                    </p:set>
                                    <p:animEffect transition="in" filter="wheel(4)">
                                      <p:cBhvr>
                                        <p:cTn id="51" dur="2000"/>
                                        <p:tgtEl>
                                          <p:spTgt spid="284675">
                                            <p:txEl>
                                              <p:pRg st="7" end="7"/>
                                            </p:txEl>
                                          </p:spTgt>
                                        </p:tgtEl>
                                      </p:cBhvr>
                                    </p:animEffect>
                                  </p:childTnLst>
                                </p:cTn>
                              </p:par>
                              <p:par>
                                <p:cTn id="52" presetID="21" presetClass="entr" presetSubtype="4" fill="hold" nodeType="withEffect">
                                  <p:stCondLst>
                                    <p:cond delay="0"/>
                                  </p:stCondLst>
                                  <p:childTnLst>
                                    <p:set>
                                      <p:cBhvr>
                                        <p:cTn id="53" dur="1" fill="hold">
                                          <p:stCondLst>
                                            <p:cond delay="0"/>
                                          </p:stCondLst>
                                        </p:cTn>
                                        <p:tgtEl>
                                          <p:spTgt spid="284675">
                                            <p:txEl>
                                              <p:pRg st="8" end="8"/>
                                            </p:txEl>
                                          </p:spTgt>
                                        </p:tgtEl>
                                        <p:attrNameLst>
                                          <p:attrName>style.visibility</p:attrName>
                                        </p:attrNameLst>
                                      </p:cBhvr>
                                      <p:to>
                                        <p:strVal val="visible"/>
                                      </p:to>
                                    </p:set>
                                    <p:animEffect transition="in" filter="wheel(4)">
                                      <p:cBhvr>
                                        <p:cTn id="54" dur="2000"/>
                                        <p:tgtEl>
                                          <p:spTgt spid="284675">
                                            <p:txEl>
                                              <p:pRg st="8" end="8"/>
                                            </p:txEl>
                                          </p:spTgt>
                                        </p:tgtEl>
                                      </p:cBhvr>
                                    </p:animEffect>
                                  </p:childTnLst>
                                </p:cTn>
                              </p:par>
                              <p:par>
                                <p:cTn id="55" presetID="21" presetClass="entr" presetSubtype="4" fill="hold" nodeType="withEffect">
                                  <p:stCondLst>
                                    <p:cond delay="0"/>
                                  </p:stCondLst>
                                  <p:childTnLst>
                                    <p:set>
                                      <p:cBhvr>
                                        <p:cTn id="56" dur="1" fill="hold">
                                          <p:stCondLst>
                                            <p:cond delay="0"/>
                                          </p:stCondLst>
                                        </p:cTn>
                                        <p:tgtEl>
                                          <p:spTgt spid="284675">
                                            <p:txEl>
                                              <p:pRg st="9" end="9"/>
                                            </p:txEl>
                                          </p:spTgt>
                                        </p:tgtEl>
                                        <p:attrNameLst>
                                          <p:attrName>style.visibility</p:attrName>
                                        </p:attrNameLst>
                                      </p:cBhvr>
                                      <p:to>
                                        <p:strVal val="visible"/>
                                      </p:to>
                                    </p:set>
                                    <p:animEffect transition="in" filter="wheel(4)">
                                      <p:cBhvr>
                                        <p:cTn id="57" dur="2000"/>
                                        <p:tgtEl>
                                          <p:spTgt spid="28467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5">
            <a:extLst>
              <a:ext uri="{FF2B5EF4-FFF2-40B4-BE49-F238E27FC236}">
                <a16:creationId xmlns:a16="http://schemas.microsoft.com/office/drawing/2014/main" id="{F0D42297-86FD-CAC9-9BCD-2AC959D846D7}"/>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3F4DFEE6-6723-4F2C-9F3A-8881811B5631}" type="slidenum">
              <a:rPr lang="en-US" altLang="vi-VN" sz="1000">
                <a:latin typeface="Verdana" panose="020B0604030504040204" pitchFamily="34" charset="0"/>
              </a:rPr>
              <a:pPr algn="r" eaLnBrk="1" hangingPunct="1">
                <a:spcBef>
                  <a:spcPct val="0"/>
                </a:spcBef>
                <a:buFontTx/>
                <a:buNone/>
              </a:pPr>
              <a:t>17</a:t>
            </a:fld>
            <a:endParaRPr lang="en-US" altLang="vi-VN" sz="1000">
              <a:latin typeface="Verdana" panose="020B0604030504040204" pitchFamily="34" charset="0"/>
            </a:endParaRPr>
          </a:p>
        </p:txBody>
      </p:sp>
      <p:sp>
        <p:nvSpPr>
          <p:cNvPr id="32771" name="Rectangle 2">
            <a:extLst>
              <a:ext uri="{FF2B5EF4-FFF2-40B4-BE49-F238E27FC236}">
                <a16:creationId xmlns:a16="http://schemas.microsoft.com/office/drawing/2014/main" id="{FA435BB7-541B-F5AE-0498-03C170617DDE}"/>
              </a:ext>
            </a:extLst>
          </p:cNvPr>
          <p:cNvSpPr>
            <a:spLocks noGrp="1" noChangeArrowheads="1"/>
          </p:cNvSpPr>
          <p:nvPr>
            <p:ph type="title" idx="4294967295"/>
          </p:nvPr>
        </p:nvSpPr>
        <p:spPr>
          <a:xfrm>
            <a:off x="304800" y="-114300"/>
            <a:ext cx="8229600" cy="838200"/>
          </a:xfrm>
        </p:spPr>
        <p:txBody>
          <a:bodyPr anchor="b"/>
          <a:lstStyle/>
          <a:p>
            <a:pPr eaLnBrk="1" hangingPunct="1"/>
            <a:r>
              <a:rPr lang="en-US" altLang="vi-VN" sz="2800" b="1">
                <a:solidFill>
                  <a:srgbClr val="FF0000"/>
                </a:solidFill>
                <a:latin typeface="Times New Roman" panose="02020603050405020304" pitchFamily="18" charset="0"/>
              </a:rPr>
              <a:t>III. DỮ LIỆU TRONG EXCEL (tt)</a:t>
            </a:r>
          </a:p>
        </p:txBody>
      </p:sp>
      <p:sp>
        <p:nvSpPr>
          <p:cNvPr id="285699" name="Rectangle 3">
            <a:extLst>
              <a:ext uri="{FF2B5EF4-FFF2-40B4-BE49-F238E27FC236}">
                <a16:creationId xmlns:a16="http://schemas.microsoft.com/office/drawing/2014/main" id="{8CBD5645-87D3-AE15-41DA-C6EFBC7027E9}"/>
              </a:ext>
            </a:extLst>
          </p:cNvPr>
          <p:cNvSpPr>
            <a:spLocks noGrp="1" noChangeArrowheads="1"/>
          </p:cNvSpPr>
          <p:nvPr>
            <p:ph type="body" idx="4294967295"/>
          </p:nvPr>
        </p:nvSpPr>
        <p:spPr>
          <a:xfrm>
            <a:off x="457200" y="1524000"/>
            <a:ext cx="8229600" cy="4953000"/>
          </a:xfrm>
        </p:spPr>
        <p:txBody>
          <a:bodyPr/>
          <a:lstStyle/>
          <a:p>
            <a:pPr lvl="1" indent="-628650" eaLnBrk="1" hangingPunct="1">
              <a:buFont typeface="Wingdings 2" panose="05020102010507070707" pitchFamily="18" charset="2"/>
              <a:buNone/>
            </a:pPr>
            <a:r>
              <a:rPr lang="pt-BR" altLang="vi-VN" b="1">
                <a:solidFill>
                  <a:srgbClr val="FF0000"/>
                </a:solidFill>
                <a:latin typeface="Times New Roman" panose="02020603050405020304" pitchFamily="18" charset="0"/>
              </a:rPr>
              <a:t>Cách 2</a:t>
            </a:r>
            <a:r>
              <a:rPr lang="pt-BR" altLang="vi-VN">
                <a:solidFill>
                  <a:srgbClr val="FF0000"/>
                </a:solidFill>
                <a:latin typeface="Times New Roman" panose="02020603050405020304" pitchFamily="18" charset="0"/>
              </a:rPr>
              <a:t>:</a:t>
            </a:r>
            <a:r>
              <a:rPr lang="pt-BR" altLang="vi-VN">
                <a:latin typeface="Times New Roman" panose="02020603050405020304" pitchFamily="18" charset="0"/>
              </a:rPr>
              <a:t> (kết hợp chuột \ bàn phím để chọn  ô, vùng)</a:t>
            </a:r>
            <a:endParaRPr lang="es-ES_tradnl" altLang="vi-VN" b="1">
              <a:latin typeface="Times New Roman" panose="02020603050405020304" pitchFamily="18" charset="0"/>
            </a:endParaRPr>
          </a:p>
          <a:p>
            <a:pPr marL="0" indent="0" eaLnBrk="1" hangingPunct="1">
              <a:buFont typeface="Wingdings" panose="05000000000000000000" pitchFamily="2" charset="2"/>
              <a:buChar char="Ø"/>
            </a:pPr>
            <a:r>
              <a:rPr lang="es-ES_tradnl" altLang="vi-VN" sz="2800" b="1">
                <a:solidFill>
                  <a:srgbClr val="0000FF"/>
                </a:solidFill>
                <a:latin typeface="Times New Roman" panose="02020603050405020304" pitchFamily="18" charset="0"/>
              </a:rPr>
              <a:t>B1</a:t>
            </a:r>
            <a:r>
              <a:rPr lang="es-ES_tradnl" altLang="vi-VN" sz="2800">
                <a:latin typeface="Times New Roman" panose="02020603050405020304" pitchFamily="18" charset="0"/>
              </a:rPr>
              <a:t>: Đặt con trỏ tại ô D1</a:t>
            </a:r>
            <a:endParaRPr lang="es-ES_tradnl" altLang="vi-VN" sz="2800" b="1">
              <a:latin typeface="Times New Roman" panose="02020603050405020304" pitchFamily="18" charset="0"/>
            </a:endParaRPr>
          </a:p>
          <a:p>
            <a:pPr marL="0" indent="0" eaLnBrk="1" hangingPunct="1">
              <a:buFont typeface="Wingdings" panose="05000000000000000000" pitchFamily="2" charset="2"/>
              <a:buChar char="Ø"/>
            </a:pPr>
            <a:r>
              <a:rPr lang="es-ES_tradnl" altLang="vi-VN" sz="2800" b="1">
                <a:solidFill>
                  <a:srgbClr val="0000FF"/>
                </a:solidFill>
                <a:latin typeface="Times New Roman" panose="02020603050405020304" pitchFamily="18" charset="0"/>
              </a:rPr>
              <a:t>B2</a:t>
            </a:r>
            <a:r>
              <a:rPr lang="es-ES_tradnl" altLang="vi-VN" sz="2800">
                <a:latin typeface="Times New Roman" panose="02020603050405020304" pitchFamily="18" charset="0"/>
              </a:rPr>
              <a:t>: Nhập =</a:t>
            </a:r>
          </a:p>
          <a:p>
            <a:pPr marL="0" indent="0" eaLnBrk="1" hangingPunct="1">
              <a:buFont typeface="Wingdings" panose="05000000000000000000" pitchFamily="2" charset="2"/>
              <a:buChar char="Ø"/>
            </a:pPr>
            <a:r>
              <a:rPr lang="es-ES_tradnl" altLang="vi-VN" sz="2800" b="1">
                <a:solidFill>
                  <a:srgbClr val="0000FF"/>
                </a:solidFill>
                <a:latin typeface="Times New Roman" panose="02020603050405020304" pitchFamily="18" charset="0"/>
              </a:rPr>
              <a:t>B3</a:t>
            </a:r>
            <a:r>
              <a:rPr lang="es-ES_tradnl" altLang="vi-VN" sz="2800">
                <a:latin typeface="Times New Roman" panose="02020603050405020304" pitchFamily="18" charset="0"/>
              </a:rPr>
              <a:t>: Chọn ô A1, nhập +, chọn ô B1, nhập +, chọn C1</a:t>
            </a:r>
            <a:endParaRPr lang="sv-SE" altLang="vi-VN" sz="2800" b="1">
              <a:latin typeface="Times New Roman" panose="02020603050405020304" pitchFamily="18" charset="0"/>
            </a:endParaRPr>
          </a:p>
          <a:p>
            <a:pPr marL="0" indent="0" eaLnBrk="1" hangingPunct="1">
              <a:buFont typeface="Wingdings" panose="05000000000000000000" pitchFamily="2" charset="2"/>
              <a:buChar char="Ø"/>
            </a:pPr>
            <a:r>
              <a:rPr lang="sv-SE" altLang="vi-VN" sz="2800" b="1">
                <a:solidFill>
                  <a:srgbClr val="0000FF"/>
                </a:solidFill>
                <a:latin typeface="Times New Roman" panose="02020603050405020304" pitchFamily="18" charset="0"/>
              </a:rPr>
              <a:t>B4:</a:t>
            </a:r>
            <a:r>
              <a:rPr lang="sv-SE" altLang="vi-VN" sz="2800" b="1">
                <a:latin typeface="Times New Roman" panose="02020603050405020304" pitchFamily="18" charset="0"/>
              </a:rPr>
              <a:t> </a:t>
            </a:r>
            <a:r>
              <a:rPr lang="sv-SE" altLang="vi-VN" sz="2800">
                <a:latin typeface="Times New Roman" panose="02020603050405020304" pitchFamily="18" charset="0"/>
              </a:rPr>
              <a:t>Gõ phím Enter. </a:t>
            </a:r>
          </a:p>
          <a:p>
            <a:pPr marL="0" indent="0" eaLnBrk="1" hangingPunct="1"/>
            <a:endParaRPr lang="en-US" altLang="vi-VN" sz="2800">
              <a:latin typeface="Times New Roman" panose="02020603050405020304" pitchFamily="18" charset="0"/>
            </a:endParaRPr>
          </a:p>
        </p:txBody>
      </p:sp>
      <p:pic>
        <p:nvPicPr>
          <p:cNvPr id="285700" name="Picture 4" descr="untitled">
            <a:extLst>
              <a:ext uri="{FF2B5EF4-FFF2-40B4-BE49-F238E27FC236}">
                <a16:creationId xmlns:a16="http://schemas.microsoft.com/office/drawing/2014/main" id="{7741A5B1-C320-EA48-42BA-85F2246DC3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4267200"/>
            <a:ext cx="74676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285699">
                                            <p:txEl>
                                              <p:pRg st="0" end="0"/>
                                            </p:txEl>
                                          </p:spTgt>
                                        </p:tgtEl>
                                        <p:attrNameLst>
                                          <p:attrName>style.visibility</p:attrName>
                                        </p:attrNameLst>
                                      </p:cBhvr>
                                      <p:to>
                                        <p:strVal val="visible"/>
                                      </p:to>
                                    </p:set>
                                    <p:anim calcmode="lin" valueType="num">
                                      <p:cBhvr>
                                        <p:cTn id="7" dur="500" fill="hold"/>
                                        <p:tgtEl>
                                          <p:spTgt spid="285699">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85699">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285699">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85699">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85699">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1" presetClass="entr" presetSubtype="0" fill="hold" nodeType="clickEffect">
                                  <p:stCondLst>
                                    <p:cond delay="0"/>
                                  </p:stCondLst>
                                  <p:iterate type="lt">
                                    <p:tmPct val="10000"/>
                                  </p:iterate>
                                  <p:childTnLst>
                                    <p:set>
                                      <p:cBhvr>
                                        <p:cTn id="15" dur="1" fill="hold">
                                          <p:stCondLst>
                                            <p:cond delay="0"/>
                                          </p:stCondLst>
                                        </p:cTn>
                                        <p:tgtEl>
                                          <p:spTgt spid="285699">
                                            <p:txEl>
                                              <p:pRg st="1" end="1"/>
                                            </p:txEl>
                                          </p:spTgt>
                                        </p:tgtEl>
                                        <p:attrNameLst>
                                          <p:attrName>style.visibility</p:attrName>
                                        </p:attrNameLst>
                                      </p:cBhvr>
                                      <p:to>
                                        <p:strVal val="visible"/>
                                      </p:to>
                                    </p:set>
                                    <p:anim calcmode="lin" valueType="num">
                                      <p:cBhvr>
                                        <p:cTn id="16" dur="500" fill="hold"/>
                                        <p:tgtEl>
                                          <p:spTgt spid="285699">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285699">
                                            <p:txEl>
                                              <p:pRg st="1" end="1"/>
                                            </p:txEl>
                                          </p:spTgt>
                                        </p:tgtEl>
                                        <p:attrNameLst>
                                          <p:attrName>ppt_y</p:attrName>
                                        </p:attrNameLst>
                                      </p:cBhvr>
                                      <p:tavLst>
                                        <p:tav tm="0">
                                          <p:val>
                                            <p:strVal val="#ppt_y"/>
                                          </p:val>
                                        </p:tav>
                                        <p:tav tm="100000">
                                          <p:val>
                                            <p:strVal val="#ppt_y"/>
                                          </p:val>
                                        </p:tav>
                                      </p:tavLst>
                                    </p:anim>
                                    <p:anim calcmode="lin" valueType="num">
                                      <p:cBhvr>
                                        <p:cTn id="18" dur="500" fill="hold"/>
                                        <p:tgtEl>
                                          <p:spTgt spid="285699">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285699">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285699">
                                            <p:txEl>
                                              <p:pRg st="1" end="1"/>
                                            </p:txEl>
                                          </p:spTgt>
                                        </p:tgtEl>
                                      </p:cBhvr>
                                    </p:animEffect>
                                  </p:childTnLst>
                                </p:cTn>
                              </p:par>
                              <p:par>
                                <p:cTn id="21" presetID="41" presetClass="entr" presetSubtype="0" fill="hold" nodeType="withEffect">
                                  <p:stCondLst>
                                    <p:cond delay="0"/>
                                  </p:stCondLst>
                                  <p:iterate type="lt">
                                    <p:tmPct val="10000"/>
                                  </p:iterate>
                                  <p:childTnLst>
                                    <p:set>
                                      <p:cBhvr>
                                        <p:cTn id="22" dur="1" fill="hold">
                                          <p:stCondLst>
                                            <p:cond delay="0"/>
                                          </p:stCondLst>
                                        </p:cTn>
                                        <p:tgtEl>
                                          <p:spTgt spid="285699">
                                            <p:txEl>
                                              <p:pRg st="2" end="2"/>
                                            </p:txEl>
                                          </p:spTgt>
                                        </p:tgtEl>
                                        <p:attrNameLst>
                                          <p:attrName>style.visibility</p:attrName>
                                        </p:attrNameLst>
                                      </p:cBhvr>
                                      <p:to>
                                        <p:strVal val="visible"/>
                                      </p:to>
                                    </p:set>
                                    <p:anim calcmode="lin" valueType="num">
                                      <p:cBhvr>
                                        <p:cTn id="23" dur="500" fill="hold"/>
                                        <p:tgtEl>
                                          <p:spTgt spid="285699">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24" dur="500" fill="hold"/>
                                        <p:tgtEl>
                                          <p:spTgt spid="285699">
                                            <p:txEl>
                                              <p:pRg st="2" end="2"/>
                                            </p:txEl>
                                          </p:spTgt>
                                        </p:tgtEl>
                                        <p:attrNameLst>
                                          <p:attrName>ppt_y</p:attrName>
                                        </p:attrNameLst>
                                      </p:cBhvr>
                                      <p:tavLst>
                                        <p:tav tm="0">
                                          <p:val>
                                            <p:strVal val="#ppt_y"/>
                                          </p:val>
                                        </p:tav>
                                        <p:tav tm="100000">
                                          <p:val>
                                            <p:strVal val="#ppt_y"/>
                                          </p:val>
                                        </p:tav>
                                      </p:tavLst>
                                    </p:anim>
                                    <p:anim calcmode="lin" valueType="num">
                                      <p:cBhvr>
                                        <p:cTn id="25" dur="500" fill="hold"/>
                                        <p:tgtEl>
                                          <p:spTgt spid="285699">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6" dur="500" fill="hold"/>
                                        <p:tgtEl>
                                          <p:spTgt spid="285699">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7" dur="500" tmFilter="0,0; .5, 1; 1, 1"/>
                                        <p:tgtEl>
                                          <p:spTgt spid="285699">
                                            <p:txEl>
                                              <p:pRg st="2" end="2"/>
                                            </p:txEl>
                                          </p:spTgt>
                                        </p:tgtEl>
                                      </p:cBhvr>
                                    </p:animEffect>
                                  </p:childTnLst>
                                </p:cTn>
                              </p:par>
                              <p:par>
                                <p:cTn id="28" presetID="41" presetClass="entr" presetSubtype="0" fill="hold" nodeType="withEffect">
                                  <p:stCondLst>
                                    <p:cond delay="0"/>
                                  </p:stCondLst>
                                  <p:iterate type="lt">
                                    <p:tmPct val="10000"/>
                                  </p:iterate>
                                  <p:childTnLst>
                                    <p:set>
                                      <p:cBhvr>
                                        <p:cTn id="29" dur="1" fill="hold">
                                          <p:stCondLst>
                                            <p:cond delay="0"/>
                                          </p:stCondLst>
                                        </p:cTn>
                                        <p:tgtEl>
                                          <p:spTgt spid="285699">
                                            <p:txEl>
                                              <p:pRg st="3" end="3"/>
                                            </p:txEl>
                                          </p:spTgt>
                                        </p:tgtEl>
                                        <p:attrNameLst>
                                          <p:attrName>style.visibility</p:attrName>
                                        </p:attrNameLst>
                                      </p:cBhvr>
                                      <p:to>
                                        <p:strVal val="visible"/>
                                      </p:to>
                                    </p:set>
                                    <p:anim calcmode="lin" valueType="num">
                                      <p:cBhvr>
                                        <p:cTn id="30" dur="500" fill="hold"/>
                                        <p:tgtEl>
                                          <p:spTgt spid="285699">
                                            <p:txEl>
                                              <p:pRg st="3" end="3"/>
                                            </p:txEl>
                                          </p:spTgt>
                                        </p:tgtEl>
                                        <p:attrNameLst>
                                          <p:attrName>ppt_x</p:attrName>
                                        </p:attrNameLst>
                                      </p:cBhvr>
                                      <p:tavLst>
                                        <p:tav tm="0">
                                          <p:val>
                                            <p:strVal val="#ppt_x"/>
                                          </p:val>
                                        </p:tav>
                                        <p:tav tm="50000">
                                          <p:val>
                                            <p:strVal val="#ppt_x+.1"/>
                                          </p:val>
                                        </p:tav>
                                        <p:tav tm="100000">
                                          <p:val>
                                            <p:strVal val="#ppt_x"/>
                                          </p:val>
                                        </p:tav>
                                      </p:tavLst>
                                    </p:anim>
                                    <p:anim calcmode="lin" valueType="num">
                                      <p:cBhvr>
                                        <p:cTn id="31" dur="500" fill="hold"/>
                                        <p:tgtEl>
                                          <p:spTgt spid="285699">
                                            <p:txEl>
                                              <p:pRg st="3" end="3"/>
                                            </p:txEl>
                                          </p:spTgt>
                                        </p:tgtEl>
                                        <p:attrNameLst>
                                          <p:attrName>ppt_y</p:attrName>
                                        </p:attrNameLst>
                                      </p:cBhvr>
                                      <p:tavLst>
                                        <p:tav tm="0">
                                          <p:val>
                                            <p:strVal val="#ppt_y"/>
                                          </p:val>
                                        </p:tav>
                                        <p:tav tm="100000">
                                          <p:val>
                                            <p:strVal val="#ppt_y"/>
                                          </p:val>
                                        </p:tav>
                                      </p:tavLst>
                                    </p:anim>
                                    <p:anim calcmode="lin" valueType="num">
                                      <p:cBhvr>
                                        <p:cTn id="32" dur="500" fill="hold"/>
                                        <p:tgtEl>
                                          <p:spTgt spid="285699">
                                            <p:txEl>
                                              <p:pRg st="3" end="3"/>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3" dur="500" fill="hold"/>
                                        <p:tgtEl>
                                          <p:spTgt spid="285699">
                                            <p:txEl>
                                              <p:pRg st="3" end="3"/>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4" dur="500" tmFilter="0,0; .5, 1; 1, 1"/>
                                        <p:tgtEl>
                                          <p:spTgt spid="285699">
                                            <p:txEl>
                                              <p:pRg st="3" end="3"/>
                                            </p:txEl>
                                          </p:spTgt>
                                        </p:tgtEl>
                                      </p:cBhvr>
                                    </p:animEffect>
                                  </p:childTnLst>
                                </p:cTn>
                              </p:par>
                              <p:par>
                                <p:cTn id="35" presetID="41" presetClass="entr" presetSubtype="0" fill="hold" nodeType="withEffect">
                                  <p:stCondLst>
                                    <p:cond delay="0"/>
                                  </p:stCondLst>
                                  <p:iterate type="lt">
                                    <p:tmPct val="10000"/>
                                  </p:iterate>
                                  <p:childTnLst>
                                    <p:set>
                                      <p:cBhvr>
                                        <p:cTn id="36" dur="1" fill="hold">
                                          <p:stCondLst>
                                            <p:cond delay="0"/>
                                          </p:stCondLst>
                                        </p:cTn>
                                        <p:tgtEl>
                                          <p:spTgt spid="285699">
                                            <p:txEl>
                                              <p:pRg st="4" end="4"/>
                                            </p:txEl>
                                          </p:spTgt>
                                        </p:tgtEl>
                                        <p:attrNameLst>
                                          <p:attrName>style.visibility</p:attrName>
                                        </p:attrNameLst>
                                      </p:cBhvr>
                                      <p:to>
                                        <p:strVal val="visible"/>
                                      </p:to>
                                    </p:set>
                                    <p:anim calcmode="lin" valueType="num">
                                      <p:cBhvr>
                                        <p:cTn id="37" dur="500" fill="hold"/>
                                        <p:tgtEl>
                                          <p:spTgt spid="285699">
                                            <p:txEl>
                                              <p:pRg st="4" end="4"/>
                                            </p:txEl>
                                          </p:spTgt>
                                        </p:tgtEl>
                                        <p:attrNameLst>
                                          <p:attrName>ppt_x</p:attrName>
                                        </p:attrNameLst>
                                      </p:cBhvr>
                                      <p:tavLst>
                                        <p:tav tm="0">
                                          <p:val>
                                            <p:strVal val="#ppt_x"/>
                                          </p:val>
                                        </p:tav>
                                        <p:tav tm="50000">
                                          <p:val>
                                            <p:strVal val="#ppt_x+.1"/>
                                          </p:val>
                                        </p:tav>
                                        <p:tav tm="100000">
                                          <p:val>
                                            <p:strVal val="#ppt_x"/>
                                          </p:val>
                                        </p:tav>
                                      </p:tavLst>
                                    </p:anim>
                                    <p:anim calcmode="lin" valueType="num">
                                      <p:cBhvr>
                                        <p:cTn id="38" dur="500" fill="hold"/>
                                        <p:tgtEl>
                                          <p:spTgt spid="285699">
                                            <p:txEl>
                                              <p:pRg st="4" end="4"/>
                                            </p:txEl>
                                          </p:spTgt>
                                        </p:tgtEl>
                                        <p:attrNameLst>
                                          <p:attrName>ppt_y</p:attrName>
                                        </p:attrNameLst>
                                      </p:cBhvr>
                                      <p:tavLst>
                                        <p:tav tm="0">
                                          <p:val>
                                            <p:strVal val="#ppt_y"/>
                                          </p:val>
                                        </p:tav>
                                        <p:tav tm="100000">
                                          <p:val>
                                            <p:strVal val="#ppt_y"/>
                                          </p:val>
                                        </p:tav>
                                      </p:tavLst>
                                    </p:anim>
                                    <p:anim calcmode="lin" valueType="num">
                                      <p:cBhvr>
                                        <p:cTn id="39" dur="500" fill="hold"/>
                                        <p:tgtEl>
                                          <p:spTgt spid="285699">
                                            <p:txEl>
                                              <p:pRg st="4" end="4"/>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40" dur="500" fill="hold"/>
                                        <p:tgtEl>
                                          <p:spTgt spid="285699">
                                            <p:txEl>
                                              <p:pRg st="4" end="4"/>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41" dur="500" tmFilter="0,0; .5, 1; 1, 1"/>
                                        <p:tgtEl>
                                          <p:spTgt spid="285699">
                                            <p:txEl>
                                              <p:pRg st="4" end="4"/>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1" presetClass="entr" presetSubtype="4" fill="hold" nodeType="clickEffect">
                                  <p:stCondLst>
                                    <p:cond delay="0"/>
                                  </p:stCondLst>
                                  <p:childTnLst>
                                    <p:set>
                                      <p:cBhvr>
                                        <p:cTn id="45" dur="1" fill="hold">
                                          <p:stCondLst>
                                            <p:cond delay="0"/>
                                          </p:stCondLst>
                                        </p:cTn>
                                        <p:tgtEl>
                                          <p:spTgt spid="285700"/>
                                        </p:tgtEl>
                                        <p:attrNameLst>
                                          <p:attrName>style.visibility</p:attrName>
                                        </p:attrNameLst>
                                      </p:cBhvr>
                                      <p:to>
                                        <p:strVal val="visible"/>
                                      </p:to>
                                    </p:set>
                                    <p:animEffect transition="in" filter="wheel(4)">
                                      <p:cBhvr>
                                        <p:cTn id="46" dur="2000"/>
                                        <p:tgtEl>
                                          <p:spTgt spid="285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5">
            <a:extLst>
              <a:ext uri="{FF2B5EF4-FFF2-40B4-BE49-F238E27FC236}">
                <a16:creationId xmlns:a16="http://schemas.microsoft.com/office/drawing/2014/main" id="{7113089D-705C-29BE-E5AF-B29A518E197D}"/>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AFF36604-C5AD-4E5C-9CEE-96A1B723C729}" type="slidenum">
              <a:rPr lang="en-US" altLang="vi-VN" sz="1000">
                <a:latin typeface="Verdana" panose="020B0604030504040204" pitchFamily="34" charset="0"/>
              </a:rPr>
              <a:pPr algn="r" eaLnBrk="1" hangingPunct="1">
                <a:spcBef>
                  <a:spcPct val="0"/>
                </a:spcBef>
                <a:buFontTx/>
                <a:buNone/>
              </a:pPr>
              <a:t>18</a:t>
            </a:fld>
            <a:endParaRPr lang="en-US" altLang="vi-VN" sz="1000">
              <a:latin typeface="Verdana" panose="020B0604030504040204" pitchFamily="34" charset="0"/>
            </a:endParaRPr>
          </a:p>
        </p:txBody>
      </p:sp>
      <p:sp>
        <p:nvSpPr>
          <p:cNvPr id="33795" name="Rectangle 2">
            <a:extLst>
              <a:ext uri="{FF2B5EF4-FFF2-40B4-BE49-F238E27FC236}">
                <a16:creationId xmlns:a16="http://schemas.microsoft.com/office/drawing/2014/main" id="{B4ECAEA3-D29B-75AB-45BF-74ECEFC5D1D4}"/>
              </a:ext>
            </a:extLst>
          </p:cNvPr>
          <p:cNvSpPr>
            <a:spLocks noGrp="1" noChangeArrowheads="1"/>
          </p:cNvSpPr>
          <p:nvPr>
            <p:ph type="title" idx="4294967295"/>
          </p:nvPr>
        </p:nvSpPr>
        <p:spPr>
          <a:xfrm>
            <a:off x="990600" y="-228600"/>
            <a:ext cx="7239000" cy="990600"/>
          </a:xfrm>
        </p:spPr>
        <p:txBody>
          <a:bodyPr anchor="b"/>
          <a:lstStyle/>
          <a:p>
            <a:pPr eaLnBrk="1" hangingPunct="1"/>
            <a:r>
              <a:rPr lang="sv-SE" altLang="vi-VN" sz="2800" b="1">
                <a:solidFill>
                  <a:srgbClr val="FF0000"/>
                </a:solidFill>
                <a:latin typeface="Times New Roman" panose="02020603050405020304" pitchFamily="18" charset="0"/>
              </a:rPr>
              <a:t>IV. ĐỊA CHỈ</a:t>
            </a:r>
            <a:r>
              <a:rPr lang="sv-SE" altLang="vi-VN"/>
              <a:t> </a:t>
            </a:r>
            <a:endParaRPr lang="en-US" altLang="vi-VN"/>
          </a:p>
        </p:txBody>
      </p:sp>
      <p:sp>
        <p:nvSpPr>
          <p:cNvPr id="286723" name="Rectangle 3">
            <a:extLst>
              <a:ext uri="{FF2B5EF4-FFF2-40B4-BE49-F238E27FC236}">
                <a16:creationId xmlns:a16="http://schemas.microsoft.com/office/drawing/2014/main" id="{A7252417-CF16-A063-8F2C-7E1CAAD2ED97}"/>
              </a:ext>
            </a:extLst>
          </p:cNvPr>
          <p:cNvSpPr>
            <a:spLocks noGrp="1" noChangeArrowheads="1"/>
          </p:cNvSpPr>
          <p:nvPr>
            <p:ph type="body" idx="4294967295"/>
          </p:nvPr>
        </p:nvSpPr>
        <p:spPr>
          <a:xfrm>
            <a:off x="457200" y="1600200"/>
            <a:ext cx="8458200" cy="5257800"/>
          </a:xfrm>
        </p:spPr>
        <p:txBody>
          <a:bodyPr/>
          <a:lstStyle/>
          <a:p>
            <a:pPr eaLnBrk="1" hangingPunct="1">
              <a:buFontTx/>
              <a:buNone/>
            </a:pPr>
            <a:r>
              <a:rPr lang="sv-SE" altLang="vi-VN" sz="2800" b="1">
                <a:solidFill>
                  <a:srgbClr val="FF0000"/>
                </a:solidFill>
              </a:rPr>
              <a:t>1. Đặc trưng của Excel:</a:t>
            </a:r>
          </a:p>
          <a:p>
            <a:pPr algn="just" eaLnBrk="1" hangingPunct="1">
              <a:buClr>
                <a:srgbClr val="0000FF"/>
              </a:buClr>
              <a:buFont typeface="Wingdings" panose="05000000000000000000" pitchFamily="2" charset="2"/>
              <a:buNone/>
            </a:pPr>
            <a:r>
              <a:rPr lang="sv-SE" altLang="vi-VN" sz="2800">
                <a:latin typeface="Times New Roman" panose="02020603050405020304" pitchFamily="18" charset="0"/>
              </a:rPr>
              <a:t>	Là chức năng copy công thức, nghĩa là công thức chỉ nhập 1 lần sau đó sao chép cho tất cả các ô còn lại.</a:t>
            </a:r>
          </a:p>
          <a:p>
            <a:pPr eaLnBrk="1" hangingPunct="1">
              <a:buClr>
                <a:srgbClr val="0000FF"/>
              </a:buClr>
              <a:buFont typeface="Wingdings" panose="05000000000000000000" pitchFamily="2" charset="2"/>
              <a:buNone/>
            </a:pPr>
            <a:r>
              <a:rPr lang="sv-SE" altLang="vi-VN" sz="2800">
                <a:solidFill>
                  <a:srgbClr val="0000FF"/>
                </a:solidFill>
                <a:latin typeface="Times New Roman" panose="02020603050405020304" pitchFamily="18" charset="0"/>
              </a:rPr>
              <a:t>	</a:t>
            </a:r>
            <a:r>
              <a:rPr lang="sv-SE" altLang="vi-VN" sz="2800">
                <a:solidFill>
                  <a:srgbClr val="0000FF"/>
                </a:solidFill>
                <a:latin typeface="Times New Roman" panose="02020603050405020304" pitchFamily="18" charset="0"/>
                <a:hlinkClick r:id="rId2" action="ppaction://hlinkfile"/>
              </a:rPr>
              <a:t>Ví dụ</a:t>
            </a:r>
            <a:r>
              <a:rPr lang="sv-SE" altLang="vi-VN" sz="2800">
                <a:latin typeface="Times New Roman" panose="02020603050405020304" pitchFamily="18" charset="0"/>
              </a:rPr>
              <a:t>: Xét bảng tính sau: Tính cột THÀNH TIỀN =SỐ LƯỢNG * ĐƠN GIÁ </a:t>
            </a:r>
          </a:p>
          <a:p>
            <a:pPr eaLnBrk="1" hangingPunct="1"/>
            <a:endParaRPr lang="sv-SE" altLang="vi-VN" sz="2800">
              <a:latin typeface="Times New Roman" panose="02020603050405020304" pitchFamily="18" charset="0"/>
            </a:endParaRPr>
          </a:p>
          <a:p>
            <a:pPr eaLnBrk="1" hangingPunct="1"/>
            <a:endParaRPr lang="en-US" altLang="vi-VN"/>
          </a:p>
        </p:txBody>
      </p:sp>
      <p:pic>
        <p:nvPicPr>
          <p:cNvPr id="286724" name="Picture 4" descr="442">
            <a:extLst>
              <a:ext uri="{FF2B5EF4-FFF2-40B4-BE49-F238E27FC236}">
                <a16:creationId xmlns:a16="http://schemas.microsoft.com/office/drawing/2014/main" id="{1A27DEFF-CBBD-5667-AA66-1FA61BD3A2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3962400"/>
            <a:ext cx="762000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286723">
                                            <p:txEl>
                                              <p:pRg st="0" end="0"/>
                                            </p:txEl>
                                          </p:spTgt>
                                        </p:tgtEl>
                                        <p:attrNameLst>
                                          <p:attrName>style.visibility</p:attrName>
                                        </p:attrNameLst>
                                      </p:cBhvr>
                                      <p:to>
                                        <p:strVal val="visible"/>
                                      </p:to>
                                    </p:set>
                                    <p:anim calcmode="lin" valueType="num">
                                      <p:cBhvr>
                                        <p:cTn id="7" dur="500" fill="hold"/>
                                        <p:tgtEl>
                                          <p:spTgt spid="286723">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86723">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286723">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86723">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86723">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1" presetClass="entr" presetSubtype="0" fill="hold" nodeType="clickEffect">
                                  <p:stCondLst>
                                    <p:cond delay="0"/>
                                  </p:stCondLst>
                                  <p:iterate type="lt">
                                    <p:tmPct val="10000"/>
                                  </p:iterate>
                                  <p:childTnLst>
                                    <p:set>
                                      <p:cBhvr>
                                        <p:cTn id="15" dur="1" fill="hold">
                                          <p:stCondLst>
                                            <p:cond delay="0"/>
                                          </p:stCondLst>
                                        </p:cTn>
                                        <p:tgtEl>
                                          <p:spTgt spid="286723">
                                            <p:txEl>
                                              <p:pRg st="1" end="1"/>
                                            </p:txEl>
                                          </p:spTgt>
                                        </p:tgtEl>
                                        <p:attrNameLst>
                                          <p:attrName>style.visibility</p:attrName>
                                        </p:attrNameLst>
                                      </p:cBhvr>
                                      <p:to>
                                        <p:strVal val="visible"/>
                                      </p:to>
                                    </p:set>
                                    <p:anim calcmode="lin" valueType="num">
                                      <p:cBhvr>
                                        <p:cTn id="16" dur="500" fill="hold"/>
                                        <p:tgtEl>
                                          <p:spTgt spid="286723">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286723">
                                            <p:txEl>
                                              <p:pRg st="1" end="1"/>
                                            </p:txEl>
                                          </p:spTgt>
                                        </p:tgtEl>
                                        <p:attrNameLst>
                                          <p:attrName>ppt_y</p:attrName>
                                        </p:attrNameLst>
                                      </p:cBhvr>
                                      <p:tavLst>
                                        <p:tav tm="0">
                                          <p:val>
                                            <p:strVal val="#ppt_y"/>
                                          </p:val>
                                        </p:tav>
                                        <p:tav tm="100000">
                                          <p:val>
                                            <p:strVal val="#ppt_y"/>
                                          </p:val>
                                        </p:tav>
                                      </p:tavLst>
                                    </p:anim>
                                    <p:anim calcmode="lin" valueType="num">
                                      <p:cBhvr>
                                        <p:cTn id="18" dur="500" fill="hold"/>
                                        <p:tgtEl>
                                          <p:spTgt spid="286723">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286723">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286723">
                                            <p:txEl>
                                              <p:pRg st="1" end="1"/>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1" presetClass="entr" presetSubtype="4" fill="hold" nodeType="clickEffect">
                                  <p:stCondLst>
                                    <p:cond delay="0"/>
                                  </p:stCondLst>
                                  <p:childTnLst>
                                    <p:set>
                                      <p:cBhvr>
                                        <p:cTn id="24" dur="1" fill="hold">
                                          <p:stCondLst>
                                            <p:cond delay="0"/>
                                          </p:stCondLst>
                                        </p:cTn>
                                        <p:tgtEl>
                                          <p:spTgt spid="286723">
                                            <p:txEl>
                                              <p:pRg st="2" end="2"/>
                                            </p:txEl>
                                          </p:spTgt>
                                        </p:tgtEl>
                                        <p:attrNameLst>
                                          <p:attrName>style.visibility</p:attrName>
                                        </p:attrNameLst>
                                      </p:cBhvr>
                                      <p:to>
                                        <p:strVal val="visible"/>
                                      </p:to>
                                    </p:set>
                                    <p:animEffect transition="in" filter="wheel(4)">
                                      <p:cBhvr>
                                        <p:cTn id="25" dur="2000"/>
                                        <p:tgtEl>
                                          <p:spTgt spid="286723">
                                            <p:txEl>
                                              <p:pRg st="2" end="2"/>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1" presetClass="entr" presetSubtype="4" fill="hold" nodeType="clickEffect">
                                  <p:stCondLst>
                                    <p:cond delay="0"/>
                                  </p:stCondLst>
                                  <p:childTnLst>
                                    <p:set>
                                      <p:cBhvr>
                                        <p:cTn id="29" dur="1" fill="hold">
                                          <p:stCondLst>
                                            <p:cond delay="0"/>
                                          </p:stCondLst>
                                        </p:cTn>
                                        <p:tgtEl>
                                          <p:spTgt spid="286724"/>
                                        </p:tgtEl>
                                        <p:attrNameLst>
                                          <p:attrName>style.visibility</p:attrName>
                                        </p:attrNameLst>
                                      </p:cBhvr>
                                      <p:to>
                                        <p:strVal val="visible"/>
                                      </p:to>
                                    </p:set>
                                    <p:animEffect transition="in" filter="wheel(4)">
                                      <p:cBhvr>
                                        <p:cTn id="30" dur="2000"/>
                                        <p:tgtEl>
                                          <p:spTgt spid="2867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5">
            <a:extLst>
              <a:ext uri="{FF2B5EF4-FFF2-40B4-BE49-F238E27FC236}">
                <a16:creationId xmlns:a16="http://schemas.microsoft.com/office/drawing/2014/main" id="{DE215D93-26BF-52E9-5A0B-C8B09E3C6A38}"/>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37707E80-5BA2-4E34-8E1C-B18F5EDB4B4D}" type="slidenum">
              <a:rPr lang="en-US" altLang="vi-VN" sz="1000">
                <a:latin typeface="Verdana" panose="020B0604030504040204" pitchFamily="34" charset="0"/>
              </a:rPr>
              <a:pPr algn="r" eaLnBrk="1" hangingPunct="1">
                <a:spcBef>
                  <a:spcPct val="0"/>
                </a:spcBef>
                <a:buFontTx/>
                <a:buNone/>
              </a:pPr>
              <a:t>19</a:t>
            </a:fld>
            <a:endParaRPr lang="en-US" altLang="vi-VN" sz="1000">
              <a:latin typeface="Verdana" panose="020B0604030504040204" pitchFamily="34" charset="0"/>
            </a:endParaRPr>
          </a:p>
        </p:txBody>
      </p:sp>
      <p:sp>
        <p:nvSpPr>
          <p:cNvPr id="34819" name="Rectangle 2">
            <a:extLst>
              <a:ext uri="{FF2B5EF4-FFF2-40B4-BE49-F238E27FC236}">
                <a16:creationId xmlns:a16="http://schemas.microsoft.com/office/drawing/2014/main" id="{994E7217-CB46-174A-61F2-FD5415CCE3F1}"/>
              </a:ext>
            </a:extLst>
          </p:cNvPr>
          <p:cNvSpPr>
            <a:spLocks noGrp="1" noChangeArrowheads="1"/>
          </p:cNvSpPr>
          <p:nvPr>
            <p:ph type="title" idx="4294967295"/>
          </p:nvPr>
        </p:nvSpPr>
        <p:spPr>
          <a:xfrm>
            <a:off x="1447800" y="396875"/>
            <a:ext cx="6858000" cy="320675"/>
          </a:xfrm>
        </p:spPr>
        <p:txBody>
          <a:bodyPr anchor="b"/>
          <a:lstStyle/>
          <a:p>
            <a:pPr eaLnBrk="1" hangingPunct="1"/>
            <a:r>
              <a:rPr lang="sv-SE" altLang="vi-VN" sz="2800" b="1">
                <a:solidFill>
                  <a:srgbClr val="FF0000"/>
                </a:solidFill>
                <a:latin typeface="Times New Roman" panose="02020603050405020304" pitchFamily="18" charset="0"/>
              </a:rPr>
              <a:t>IV. ĐỊA CHỈ (TT)</a:t>
            </a:r>
            <a:endParaRPr lang="en-US" altLang="vi-VN" sz="2800" b="1">
              <a:solidFill>
                <a:srgbClr val="FF0000"/>
              </a:solidFill>
              <a:latin typeface="Times New Roman" panose="02020603050405020304" pitchFamily="18" charset="0"/>
            </a:endParaRPr>
          </a:p>
        </p:txBody>
      </p:sp>
      <p:sp>
        <p:nvSpPr>
          <p:cNvPr id="288771" name="Rectangle 3">
            <a:extLst>
              <a:ext uri="{FF2B5EF4-FFF2-40B4-BE49-F238E27FC236}">
                <a16:creationId xmlns:a16="http://schemas.microsoft.com/office/drawing/2014/main" id="{20557CCB-4299-D3E1-4CEF-8D52F278FAC5}"/>
              </a:ext>
            </a:extLst>
          </p:cNvPr>
          <p:cNvSpPr>
            <a:spLocks noGrp="1" noChangeArrowheads="1"/>
          </p:cNvSpPr>
          <p:nvPr>
            <p:ph type="body" idx="4294967295"/>
          </p:nvPr>
        </p:nvSpPr>
        <p:spPr>
          <a:xfrm>
            <a:off x="381000" y="1219200"/>
            <a:ext cx="8458200" cy="5257800"/>
          </a:xfrm>
        </p:spPr>
        <p:txBody>
          <a:bodyPr/>
          <a:lstStyle/>
          <a:p>
            <a:pPr eaLnBrk="1" hangingPunct="1">
              <a:lnSpc>
                <a:spcPct val="90000"/>
              </a:lnSpc>
              <a:buFont typeface="Wingdings" panose="05000000000000000000" pitchFamily="2" charset="2"/>
              <a:buNone/>
            </a:pPr>
            <a:r>
              <a:rPr lang="en-US" altLang="vi-VN" sz="2800" b="1">
                <a:solidFill>
                  <a:srgbClr val="FF0000"/>
                </a:solidFill>
                <a:latin typeface="Times New Roman" panose="02020603050405020304" pitchFamily="18" charset="0"/>
              </a:rPr>
              <a:t>2. Địa chỉ tương đối:</a:t>
            </a:r>
          </a:p>
          <a:p>
            <a:pPr algn="just" eaLnBrk="1" hangingPunct="1">
              <a:lnSpc>
                <a:spcPct val="90000"/>
              </a:lnSpc>
              <a:buFont typeface="Wingdings" panose="05000000000000000000" pitchFamily="2" charset="2"/>
              <a:buNone/>
            </a:pPr>
            <a:r>
              <a:rPr lang="en-US" altLang="vi-VN" sz="2800">
                <a:latin typeface="Times New Roman" panose="02020603050405020304" pitchFamily="18" charset="0"/>
              </a:rPr>
              <a:t>    Có dạng: &lt;Tên cột&gt;&lt;chỉ số hàng&gt; chẳng hạn như A1, B3, D2,…	</a:t>
            </a:r>
          </a:p>
          <a:p>
            <a:pPr algn="just" eaLnBrk="1" hangingPunct="1">
              <a:lnSpc>
                <a:spcPct val="90000"/>
              </a:lnSpc>
              <a:buFont typeface="Wingdings" panose="05000000000000000000" pitchFamily="2" charset="2"/>
              <a:buChar char="Ø"/>
            </a:pPr>
            <a:r>
              <a:rPr lang="en-US" altLang="vi-VN" sz="2800">
                <a:latin typeface="Times New Roman" panose="02020603050405020304" pitchFamily="18" charset="0"/>
              </a:rPr>
              <a:t>Trong quá trình sao chép công thức thì các địa chỉ này sẽ tự  động thay đổi cả tọa độ cột và hàng.</a:t>
            </a:r>
          </a:p>
          <a:p>
            <a:pPr algn="just" eaLnBrk="1" hangingPunct="1">
              <a:lnSpc>
                <a:spcPct val="90000"/>
              </a:lnSpc>
              <a:buFont typeface="Wingdings" panose="05000000000000000000" pitchFamily="2" charset="2"/>
              <a:buChar char="Ø"/>
            </a:pPr>
            <a:r>
              <a:rPr lang="en-US" altLang="vi-VN" sz="2800">
                <a:solidFill>
                  <a:srgbClr val="0000FF"/>
                </a:solidFill>
                <a:latin typeface="Times New Roman" panose="02020603050405020304" pitchFamily="18" charset="0"/>
              </a:rPr>
              <a:t>Ví dụ</a:t>
            </a:r>
            <a:r>
              <a:rPr lang="en-US" altLang="vi-VN" sz="2800">
                <a:latin typeface="Times New Roman" panose="02020603050405020304" pitchFamily="18" charset="0"/>
              </a:rPr>
              <a:t> : Tại ô B1 ta thành lập công thức =A1+1</a:t>
            </a:r>
          </a:p>
          <a:p>
            <a:pPr eaLnBrk="1" hangingPunct="1">
              <a:lnSpc>
                <a:spcPct val="90000"/>
              </a:lnSpc>
            </a:pPr>
            <a:endParaRPr lang="en-US" altLang="vi-VN" sz="2800"/>
          </a:p>
        </p:txBody>
      </p:sp>
      <p:pic>
        <p:nvPicPr>
          <p:cNvPr id="288774" name="Picture 6" descr="untitled">
            <a:extLst>
              <a:ext uri="{FF2B5EF4-FFF2-40B4-BE49-F238E27FC236}">
                <a16:creationId xmlns:a16="http://schemas.microsoft.com/office/drawing/2014/main" id="{ECAF10F5-C138-AC79-E2E9-48408B7B1E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3886200"/>
            <a:ext cx="73914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288771">
                                            <p:txEl>
                                              <p:pRg st="0" end="0"/>
                                            </p:txEl>
                                          </p:spTgt>
                                        </p:tgtEl>
                                        <p:attrNameLst>
                                          <p:attrName>style.visibility</p:attrName>
                                        </p:attrNameLst>
                                      </p:cBhvr>
                                      <p:to>
                                        <p:strVal val="visible"/>
                                      </p:to>
                                    </p:set>
                                    <p:animEffect transition="in" filter="wheel(4)">
                                      <p:cBhvr>
                                        <p:cTn id="7" dur="2000"/>
                                        <p:tgtEl>
                                          <p:spTgt spid="2887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1" presetClass="entr" presetSubtype="0" fill="hold" nodeType="clickEffect">
                                  <p:stCondLst>
                                    <p:cond delay="0"/>
                                  </p:stCondLst>
                                  <p:iterate type="lt">
                                    <p:tmPct val="10000"/>
                                  </p:iterate>
                                  <p:childTnLst>
                                    <p:set>
                                      <p:cBhvr>
                                        <p:cTn id="11" dur="1" fill="hold">
                                          <p:stCondLst>
                                            <p:cond delay="0"/>
                                          </p:stCondLst>
                                        </p:cTn>
                                        <p:tgtEl>
                                          <p:spTgt spid="288771">
                                            <p:txEl>
                                              <p:pRg st="1" end="1"/>
                                            </p:txEl>
                                          </p:spTgt>
                                        </p:tgtEl>
                                        <p:attrNameLst>
                                          <p:attrName>style.visibility</p:attrName>
                                        </p:attrNameLst>
                                      </p:cBhvr>
                                      <p:to>
                                        <p:strVal val="visible"/>
                                      </p:to>
                                    </p:set>
                                    <p:anim calcmode="lin" valueType="num">
                                      <p:cBhvr>
                                        <p:cTn id="12" dur="500" fill="hold"/>
                                        <p:tgtEl>
                                          <p:spTgt spid="288771">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13" dur="500" fill="hold"/>
                                        <p:tgtEl>
                                          <p:spTgt spid="288771">
                                            <p:txEl>
                                              <p:pRg st="1" end="1"/>
                                            </p:txEl>
                                          </p:spTgt>
                                        </p:tgtEl>
                                        <p:attrNameLst>
                                          <p:attrName>ppt_y</p:attrName>
                                        </p:attrNameLst>
                                      </p:cBhvr>
                                      <p:tavLst>
                                        <p:tav tm="0">
                                          <p:val>
                                            <p:strVal val="#ppt_y"/>
                                          </p:val>
                                        </p:tav>
                                        <p:tav tm="100000">
                                          <p:val>
                                            <p:strVal val="#ppt_y"/>
                                          </p:val>
                                        </p:tav>
                                      </p:tavLst>
                                    </p:anim>
                                    <p:anim calcmode="lin" valueType="num">
                                      <p:cBhvr>
                                        <p:cTn id="14" dur="500" fill="hold"/>
                                        <p:tgtEl>
                                          <p:spTgt spid="288771">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5" dur="500" fill="hold"/>
                                        <p:tgtEl>
                                          <p:spTgt spid="288771">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6" dur="500" tmFilter="0,0; .5, 1; 1, 1"/>
                                        <p:tgtEl>
                                          <p:spTgt spid="288771">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41" presetClass="entr" presetSubtype="0" fill="hold" nodeType="clickEffect">
                                  <p:stCondLst>
                                    <p:cond delay="0"/>
                                  </p:stCondLst>
                                  <p:iterate type="lt">
                                    <p:tmPct val="10000"/>
                                  </p:iterate>
                                  <p:childTnLst>
                                    <p:set>
                                      <p:cBhvr>
                                        <p:cTn id="20" dur="1" fill="hold">
                                          <p:stCondLst>
                                            <p:cond delay="0"/>
                                          </p:stCondLst>
                                        </p:cTn>
                                        <p:tgtEl>
                                          <p:spTgt spid="288771">
                                            <p:txEl>
                                              <p:pRg st="2" end="2"/>
                                            </p:txEl>
                                          </p:spTgt>
                                        </p:tgtEl>
                                        <p:attrNameLst>
                                          <p:attrName>style.visibility</p:attrName>
                                        </p:attrNameLst>
                                      </p:cBhvr>
                                      <p:to>
                                        <p:strVal val="visible"/>
                                      </p:to>
                                    </p:set>
                                    <p:anim calcmode="lin" valueType="num">
                                      <p:cBhvr>
                                        <p:cTn id="21" dur="500" fill="hold"/>
                                        <p:tgtEl>
                                          <p:spTgt spid="288771">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288771">
                                            <p:txEl>
                                              <p:pRg st="2" end="2"/>
                                            </p:txEl>
                                          </p:spTgt>
                                        </p:tgtEl>
                                        <p:attrNameLst>
                                          <p:attrName>ppt_y</p:attrName>
                                        </p:attrNameLst>
                                      </p:cBhvr>
                                      <p:tavLst>
                                        <p:tav tm="0">
                                          <p:val>
                                            <p:strVal val="#ppt_y"/>
                                          </p:val>
                                        </p:tav>
                                        <p:tav tm="100000">
                                          <p:val>
                                            <p:strVal val="#ppt_y"/>
                                          </p:val>
                                        </p:tav>
                                      </p:tavLst>
                                    </p:anim>
                                    <p:anim calcmode="lin" valueType="num">
                                      <p:cBhvr>
                                        <p:cTn id="23" dur="500" fill="hold"/>
                                        <p:tgtEl>
                                          <p:spTgt spid="288771">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288771">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288771">
                                            <p:txEl>
                                              <p:pRg st="2" end="2"/>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41" presetClass="entr" presetSubtype="0" fill="hold" nodeType="clickEffect">
                                  <p:stCondLst>
                                    <p:cond delay="0"/>
                                  </p:stCondLst>
                                  <p:iterate type="lt">
                                    <p:tmPct val="10000"/>
                                  </p:iterate>
                                  <p:childTnLst>
                                    <p:set>
                                      <p:cBhvr>
                                        <p:cTn id="29" dur="1" fill="hold">
                                          <p:stCondLst>
                                            <p:cond delay="0"/>
                                          </p:stCondLst>
                                        </p:cTn>
                                        <p:tgtEl>
                                          <p:spTgt spid="288771">
                                            <p:txEl>
                                              <p:pRg st="3" end="3"/>
                                            </p:txEl>
                                          </p:spTgt>
                                        </p:tgtEl>
                                        <p:attrNameLst>
                                          <p:attrName>style.visibility</p:attrName>
                                        </p:attrNameLst>
                                      </p:cBhvr>
                                      <p:to>
                                        <p:strVal val="visible"/>
                                      </p:to>
                                    </p:set>
                                    <p:anim calcmode="lin" valueType="num">
                                      <p:cBhvr>
                                        <p:cTn id="30" dur="500" fill="hold"/>
                                        <p:tgtEl>
                                          <p:spTgt spid="288771">
                                            <p:txEl>
                                              <p:pRg st="3" end="3"/>
                                            </p:txEl>
                                          </p:spTgt>
                                        </p:tgtEl>
                                        <p:attrNameLst>
                                          <p:attrName>ppt_x</p:attrName>
                                        </p:attrNameLst>
                                      </p:cBhvr>
                                      <p:tavLst>
                                        <p:tav tm="0">
                                          <p:val>
                                            <p:strVal val="#ppt_x"/>
                                          </p:val>
                                        </p:tav>
                                        <p:tav tm="50000">
                                          <p:val>
                                            <p:strVal val="#ppt_x+.1"/>
                                          </p:val>
                                        </p:tav>
                                        <p:tav tm="100000">
                                          <p:val>
                                            <p:strVal val="#ppt_x"/>
                                          </p:val>
                                        </p:tav>
                                      </p:tavLst>
                                    </p:anim>
                                    <p:anim calcmode="lin" valueType="num">
                                      <p:cBhvr>
                                        <p:cTn id="31" dur="500" fill="hold"/>
                                        <p:tgtEl>
                                          <p:spTgt spid="288771">
                                            <p:txEl>
                                              <p:pRg st="3" end="3"/>
                                            </p:txEl>
                                          </p:spTgt>
                                        </p:tgtEl>
                                        <p:attrNameLst>
                                          <p:attrName>ppt_y</p:attrName>
                                        </p:attrNameLst>
                                      </p:cBhvr>
                                      <p:tavLst>
                                        <p:tav tm="0">
                                          <p:val>
                                            <p:strVal val="#ppt_y"/>
                                          </p:val>
                                        </p:tav>
                                        <p:tav tm="100000">
                                          <p:val>
                                            <p:strVal val="#ppt_y"/>
                                          </p:val>
                                        </p:tav>
                                      </p:tavLst>
                                    </p:anim>
                                    <p:anim calcmode="lin" valueType="num">
                                      <p:cBhvr>
                                        <p:cTn id="32" dur="500" fill="hold"/>
                                        <p:tgtEl>
                                          <p:spTgt spid="288771">
                                            <p:txEl>
                                              <p:pRg st="3" end="3"/>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3" dur="500" fill="hold"/>
                                        <p:tgtEl>
                                          <p:spTgt spid="288771">
                                            <p:txEl>
                                              <p:pRg st="3" end="3"/>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4" dur="500" tmFilter="0,0; .5, 1; 1, 1"/>
                                        <p:tgtEl>
                                          <p:spTgt spid="288771">
                                            <p:txEl>
                                              <p:pRg st="3" end="3"/>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1" presetClass="entr" presetSubtype="4" fill="hold" nodeType="clickEffect">
                                  <p:stCondLst>
                                    <p:cond delay="0"/>
                                  </p:stCondLst>
                                  <p:childTnLst>
                                    <p:set>
                                      <p:cBhvr>
                                        <p:cTn id="38" dur="1" fill="hold">
                                          <p:stCondLst>
                                            <p:cond delay="0"/>
                                          </p:stCondLst>
                                        </p:cTn>
                                        <p:tgtEl>
                                          <p:spTgt spid="288774"/>
                                        </p:tgtEl>
                                        <p:attrNameLst>
                                          <p:attrName>style.visibility</p:attrName>
                                        </p:attrNameLst>
                                      </p:cBhvr>
                                      <p:to>
                                        <p:strVal val="visible"/>
                                      </p:to>
                                    </p:set>
                                    <p:animEffect transition="in" filter="wheel(4)">
                                      <p:cBhvr>
                                        <p:cTn id="39" dur="2000"/>
                                        <p:tgtEl>
                                          <p:spTgt spid="2887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5">
            <a:extLst>
              <a:ext uri="{FF2B5EF4-FFF2-40B4-BE49-F238E27FC236}">
                <a16:creationId xmlns:a16="http://schemas.microsoft.com/office/drawing/2014/main" id="{F09F0EDB-16F4-57E4-4CB3-188D30CD2DB3}"/>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7C03385F-FE81-4A66-A850-8C42B3085172}" type="slidenum">
              <a:rPr lang="en-US" altLang="vi-VN" sz="1000">
                <a:latin typeface="Verdana" panose="020B0604030504040204" pitchFamily="34" charset="0"/>
              </a:rPr>
              <a:pPr algn="r" eaLnBrk="1" hangingPunct="1">
                <a:spcBef>
                  <a:spcPct val="0"/>
                </a:spcBef>
                <a:buFontTx/>
                <a:buNone/>
              </a:pPr>
              <a:t>20</a:t>
            </a:fld>
            <a:endParaRPr lang="en-US" altLang="vi-VN" sz="1000">
              <a:latin typeface="Verdana" panose="020B0604030504040204" pitchFamily="34" charset="0"/>
            </a:endParaRPr>
          </a:p>
        </p:txBody>
      </p:sp>
      <p:sp>
        <p:nvSpPr>
          <p:cNvPr id="35843" name="Rectangle 2">
            <a:extLst>
              <a:ext uri="{FF2B5EF4-FFF2-40B4-BE49-F238E27FC236}">
                <a16:creationId xmlns:a16="http://schemas.microsoft.com/office/drawing/2014/main" id="{CB9ADA5A-D050-5B01-305F-345077D5FCF4}"/>
              </a:ext>
            </a:extLst>
          </p:cNvPr>
          <p:cNvSpPr>
            <a:spLocks noGrp="1" noChangeArrowheads="1"/>
          </p:cNvSpPr>
          <p:nvPr>
            <p:ph type="title" idx="4294967295"/>
          </p:nvPr>
        </p:nvSpPr>
        <p:spPr>
          <a:xfrm>
            <a:off x="228600" y="-152400"/>
            <a:ext cx="8229600" cy="838200"/>
          </a:xfrm>
        </p:spPr>
        <p:txBody>
          <a:bodyPr anchor="b"/>
          <a:lstStyle/>
          <a:p>
            <a:pPr eaLnBrk="1" hangingPunct="1"/>
            <a:r>
              <a:rPr lang="sv-SE" altLang="vi-VN" sz="2400" b="1">
                <a:solidFill>
                  <a:srgbClr val="FF0000"/>
                </a:solidFill>
                <a:latin typeface="Times New Roman" panose="02020603050405020304" pitchFamily="18" charset="0"/>
              </a:rPr>
              <a:t>IV. ĐỊA CHỈ (TT)</a:t>
            </a:r>
            <a:endParaRPr lang="en-US" altLang="vi-VN" sz="2400" b="1">
              <a:solidFill>
                <a:srgbClr val="FF0000"/>
              </a:solidFill>
              <a:latin typeface="Times New Roman" panose="02020603050405020304" pitchFamily="18" charset="0"/>
            </a:endParaRPr>
          </a:p>
        </p:txBody>
      </p:sp>
      <p:sp>
        <p:nvSpPr>
          <p:cNvPr id="289795" name="Rectangle 3">
            <a:extLst>
              <a:ext uri="{FF2B5EF4-FFF2-40B4-BE49-F238E27FC236}">
                <a16:creationId xmlns:a16="http://schemas.microsoft.com/office/drawing/2014/main" id="{B9AB9584-7C9E-1BC5-A528-C2EAA12A9092}"/>
              </a:ext>
            </a:extLst>
          </p:cNvPr>
          <p:cNvSpPr>
            <a:spLocks noGrp="1" noChangeArrowheads="1"/>
          </p:cNvSpPr>
          <p:nvPr>
            <p:ph type="body" idx="4294967295"/>
          </p:nvPr>
        </p:nvSpPr>
        <p:spPr>
          <a:xfrm>
            <a:off x="609600" y="1219200"/>
            <a:ext cx="8534400" cy="5257800"/>
          </a:xfrm>
        </p:spPr>
        <p:txBody>
          <a:bodyPr/>
          <a:lstStyle/>
          <a:p>
            <a:pPr algn="just" eaLnBrk="1" hangingPunct="1">
              <a:buFont typeface="Wingdings" panose="05000000000000000000" pitchFamily="2" charset="2"/>
              <a:buNone/>
            </a:pPr>
            <a:r>
              <a:rPr lang="en-US" altLang="vi-VN" sz="2800" b="1">
                <a:solidFill>
                  <a:srgbClr val="FF0000"/>
                </a:solidFill>
                <a:latin typeface="Times New Roman" panose="02020603050405020304" pitchFamily="18" charset="0"/>
              </a:rPr>
              <a:t>3. Địa chỉ tuyệt đối:</a:t>
            </a:r>
            <a:r>
              <a:rPr lang="en-US" altLang="vi-VN" sz="2800">
                <a:solidFill>
                  <a:srgbClr val="FF0000"/>
                </a:solidFill>
                <a:latin typeface="Times New Roman" panose="02020603050405020304" pitchFamily="18" charset="0"/>
              </a:rPr>
              <a:t> </a:t>
            </a:r>
          </a:p>
          <a:p>
            <a:pPr algn="just" eaLnBrk="1" hangingPunct="1">
              <a:buFont typeface="Wingdings" panose="05000000000000000000" pitchFamily="2" charset="2"/>
              <a:buChar char="Ø"/>
            </a:pPr>
            <a:r>
              <a:rPr lang="en-US" altLang="vi-VN" sz="2800">
                <a:latin typeface="Times New Roman" panose="02020603050405020304" pitchFamily="18" charset="0"/>
              </a:rPr>
              <a:t>Có dạng: </a:t>
            </a:r>
            <a:r>
              <a:rPr lang="en-US" altLang="vi-VN" sz="2800" b="1">
                <a:latin typeface="Times New Roman" panose="02020603050405020304" pitchFamily="18" charset="0"/>
              </a:rPr>
              <a:t>$&lt;tên cột&gt;$&lt;chỉ số hàng&gt;</a:t>
            </a:r>
            <a:r>
              <a:rPr lang="en-US" altLang="vi-VN" sz="2800">
                <a:latin typeface="Times New Roman" panose="02020603050405020304" pitchFamily="18" charset="0"/>
              </a:rPr>
              <a:t>, chẳng hạn như $A$1, $C$5,…</a:t>
            </a:r>
          </a:p>
          <a:p>
            <a:pPr algn="just" eaLnBrk="1" hangingPunct="1">
              <a:buFont typeface="Wingdings" panose="05000000000000000000" pitchFamily="2" charset="2"/>
              <a:buChar char="Ø"/>
            </a:pPr>
            <a:r>
              <a:rPr lang="en-US" altLang="vi-VN" sz="2800">
                <a:latin typeface="Times New Roman" panose="02020603050405020304" pitchFamily="18" charset="0"/>
              </a:rPr>
              <a:t>Khi sao chép công thức thì các địa chỉ này sẽ không bao giờ thay đổi. </a:t>
            </a:r>
          </a:p>
          <a:p>
            <a:pPr algn="just" eaLnBrk="1" hangingPunct="1">
              <a:buFont typeface="Wingdings" panose="05000000000000000000" pitchFamily="2" charset="2"/>
              <a:buChar char="Ø"/>
            </a:pPr>
            <a:r>
              <a:rPr lang="en-US" altLang="vi-VN">
                <a:solidFill>
                  <a:srgbClr val="0000FF"/>
                </a:solidFill>
                <a:latin typeface="Times New Roman" panose="02020603050405020304" pitchFamily="18" charset="0"/>
              </a:rPr>
              <a:t>Ví </a:t>
            </a:r>
            <a:r>
              <a:rPr lang="en-US" altLang="vi-VN">
                <a:solidFill>
                  <a:srgbClr val="0000FF"/>
                </a:solidFill>
                <a:latin typeface="Times New Roman" panose="02020603050405020304" pitchFamily="18" charset="0"/>
                <a:hlinkClick r:id="rId2" action="ppaction://hlinkfile"/>
              </a:rPr>
              <a:t>dụ</a:t>
            </a:r>
            <a:endParaRPr lang="en-US" altLang="vi-VN">
              <a:solidFill>
                <a:srgbClr val="0000FF"/>
              </a:solidFill>
              <a:latin typeface="Times New Roman" panose="02020603050405020304" pitchFamily="18" charset="0"/>
            </a:endParaRPr>
          </a:p>
        </p:txBody>
      </p:sp>
      <p:pic>
        <p:nvPicPr>
          <p:cNvPr id="289796" name="Picture 4">
            <a:extLst>
              <a:ext uri="{FF2B5EF4-FFF2-40B4-BE49-F238E27FC236}">
                <a16:creationId xmlns:a16="http://schemas.microsoft.com/office/drawing/2014/main" id="{3CCE329A-6E34-FFA7-22A7-345626BF18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3962400"/>
            <a:ext cx="66294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289795">
                                            <p:txEl>
                                              <p:pRg st="0" end="0"/>
                                            </p:txEl>
                                          </p:spTgt>
                                        </p:tgtEl>
                                        <p:attrNameLst>
                                          <p:attrName>style.visibility</p:attrName>
                                        </p:attrNameLst>
                                      </p:cBhvr>
                                      <p:to>
                                        <p:strVal val="visible"/>
                                      </p:to>
                                    </p:set>
                                    <p:anim calcmode="lin" valueType="num">
                                      <p:cBhvr>
                                        <p:cTn id="7" dur="500" fill="hold"/>
                                        <p:tgtEl>
                                          <p:spTgt spid="289795">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89795">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289795">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89795">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89795">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1" presetClass="entr" presetSubtype="0" fill="hold" nodeType="clickEffect">
                                  <p:stCondLst>
                                    <p:cond delay="0"/>
                                  </p:stCondLst>
                                  <p:iterate type="lt">
                                    <p:tmPct val="10000"/>
                                  </p:iterate>
                                  <p:childTnLst>
                                    <p:set>
                                      <p:cBhvr>
                                        <p:cTn id="15" dur="1" fill="hold">
                                          <p:stCondLst>
                                            <p:cond delay="0"/>
                                          </p:stCondLst>
                                        </p:cTn>
                                        <p:tgtEl>
                                          <p:spTgt spid="289795">
                                            <p:txEl>
                                              <p:pRg st="1" end="1"/>
                                            </p:txEl>
                                          </p:spTgt>
                                        </p:tgtEl>
                                        <p:attrNameLst>
                                          <p:attrName>style.visibility</p:attrName>
                                        </p:attrNameLst>
                                      </p:cBhvr>
                                      <p:to>
                                        <p:strVal val="visible"/>
                                      </p:to>
                                    </p:set>
                                    <p:anim calcmode="lin" valueType="num">
                                      <p:cBhvr>
                                        <p:cTn id="16" dur="500" fill="hold"/>
                                        <p:tgtEl>
                                          <p:spTgt spid="289795">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289795">
                                            <p:txEl>
                                              <p:pRg st="1" end="1"/>
                                            </p:txEl>
                                          </p:spTgt>
                                        </p:tgtEl>
                                        <p:attrNameLst>
                                          <p:attrName>ppt_y</p:attrName>
                                        </p:attrNameLst>
                                      </p:cBhvr>
                                      <p:tavLst>
                                        <p:tav tm="0">
                                          <p:val>
                                            <p:strVal val="#ppt_y"/>
                                          </p:val>
                                        </p:tav>
                                        <p:tav tm="100000">
                                          <p:val>
                                            <p:strVal val="#ppt_y"/>
                                          </p:val>
                                        </p:tav>
                                      </p:tavLst>
                                    </p:anim>
                                    <p:anim calcmode="lin" valueType="num">
                                      <p:cBhvr>
                                        <p:cTn id="18" dur="500" fill="hold"/>
                                        <p:tgtEl>
                                          <p:spTgt spid="289795">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289795">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289795">
                                            <p:txEl>
                                              <p:pRg st="1" end="1"/>
                                            </p:txEl>
                                          </p:spTgt>
                                        </p:tgtEl>
                                      </p:cBhvr>
                                    </p:animEffect>
                                  </p:childTnLst>
                                </p:cTn>
                              </p:par>
                              <p:par>
                                <p:cTn id="21" presetID="41" presetClass="entr" presetSubtype="0" fill="hold" nodeType="withEffect">
                                  <p:stCondLst>
                                    <p:cond delay="0"/>
                                  </p:stCondLst>
                                  <p:iterate type="lt">
                                    <p:tmPct val="10000"/>
                                  </p:iterate>
                                  <p:childTnLst>
                                    <p:set>
                                      <p:cBhvr>
                                        <p:cTn id="22" dur="1" fill="hold">
                                          <p:stCondLst>
                                            <p:cond delay="0"/>
                                          </p:stCondLst>
                                        </p:cTn>
                                        <p:tgtEl>
                                          <p:spTgt spid="289795">
                                            <p:txEl>
                                              <p:pRg st="2" end="2"/>
                                            </p:txEl>
                                          </p:spTgt>
                                        </p:tgtEl>
                                        <p:attrNameLst>
                                          <p:attrName>style.visibility</p:attrName>
                                        </p:attrNameLst>
                                      </p:cBhvr>
                                      <p:to>
                                        <p:strVal val="visible"/>
                                      </p:to>
                                    </p:set>
                                    <p:anim calcmode="lin" valueType="num">
                                      <p:cBhvr>
                                        <p:cTn id="23" dur="500" fill="hold"/>
                                        <p:tgtEl>
                                          <p:spTgt spid="289795">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24" dur="500" fill="hold"/>
                                        <p:tgtEl>
                                          <p:spTgt spid="289795">
                                            <p:txEl>
                                              <p:pRg st="2" end="2"/>
                                            </p:txEl>
                                          </p:spTgt>
                                        </p:tgtEl>
                                        <p:attrNameLst>
                                          <p:attrName>ppt_y</p:attrName>
                                        </p:attrNameLst>
                                      </p:cBhvr>
                                      <p:tavLst>
                                        <p:tav tm="0">
                                          <p:val>
                                            <p:strVal val="#ppt_y"/>
                                          </p:val>
                                        </p:tav>
                                        <p:tav tm="100000">
                                          <p:val>
                                            <p:strVal val="#ppt_y"/>
                                          </p:val>
                                        </p:tav>
                                      </p:tavLst>
                                    </p:anim>
                                    <p:anim calcmode="lin" valueType="num">
                                      <p:cBhvr>
                                        <p:cTn id="25" dur="500" fill="hold"/>
                                        <p:tgtEl>
                                          <p:spTgt spid="289795">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6" dur="500" fill="hold"/>
                                        <p:tgtEl>
                                          <p:spTgt spid="289795">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7" dur="500" tmFilter="0,0; .5, 1; 1, 1"/>
                                        <p:tgtEl>
                                          <p:spTgt spid="289795">
                                            <p:txEl>
                                              <p:pRg st="2" end="2"/>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1" presetClass="entr" presetSubtype="4" fill="hold" nodeType="clickEffect">
                                  <p:stCondLst>
                                    <p:cond delay="0"/>
                                  </p:stCondLst>
                                  <p:childTnLst>
                                    <p:set>
                                      <p:cBhvr>
                                        <p:cTn id="31" dur="1" fill="hold">
                                          <p:stCondLst>
                                            <p:cond delay="0"/>
                                          </p:stCondLst>
                                        </p:cTn>
                                        <p:tgtEl>
                                          <p:spTgt spid="289795">
                                            <p:txEl>
                                              <p:pRg st="3" end="3"/>
                                            </p:txEl>
                                          </p:spTgt>
                                        </p:tgtEl>
                                        <p:attrNameLst>
                                          <p:attrName>style.visibility</p:attrName>
                                        </p:attrNameLst>
                                      </p:cBhvr>
                                      <p:to>
                                        <p:strVal val="visible"/>
                                      </p:to>
                                    </p:set>
                                    <p:animEffect transition="in" filter="wheel(4)">
                                      <p:cBhvr>
                                        <p:cTn id="32" dur="2000"/>
                                        <p:tgtEl>
                                          <p:spTgt spid="289795">
                                            <p:txEl>
                                              <p:pRg st="3" end="3"/>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1" presetClass="entr" presetSubtype="4" fill="hold" nodeType="clickEffect">
                                  <p:stCondLst>
                                    <p:cond delay="0"/>
                                  </p:stCondLst>
                                  <p:childTnLst>
                                    <p:set>
                                      <p:cBhvr>
                                        <p:cTn id="36" dur="1" fill="hold">
                                          <p:stCondLst>
                                            <p:cond delay="0"/>
                                          </p:stCondLst>
                                        </p:cTn>
                                        <p:tgtEl>
                                          <p:spTgt spid="289796"/>
                                        </p:tgtEl>
                                        <p:attrNameLst>
                                          <p:attrName>style.visibility</p:attrName>
                                        </p:attrNameLst>
                                      </p:cBhvr>
                                      <p:to>
                                        <p:strVal val="visible"/>
                                      </p:to>
                                    </p:set>
                                    <p:animEffect transition="in" filter="wheel(4)">
                                      <p:cBhvr>
                                        <p:cTn id="37" dur="2000"/>
                                        <p:tgtEl>
                                          <p:spTgt spid="2897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5">
            <a:extLst>
              <a:ext uri="{FF2B5EF4-FFF2-40B4-BE49-F238E27FC236}">
                <a16:creationId xmlns:a16="http://schemas.microsoft.com/office/drawing/2014/main" id="{8EDBA73E-F4AA-3478-2E8F-1E26C90A5AA5}"/>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AC77301F-9E9E-4B52-ABEC-C878BB8ECB07}" type="slidenum">
              <a:rPr lang="en-US" altLang="vi-VN" sz="1000">
                <a:latin typeface="Verdana" panose="020B0604030504040204" pitchFamily="34" charset="0"/>
              </a:rPr>
              <a:pPr algn="r" eaLnBrk="1" hangingPunct="1">
                <a:spcBef>
                  <a:spcPct val="0"/>
                </a:spcBef>
                <a:buFontTx/>
                <a:buNone/>
              </a:pPr>
              <a:t>21</a:t>
            </a:fld>
            <a:endParaRPr lang="en-US" altLang="vi-VN" sz="1000">
              <a:latin typeface="Verdana" panose="020B0604030504040204" pitchFamily="34" charset="0"/>
            </a:endParaRPr>
          </a:p>
        </p:txBody>
      </p:sp>
      <p:sp>
        <p:nvSpPr>
          <p:cNvPr id="36867" name="Rectangle 2">
            <a:extLst>
              <a:ext uri="{FF2B5EF4-FFF2-40B4-BE49-F238E27FC236}">
                <a16:creationId xmlns:a16="http://schemas.microsoft.com/office/drawing/2014/main" id="{21175335-9173-A40F-EEAA-65D7BF2E3030}"/>
              </a:ext>
            </a:extLst>
          </p:cNvPr>
          <p:cNvSpPr>
            <a:spLocks noGrp="1" noChangeArrowheads="1"/>
          </p:cNvSpPr>
          <p:nvPr>
            <p:ph type="title" idx="4294967295"/>
          </p:nvPr>
        </p:nvSpPr>
        <p:spPr>
          <a:xfrm>
            <a:off x="228600" y="0"/>
            <a:ext cx="8229600" cy="762000"/>
          </a:xfrm>
        </p:spPr>
        <p:txBody>
          <a:bodyPr anchor="b"/>
          <a:lstStyle/>
          <a:p>
            <a:pPr eaLnBrk="1" hangingPunct="1"/>
            <a:r>
              <a:rPr lang="sv-SE" altLang="vi-VN" sz="2800" b="1">
                <a:solidFill>
                  <a:srgbClr val="FF0000"/>
                </a:solidFill>
                <a:latin typeface="Times New Roman" panose="02020603050405020304" pitchFamily="18" charset="0"/>
              </a:rPr>
              <a:t>IV. ĐỊA CHỈ (TT)</a:t>
            </a:r>
            <a:endParaRPr lang="en-US" altLang="vi-VN" sz="2800" b="1">
              <a:solidFill>
                <a:srgbClr val="FF0000"/>
              </a:solidFill>
              <a:latin typeface="Times New Roman" panose="02020603050405020304" pitchFamily="18" charset="0"/>
            </a:endParaRPr>
          </a:p>
        </p:txBody>
      </p:sp>
      <p:sp>
        <p:nvSpPr>
          <p:cNvPr id="290819" name="Rectangle 3">
            <a:extLst>
              <a:ext uri="{FF2B5EF4-FFF2-40B4-BE49-F238E27FC236}">
                <a16:creationId xmlns:a16="http://schemas.microsoft.com/office/drawing/2014/main" id="{BC7ABD57-194A-BB3E-A854-B9F6C8648B4A}"/>
              </a:ext>
            </a:extLst>
          </p:cNvPr>
          <p:cNvSpPr>
            <a:spLocks noGrp="1" noChangeArrowheads="1"/>
          </p:cNvSpPr>
          <p:nvPr>
            <p:ph type="body" idx="4294967295"/>
          </p:nvPr>
        </p:nvSpPr>
        <p:spPr>
          <a:xfrm>
            <a:off x="381000" y="1219200"/>
            <a:ext cx="8458200" cy="4724400"/>
          </a:xfrm>
        </p:spPr>
        <p:txBody>
          <a:bodyPr/>
          <a:lstStyle/>
          <a:p>
            <a:pPr eaLnBrk="1" hangingPunct="1">
              <a:lnSpc>
                <a:spcPct val="90000"/>
              </a:lnSpc>
              <a:buFont typeface="Wingdings" panose="05000000000000000000" pitchFamily="2" charset="2"/>
              <a:buNone/>
            </a:pPr>
            <a:endParaRPr lang="en-US" altLang="vi-VN" sz="2800" b="1"/>
          </a:p>
          <a:p>
            <a:pPr eaLnBrk="1" hangingPunct="1">
              <a:lnSpc>
                <a:spcPct val="90000"/>
              </a:lnSpc>
              <a:buFont typeface="Wingdings" panose="05000000000000000000" pitchFamily="2" charset="2"/>
              <a:buNone/>
            </a:pPr>
            <a:r>
              <a:rPr lang="en-US" altLang="vi-VN" sz="2800" b="1">
                <a:solidFill>
                  <a:srgbClr val="FF0000"/>
                </a:solidFill>
                <a:latin typeface="Times New Roman" panose="02020603050405020304" pitchFamily="18" charset="0"/>
              </a:rPr>
              <a:t>4. Địa chỉ bán tuyệt đối</a:t>
            </a:r>
            <a:r>
              <a:rPr lang="en-US" altLang="vi-VN" sz="2800">
                <a:solidFill>
                  <a:srgbClr val="FF0000"/>
                </a:solidFill>
                <a:latin typeface="Times New Roman" panose="02020603050405020304" pitchFamily="18" charset="0"/>
              </a:rPr>
              <a:t> </a:t>
            </a:r>
          </a:p>
          <a:p>
            <a:pPr algn="just" eaLnBrk="1" hangingPunct="1">
              <a:lnSpc>
                <a:spcPct val="90000"/>
              </a:lnSpc>
              <a:buFont typeface="Wingdings" panose="05000000000000000000" pitchFamily="2" charset="2"/>
              <a:buNone/>
            </a:pPr>
            <a:r>
              <a:rPr lang="en-US" altLang="vi-VN" sz="2800" b="1">
                <a:solidFill>
                  <a:srgbClr val="0000FF"/>
                </a:solidFill>
                <a:latin typeface="Times New Roman" panose="02020603050405020304" pitchFamily="18" charset="0"/>
              </a:rPr>
              <a:t>     Có 02 dạng:</a:t>
            </a:r>
            <a:endParaRPr lang="en-US" altLang="vi-VN" sz="2800">
              <a:solidFill>
                <a:srgbClr val="0000FF"/>
              </a:solidFill>
              <a:latin typeface="Times New Roman" panose="02020603050405020304" pitchFamily="18" charset="0"/>
            </a:endParaRPr>
          </a:p>
          <a:p>
            <a:pPr algn="just" eaLnBrk="1" hangingPunct="1">
              <a:lnSpc>
                <a:spcPct val="90000"/>
              </a:lnSpc>
              <a:buFont typeface="Wingdings" panose="05000000000000000000" pitchFamily="2" charset="2"/>
              <a:buChar char="Ø"/>
            </a:pPr>
            <a:r>
              <a:rPr lang="en-US" altLang="vi-VN" sz="2800">
                <a:latin typeface="Times New Roman" panose="02020603050405020304" pitchFamily="18" charset="0"/>
              </a:rPr>
              <a:t>Cột tuyệt đối</a:t>
            </a:r>
            <a:r>
              <a:rPr lang="en-US" altLang="vi-VN" sz="2800" b="1">
                <a:latin typeface="Times New Roman" panose="02020603050405020304" pitchFamily="18" charset="0"/>
              </a:rPr>
              <a:t>: $&lt;tên cột&gt;&lt;chỉ số hàng&gt;, </a:t>
            </a:r>
            <a:r>
              <a:rPr lang="en-US" altLang="vi-VN" sz="2800">
                <a:latin typeface="Times New Roman" panose="02020603050405020304" pitchFamily="18" charset="0"/>
              </a:rPr>
              <a:t>chẳng hạn $C1, $D5…</a:t>
            </a:r>
          </a:p>
          <a:p>
            <a:pPr algn="just" eaLnBrk="1" hangingPunct="1">
              <a:lnSpc>
                <a:spcPct val="90000"/>
              </a:lnSpc>
              <a:buFont typeface="Wingdings" panose="05000000000000000000" pitchFamily="2" charset="2"/>
              <a:buChar char="Ø"/>
            </a:pPr>
            <a:r>
              <a:rPr lang="en-US" altLang="vi-VN" sz="2800">
                <a:latin typeface="Times New Roman" panose="02020603050405020304" pitchFamily="18" charset="0"/>
              </a:rPr>
              <a:t>Hàng tuyệt đối: </a:t>
            </a:r>
            <a:r>
              <a:rPr lang="en-US" altLang="vi-VN" sz="2800" b="1">
                <a:latin typeface="Times New Roman" panose="02020603050405020304" pitchFamily="18" charset="0"/>
              </a:rPr>
              <a:t>&lt;tên cột&gt;$&lt;chỉ số hàng&gt;, </a:t>
            </a:r>
            <a:r>
              <a:rPr lang="en-US" altLang="vi-VN" sz="2800">
                <a:latin typeface="Times New Roman" panose="02020603050405020304" pitchFamily="18" charset="0"/>
              </a:rPr>
              <a:t>chẳng hạn C$1, D$5…</a:t>
            </a:r>
          </a:p>
          <a:p>
            <a:pPr algn="just" eaLnBrk="1" hangingPunct="1">
              <a:lnSpc>
                <a:spcPct val="90000"/>
              </a:lnSpc>
              <a:buFont typeface="Wingdings" panose="05000000000000000000" pitchFamily="2" charset="2"/>
              <a:buChar char="Ø"/>
            </a:pPr>
            <a:r>
              <a:rPr lang="en-US" altLang="vi-VN" sz="2800">
                <a:latin typeface="Times New Roman" panose="02020603050405020304" pitchFamily="18" charset="0"/>
              </a:rPr>
              <a:t>Khi sao chép công thức thì các địa chỉ này chỉ thay đổi ở thành phần tương đối còn thành phần tuyệt đối thì không thay đổi.</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290819">
                                            <p:txEl>
                                              <p:pRg st="1" end="1"/>
                                            </p:txEl>
                                          </p:spTgt>
                                        </p:tgtEl>
                                        <p:attrNameLst>
                                          <p:attrName>style.visibility</p:attrName>
                                        </p:attrNameLst>
                                      </p:cBhvr>
                                      <p:to>
                                        <p:strVal val="visible"/>
                                      </p:to>
                                    </p:set>
                                    <p:anim calcmode="lin" valueType="num">
                                      <p:cBhvr>
                                        <p:cTn id="7" dur="500" fill="hold"/>
                                        <p:tgtEl>
                                          <p:spTgt spid="290819">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90819">
                                            <p:txEl>
                                              <p:pRg st="1" end="1"/>
                                            </p:txEl>
                                          </p:spTgt>
                                        </p:tgtEl>
                                        <p:attrNameLst>
                                          <p:attrName>ppt_y</p:attrName>
                                        </p:attrNameLst>
                                      </p:cBhvr>
                                      <p:tavLst>
                                        <p:tav tm="0">
                                          <p:val>
                                            <p:strVal val="#ppt_y"/>
                                          </p:val>
                                        </p:tav>
                                        <p:tav tm="100000">
                                          <p:val>
                                            <p:strVal val="#ppt_y"/>
                                          </p:val>
                                        </p:tav>
                                      </p:tavLst>
                                    </p:anim>
                                    <p:anim calcmode="lin" valueType="num">
                                      <p:cBhvr>
                                        <p:cTn id="9" dur="500" fill="hold"/>
                                        <p:tgtEl>
                                          <p:spTgt spid="290819">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90819">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90819">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1" presetClass="entr" presetSubtype="4" fill="hold" nodeType="clickEffect">
                                  <p:stCondLst>
                                    <p:cond delay="0"/>
                                  </p:stCondLst>
                                  <p:childTnLst>
                                    <p:set>
                                      <p:cBhvr>
                                        <p:cTn id="15" dur="1" fill="hold">
                                          <p:stCondLst>
                                            <p:cond delay="0"/>
                                          </p:stCondLst>
                                        </p:cTn>
                                        <p:tgtEl>
                                          <p:spTgt spid="290819">
                                            <p:txEl>
                                              <p:pRg st="2" end="2"/>
                                            </p:txEl>
                                          </p:spTgt>
                                        </p:tgtEl>
                                        <p:attrNameLst>
                                          <p:attrName>style.visibility</p:attrName>
                                        </p:attrNameLst>
                                      </p:cBhvr>
                                      <p:to>
                                        <p:strVal val="visible"/>
                                      </p:to>
                                    </p:set>
                                    <p:animEffect transition="in" filter="wheel(4)">
                                      <p:cBhvr>
                                        <p:cTn id="16" dur="2000"/>
                                        <p:tgtEl>
                                          <p:spTgt spid="290819">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41" presetClass="entr" presetSubtype="0" fill="hold" nodeType="clickEffect">
                                  <p:stCondLst>
                                    <p:cond delay="0"/>
                                  </p:stCondLst>
                                  <p:iterate type="lt">
                                    <p:tmPct val="10000"/>
                                  </p:iterate>
                                  <p:childTnLst>
                                    <p:set>
                                      <p:cBhvr>
                                        <p:cTn id="20" dur="1" fill="hold">
                                          <p:stCondLst>
                                            <p:cond delay="0"/>
                                          </p:stCondLst>
                                        </p:cTn>
                                        <p:tgtEl>
                                          <p:spTgt spid="290819">
                                            <p:txEl>
                                              <p:pRg st="3" end="3"/>
                                            </p:txEl>
                                          </p:spTgt>
                                        </p:tgtEl>
                                        <p:attrNameLst>
                                          <p:attrName>style.visibility</p:attrName>
                                        </p:attrNameLst>
                                      </p:cBhvr>
                                      <p:to>
                                        <p:strVal val="visible"/>
                                      </p:to>
                                    </p:set>
                                    <p:anim calcmode="lin" valueType="num">
                                      <p:cBhvr>
                                        <p:cTn id="21" dur="500" fill="hold"/>
                                        <p:tgtEl>
                                          <p:spTgt spid="290819">
                                            <p:txEl>
                                              <p:pRg st="3" end="3"/>
                                            </p:txEl>
                                          </p:spTgt>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290819">
                                            <p:txEl>
                                              <p:pRg st="3" end="3"/>
                                            </p:txEl>
                                          </p:spTgt>
                                        </p:tgtEl>
                                        <p:attrNameLst>
                                          <p:attrName>ppt_y</p:attrName>
                                        </p:attrNameLst>
                                      </p:cBhvr>
                                      <p:tavLst>
                                        <p:tav tm="0">
                                          <p:val>
                                            <p:strVal val="#ppt_y"/>
                                          </p:val>
                                        </p:tav>
                                        <p:tav tm="100000">
                                          <p:val>
                                            <p:strVal val="#ppt_y"/>
                                          </p:val>
                                        </p:tav>
                                      </p:tavLst>
                                    </p:anim>
                                    <p:anim calcmode="lin" valueType="num">
                                      <p:cBhvr>
                                        <p:cTn id="23" dur="500" fill="hold"/>
                                        <p:tgtEl>
                                          <p:spTgt spid="290819">
                                            <p:txEl>
                                              <p:pRg st="3" end="3"/>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290819">
                                            <p:txEl>
                                              <p:pRg st="3" end="3"/>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290819">
                                            <p:txEl>
                                              <p:pRg st="3" end="3"/>
                                            </p:txEl>
                                          </p:spTgt>
                                        </p:tgtEl>
                                      </p:cBhvr>
                                    </p:animEffect>
                                  </p:childTnLst>
                                </p:cTn>
                              </p:par>
                              <p:par>
                                <p:cTn id="26" presetID="41" presetClass="entr" presetSubtype="0" fill="hold" nodeType="withEffect">
                                  <p:stCondLst>
                                    <p:cond delay="0"/>
                                  </p:stCondLst>
                                  <p:iterate type="lt">
                                    <p:tmPct val="10000"/>
                                  </p:iterate>
                                  <p:childTnLst>
                                    <p:set>
                                      <p:cBhvr>
                                        <p:cTn id="27" dur="1" fill="hold">
                                          <p:stCondLst>
                                            <p:cond delay="0"/>
                                          </p:stCondLst>
                                        </p:cTn>
                                        <p:tgtEl>
                                          <p:spTgt spid="290819">
                                            <p:txEl>
                                              <p:pRg st="4" end="4"/>
                                            </p:txEl>
                                          </p:spTgt>
                                        </p:tgtEl>
                                        <p:attrNameLst>
                                          <p:attrName>style.visibility</p:attrName>
                                        </p:attrNameLst>
                                      </p:cBhvr>
                                      <p:to>
                                        <p:strVal val="visible"/>
                                      </p:to>
                                    </p:set>
                                    <p:anim calcmode="lin" valueType="num">
                                      <p:cBhvr>
                                        <p:cTn id="28" dur="500" fill="hold"/>
                                        <p:tgtEl>
                                          <p:spTgt spid="290819">
                                            <p:txEl>
                                              <p:pRg st="4" end="4"/>
                                            </p:txEl>
                                          </p:spTgt>
                                        </p:tgtEl>
                                        <p:attrNameLst>
                                          <p:attrName>ppt_x</p:attrName>
                                        </p:attrNameLst>
                                      </p:cBhvr>
                                      <p:tavLst>
                                        <p:tav tm="0">
                                          <p:val>
                                            <p:strVal val="#ppt_x"/>
                                          </p:val>
                                        </p:tav>
                                        <p:tav tm="50000">
                                          <p:val>
                                            <p:strVal val="#ppt_x+.1"/>
                                          </p:val>
                                        </p:tav>
                                        <p:tav tm="100000">
                                          <p:val>
                                            <p:strVal val="#ppt_x"/>
                                          </p:val>
                                        </p:tav>
                                      </p:tavLst>
                                    </p:anim>
                                    <p:anim calcmode="lin" valueType="num">
                                      <p:cBhvr>
                                        <p:cTn id="29" dur="500" fill="hold"/>
                                        <p:tgtEl>
                                          <p:spTgt spid="290819">
                                            <p:txEl>
                                              <p:pRg st="4" end="4"/>
                                            </p:txEl>
                                          </p:spTgt>
                                        </p:tgtEl>
                                        <p:attrNameLst>
                                          <p:attrName>ppt_y</p:attrName>
                                        </p:attrNameLst>
                                      </p:cBhvr>
                                      <p:tavLst>
                                        <p:tav tm="0">
                                          <p:val>
                                            <p:strVal val="#ppt_y"/>
                                          </p:val>
                                        </p:tav>
                                        <p:tav tm="100000">
                                          <p:val>
                                            <p:strVal val="#ppt_y"/>
                                          </p:val>
                                        </p:tav>
                                      </p:tavLst>
                                    </p:anim>
                                    <p:anim calcmode="lin" valueType="num">
                                      <p:cBhvr>
                                        <p:cTn id="30" dur="500" fill="hold"/>
                                        <p:tgtEl>
                                          <p:spTgt spid="290819">
                                            <p:txEl>
                                              <p:pRg st="4" end="4"/>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1" dur="500" fill="hold"/>
                                        <p:tgtEl>
                                          <p:spTgt spid="290819">
                                            <p:txEl>
                                              <p:pRg st="4" end="4"/>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2" dur="500" tmFilter="0,0; .5, 1; 1, 1"/>
                                        <p:tgtEl>
                                          <p:spTgt spid="290819">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1" presetClass="entr" presetSubtype="0" fill="hold" nodeType="clickEffect">
                                  <p:stCondLst>
                                    <p:cond delay="0"/>
                                  </p:stCondLst>
                                  <p:iterate type="lt">
                                    <p:tmPct val="10000"/>
                                  </p:iterate>
                                  <p:childTnLst>
                                    <p:set>
                                      <p:cBhvr>
                                        <p:cTn id="36" dur="1" fill="hold">
                                          <p:stCondLst>
                                            <p:cond delay="0"/>
                                          </p:stCondLst>
                                        </p:cTn>
                                        <p:tgtEl>
                                          <p:spTgt spid="290819">
                                            <p:txEl>
                                              <p:pRg st="5" end="5"/>
                                            </p:txEl>
                                          </p:spTgt>
                                        </p:tgtEl>
                                        <p:attrNameLst>
                                          <p:attrName>style.visibility</p:attrName>
                                        </p:attrNameLst>
                                      </p:cBhvr>
                                      <p:to>
                                        <p:strVal val="visible"/>
                                      </p:to>
                                    </p:set>
                                    <p:anim calcmode="lin" valueType="num">
                                      <p:cBhvr>
                                        <p:cTn id="37" dur="500" fill="hold"/>
                                        <p:tgtEl>
                                          <p:spTgt spid="290819">
                                            <p:txEl>
                                              <p:pRg st="5" end="5"/>
                                            </p:txEl>
                                          </p:spTgt>
                                        </p:tgtEl>
                                        <p:attrNameLst>
                                          <p:attrName>ppt_x</p:attrName>
                                        </p:attrNameLst>
                                      </p:cBhvr>
                                      <p:tavLst>
                                        <p:tav tm="0">
                                          <p:val>
                                            <p:strVal val="#ppt_x"/>
                                          </p:val>
                                        </p:tav>
                                        <p:tav tm="50000">
                                          <p:val>
                                            <p:strVal val="#ppt_x+.1"/>
                                          </p:val>
                                        </p:tav>
                                        <p:tav tm="100000">
                                          <p:val>
                                            <p:strVal val="#ppt_x"/>
                                          </p:val>
                                        </p:tav>
                                      </p:tavLst>
                                    </p:anim>
                                    <p:anim calcmode="lin" valueType="num">
                                      <p:cBhvr>
                                        <p:cTn id="38" dur="500" fill="hold"/>
                                        <p:tgtEl>
                                          <p:spTgt spid="290819">
                                            <p:txEl>
                                              <p:pRg st="5" end="5"/>
                                            </p:txEl>
                                          </p:spTgt>
                                        </p:tgtEl>
                                        <p:attrNameLst>
                                          <p:attrName>ppt_y</p:attrName>
                                        </p:attrNameLst>
                                      </p:cBhvr>
                                      <p:tavLst>
                                        <p:tav tm="0">
                                          <p:val>
                                            <p:strVal val="#ppt_y"/>
                                          </p:val>
                                        </p:tav>
                                        <p:tav tm="100000">
                                          <p:val>
                                            <p:strVal val="#ppt_y"/>
                                          </p:val>
                                        </p:tav>
                                      </p:tavLst>
                                    </p:anim>
                                    <p:anim calcmode="lin" valueType="num">
                                      <p:cBhvr>
                                        <p:cTn id="39" dur="500" fill="hold"/>
                                        <p:tgtEl>
                                          <p:spTgt spid="290819">
                                            <p:txEl>
                                              <p:pRg st="5" end="5"/>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40" dur="500" fill="hold"/>
                                        <p:tgtEl>
                                          <p:spTgt spid="290819">
                                            <p:txEl>
                                              <p:pRg st="5" end="5"/>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41" dur="500" tmFilter="0,0; .5, 1; 1, 1"/>
                                        <p:tgtEl>
                                          <p:spTgt spid="2908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5">
            <a:extLst>
              <a:ext uri="{FF2B5EF4-FFF2-40B4-BE49-F238E27FC236}">
                <a16:creationId xmlns:a16="http://schemas.microsoft.com/office/drawing/2014/main" id="{E2C73E83-DEDA-B833-7BE1-2CC4358EDCF6}"/>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4CDA0B20-0544-47DA-9CC2-99BF326CA3CD}" type="slidenum">
              <a:rPr lang="en-US" altLang="vi-VN" sz="1000">
                <a:latin typeface="Verdana" panose="020B0604030504040204" pitchFamily="34" charset="0"/>
              </a:rPr>
              <a:pPr algn="r" eaLnBrk="1" hangingPunct="1">
                <a:spcBef>
                  <a:spcPct val="0"/>
                </a:spcBef>
                <a:buFontTx/>
                <a:buNone/>
              </a:pPr>
              <a:t>22</a:t>
            </a:fld>
            <a:endParaRPr lang="en-US" altLang="vi-VN" sz="1000">
              <a:latin typeface="Verdana" panose="020B0604030504040204" pitchFamily="34" charset="0"/>
            </a:endParaRPr>
          </a:p>
        </p:txBody>
      </p:sp>
      <p:sp>
        <p:nvSpPr>
          <p:cNvPr id="37891" name="Rectangle 2">
            <a:extLst>
              <a:ext uri="{FF2B5EF4-FFF2-40B4-BE49-F238E27FC236}">
                <a16:creationId xmlns:a16="http://schemas.microsoft.com/office/drawing/2014/main" id="{8944BD44-9D06-CA54-952B-21E540FBE3B0}"/>
              </a:ext>
            </a:extLst>
          </p:cNvPr>
          <p:cNvSpPr>
            <a:spLocks noGrp="1" noChangeArrowheads="1"/>
          </p:cNvSpPr>
          <p:nvPr>
            <p:ph type="title" idx="4294967295"/>
          </p:nvPr>
        </p:nvSpPr>
        <p:spPr>
          <a:xfrm>
            <a:off x="1447800" y="290513"/>
            <a:ext cx="6858000" cy="427037"/>
          </a:xfrm>
        </p:spPr>
        <p:txBody>
          <a:bodyPr anchor="b"/>
          <a:lstStyle/>
          <a:p>
            <a:pPr eaLnBrk="1" hangingPunct="1"/>
            <a:r>
              <a:rPr lang="sv-SE" altLang="vi-VN" sz="2400" b="1">
                <a:solidFill>
                  <a:srgbClr val="FF0000"/>
                </a:solidFill>
                <a:latin typeface="Times New Roman" panose="02020603050405020304" pitchFamily="18" charset="0"/>
              </a:rPr>
              <a:t>IV. ĐỊA CHỈ (TT)</a:t>
            </a:r>
            <a:endParaRPr lang="en-US" altLang="vi-VN" sz="2400" b="1">
              <a:solidFill>
                <a:srgbClr val="FF0000"/>
              </a:solidFill>
              <a:latin typeface="Times New Roman" panose="02020603050405020304" pitchFamily="18" charset="0"/>
            </a:endParaRPr>
          </a:p>
        </p:txBody>
      </p:sp>
      <p:sp>
        <p:nvSpPr>
          <p:cNvPr id="291843" name="Rectangle 3">
            <a:extLst>
              <a:ext uri="{FF2B5EF4-FFF2-40B4-BE49-F238E27FC236}">
                <a16:creationId xmlns:a16="http://schemas.microsoft.com/office/drawing/2014/main" id="{473CDD9C-AE6D-C4C5-26F6-B193D53EF507}"/>
              </a:ext>
            </a:extLst>
          </p:cNvPr>
          <p:cNvSpPr>
            <a:spLocks noGrp="1" noChangeArrowheads="1"/>
          </p:cNvSpPr>
          <p:nvPr>
            <p:ph type="body" idx="4294967295"/>
          </p:nvPr>
        </p:nvSpPr>
        <p:spPr>
          <a:xfrm>
            <a:off x="381000" y="1600200"/>
            <a:ext cx="8763000" cy="5029200"/>
          </a:xfrm>
        </p:spPr>
        <p:txBody>
          <a:bodyPr/>
          <a:lstStyle/>
          <a:p>
            <a:pPr eaLnBrk="1" hangingPunct="1">
              <a:buFont typeface="Wingdings" panose="05000000000000000000" pitchFamily="2" charset="2"/>
              <a:buNone/>
            </a:pPr>
            <a:r>
              <a:rPr lang="en-US" altLang="vi-VN" sz="2800" b="1">
                <a:solidFill>
                  <a:srgbClr val="0000FF"/>
                </a:solidFill>
                <a:latin typeface="Times New Roman" panose="02020603050405020304" pitchFamily="18" charset="0"/>
              </a:rPr>
              <a:t>Ví dụ 1</a:t>
            </a:r>
            <a:r>
              <a:rPr lang="en-US" altLang="vi-VN" sz="2800">
                <a:latin typeface="Times New Roman" panose="02020603050405020304" pitchFamily="18" charset="0"/>
              </a:rPr>
              <a:t>: A$1 là địa chỉ tương đối cột A, tuyệt đối dòng 1</a:t>
            </a:r>
          </a:p>
          <a:p>
            <a:pPr eaLnBrk="1" hangingPunct="1"/>
            <a:endParaRPr lang="en-US" altLang="vi-VN" sz="2800"/>
          </a:p>
        </p:txBody>
      </p:sp>
      <p:pic>
        <p:nvPicPr>
          <p:cNvPr id="291844" name="Picture 4">
            <a:extLst>
              <a:ext uri="{FF2B5EF4-FFF2-40B4-BE49-F238E27FC236}">
                <a16:creationId xmlns:a16="http://schemas.microsoft.com/office/drawing/2014/main" id="{AEFA0E12-592B-1F78-F31D-9F4BEC72A7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514600"/>
            <a:ext cx="8229600"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291843">
                                            <p:txEl>
                                              <p:pRg st="0" end="0"/>
                                            </p:txEl>
                                          </p:spTgt>
                                        </p:tgtEl>
                                        <p:attrNameLst>
                                          <p:attrName>style.visibility</p:attrName>
                                        </p:attrNameLst>
                                      </p:cBhvr>
                                      <p:to>
                                        <p:strVal val="visible"/>
                                      </p:to>
                                    </p:set>
                                    <p:anim calcmode="lin" valueType="num">
                                      <p:cBhvr>
                                        <p:cTn id="7" dur="500" fill="hold"/>
                                        <p:tgtEl>
                                          <p:spTgt spid="291843">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91843">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291843">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91843">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91843">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1" presetClass="entr" presetSubtype="4" fill="hold" nodeType="clickEffect">
                                  <p:stCondLst>
                                    <p:cond delay="0"/>
                                  </p:stCondLst>
                                  <p:childTnLst>
                                    <p:set>
                                      <p:cBhvr>
                                        <p:cTn id="15" dur="1" fill="hold">
                                          <p:stCondLst>
                                            <p:cond delay="0"/>
                                          </p:stCondLst>
                                        </p:cTn>
                                        <p:tgtEl>
                                          <p:spTgt spid="291844"/>
                                        </p:tgtEl>
                                        <p:attrNameLst>
                                          <p:attrName>style.visibility</p:attrName>
                                        </p:attrNameLst>
                                      </p:cBhvr>
                                      <p:to>
                                        <p:strVal val="visible"/>
                                      </p:to>
                                    </p:set>
                                    <p:animEffect transition="in" filter="wheel(4)">
                                      <p:cBhvr>
                                        <p:cTn id="16" dur="2000"/>
                                        <p:tgtEl>
                                          <p:spTgt spid="2918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5">
            <a:extLst>
              <a:ext uri="{FF2B5EF4-FFF2-40B4-BE49-F238E27FC236}">
                <a16:creationId xmlns:a16="http://schemas.microsoft.com/office/drawing/2014/main" id="{92952082-C525-CDD9-20D0-855EA26658CC}"/>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774D1250-519C-42F9-B882-213EC224AEC2}" type="slidenum">
              <a:rPr lang="en-US" altLang="vi-VN" sz="1000">
                <a:latin typeface="Verdana" panose="020B0604030504040204" pitchFamily="34" charset="0"/>
              </a:rPr>
              <a:pPr algn="r" eaLnBrk="1" hangingPunct="1">
                <a:spcBef>
                  <a:spcPct val="0"/>
                </a:spcBef>
                <a:buFontTx/>
                <a:buNone/>
              </a:pPr>
              <a:t>23</a:t>
            </a:fld>
            <a:endParaRPr lang="en-US" altLang="vi-VN" sz="1000">
              <a:latin typeface="Verdana" panose="020B0604030504040204" pitchFamily="34" charset="0"/>
            </a:endParaRPr>
          </a:p>
        </p:txBody>
      </p:sp>
      <p:sp>
        <p:nvSpPr>
          <p:cNvPr id="38915" name="Rectangle 2">
            <a:extLst>
              <a:ext uri="{FF2B5EF4-FFF2-40B4-BE49-F238E27FC236}">
                <a16:creationId xmlns:a16="http://schemas.microsoft.com/office/drawing/2014/main" id="{0C69E5A8-98A4-8739-C332-A705B826EFA1}"/>
              </a:ext>
            </a:extLst>
          </p:cNvPr>
          <p:cNvSpPr>
            <a:spLocks noGrp="1" noChangeArrowheads="1"/>
          </p:cNvSpPr>
          <p:nvPr>
            <p:ph type="title" idx="4294967295"/>
          </p:nvPr>
        </p:nvSpPr>
        <p:spPr>
          <a:xfrm>
            <a:off x="228600" y="0"/>
            <a:ext cx="8229600" cy="762000"/>
          </a:xfrm>
        </p:spPr>
        <p:txBody>
          <a:bodyPr anchor="b"/>
          <a:lstStyle/>
          <a:p>
            <a:pPr eaLnBrk="1" hangingPunct="1"/>
            <a:r>
              <a:rPr lang="sv-SE" altLang="vi-VN" sz="2800" b="1">
                <a:solidFill>
                  <a:srgbClr val="FF0000"/>
                </a:solidFill>
                <a:latin typeface="Times New Roman" panose="02020603050405020304" pitchFamily="18" charset="0"/>
              </a:rPr>
              <a:t>IV. ĐỊA CHỈ (TT)</a:t>
            </a:r>
            <a:endParaRPr lang="en-US" altLang="vi-VN" sz="2800" b="1">
              <a:solidFill>
                <a:srgbClr val="FF0000"/>
              </a:solidFill>
              <a:latin typeface="Times New Roman" panose="02020603050405020304" pitchFamily="18" charset="0"/>
            </a:endParaRPr>
          </a:p>
        </p:txBody>
      </p:sp>
      <p:sp>
        <p:nvSpPr>
          <p:cNvPr id="38916" name="Rectangle 3">
            <a:extLst>
              <a:ext uri="{FF2B5EF4-FFF2-40B4-BE49-F238E27FC236}">
                <a16:creationId xmlns:a16="http://schemas.microsoft.com/office/drawing/2014/main" id="{4E4696B6-83F0-E9EE-1C1D-41581233779A}"/>
              </a:ext>
            </a:extLst>
          </p:cNvPr>
          <p:cNvSpPr>
            <a:spLocks noGrp="1" noChangeArrowheads="1"/>
          </p:cNvSpPr>
          <p:nvPr>
            <p:ph type="body" idx="4294967295"/>
          </p:nvPr>
        </p:nvSpPr>
        <p:spPr/>
        <p:txBody>
          <a:bodyPr/>
          <a:lstStyle/>
          <a:p>
            <a:pPr eaLnBrk="1" hangingPunct="1">
              <a:buFont typeface="Wingdings" panose="05000000000000000000" pitchFamily="2" charset="2"/>
              <a:buNone/>
            </a:pPr>
            <a:r>
              <a:rPr lang="en-US" altLang="vi-VN" sz="2800" b="1">
                <a:solidFill>
                  <a:srgbClr val="0000FF"/>
                </a:solidFill>
                <a:latin typeface="Times New Roman" panose="02020603050405020304" pitchFamily="18" charset="0"/>
              </a:rPr>
              <a:t> Ví dụ 2</a:t>
            </a:r>
            <a:r>
              <a:rPr lang="en-US" altLang="vi-VN" sz="2800">
                <a:solidFill>
                  <a:srgbClr val="0000FF"/>
                </a:solidFill>
                <a:latin typeface="Times New Roman" panose="02020603050405020304" pitchFamily="18" charset="0"/>
              </a:rPr>
              <a:t>:</a:t>
            </a:r>
            <a:r>
              <a:rPr lang="en-US" altLang="vi-VN" sz="2800">
                <a:latin typeface="Times New Roman" panose="02020603050405020304" pitchFamily="18" charset="0"/>
              </a:rPr>
              <a:t>  Tại ô C4 ta thành lập công thức =$A1+1 </a:t>
            </a:r>
          </a:p>
          <a:p>
            <a:pPr eaLnBrk="1" hangingPunct="1">
              <a:buFont typeface="Wingdings" panose="05000000000000000000" pitchFamily="2" charset="2"/>
              <a:buNone/>
            </a:pPr>
            <a:endParaRPr lang="en-US" altLang="vi-VN" sz="2800">
              <a:latin typeface="Times New Roman" panose="02020603050405020304" pitchFamily="18" charset="0"/>
            </a:endParaRPr>
          </a:p>
        </p:txBody>
      </p:sp>
      <p:pic>
        <p:nvPicPr>
          <p:cNvPr id="292868" name="Picture 4">
            <a:extLst>
              <a:ext uri="{FF2B5EF4-FFF2-40B4-BE49-F238E27FC236}">
                <a16:creationId xmlns:a16="http://schemas.microsoft.com/office/drawing/2014/main" id="{AA67244F-4FB1-2D5D-353E-E98FC85E79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133600"/>
            <a:ext cx="82296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292868"/>
                                        </p:tgtEl>
                                        <p:attrNameLst>
                                          <p:attrName>style.visibility</p:attrName>
                                        </p:attrNameLst>
                                      </p:cBhvr>
                                      <p:to>
                                        <p:strVal val="visible"/>
                                      </p:to>
                                    </p:set>
                                    <p:animEffect transition="in" filter="wheel(4)">
                                      <p:cBhvr>
                                        <p:cTn id="7" dur="2000"/>
                                        <p:tgtEl>
                                          <p:spTgt spid="292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5">
            <a:extLst>
              <a:ext uri="{FF2B5EF4-FFF2-40B4-BE49-F238E27FC236}">
                <a16:creationId xmlns:a16="http://schemas.microsoft.com/office/drawing/2014/main" id="{A1F70EB3-8C2E-CFD6-D23A-A5677075A771}"/>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756F14E9-3090-457B-BD40-1344B23B66BF}" type="slidenum">
              <a:rPr lang="en-US" altLang="vi-VN" sz="1000">
                <a:latin typeface="Verdana" panose="020B0604030504040204" pitchFamily="34" charset="0"/>
              </a:rPr>
              <a:pPr algn="r" eaLnBrk="1" hangingPunct="1">
                <a:spcBef>
                  <a:spcPct val="0"/>
                </a:spcBef>
                <a:buFontTx/>
                <a:buNone/>
              </a:pPr>
              <a:t>24</a:t>
            </a:fld>
            <a:endParaRPr lang="en-US" altLang="vi-VN" sz="1000">
              <a:latin typeface="Verdana" panose="020B0604030504040204" pitchFamily="34" charset="0"/>
            </a:endParaRPr>
          </a:p>
        </p:txBody>
      </p:sp>
      <p:sp>
        <p:nvSpPr>
          <p:cNvPr id="39939" name="Rectangle 2">
            <a:extLst>
              <a:ext uri="{FF2B5EF4-FFF2-40B4-BE49-F238E27FC236}">
                <a16:creationId xmlns:a16="http://schemas.microsoft.com/office/drawing/2014/main" id="{02E4B603-D5CF-5EDC-E482-C9975769C092}"/>
              </a:ext>
            </a:extLst>
          </p:cNvPr>
          <p:cNvSpPr>
            <a:spLocks noGrp="1" noChangeArrowheads="1"/>
          </p:cNvSpPr>
          <p:nvPr>
            <p:ph type="title" idx="4294967295"/>
          </p:nvPr>
        </p:nvSpPr>
        <p:spPr>
          <a:xfrm>
            <a:off x="1574800" y="325438"/>
            <a:ext cx="6350000" cy="392112"/>
          </a:xfrm>
        </p:spPr>
        <p:txBody>
          <a:bodyPr anchor="b"/>
          <a:lstStyle/>
          <a:p>
            <a:pPr eaLnBrk="1" hangingPunct="1"/>
            <a:r>
              <a:rPr lang="sv-SE" altLang="vi-VN" sz="2800" b="1">
                <a:solidFill>
                  <a:srgbClr val="FF0000"/>
                </a:solidFill>
                <a:latin typeface="Times New Roman" panose="02020603050405020304" pitchFamily="18" charset="0"/>
              </a:rPr>
              <a:t>IV. ĐỊA CHỈ (TT)</a:t>
            </a:r>
            <a:endParaRPr lang="en-US" altLang="vi-VN" sz="2800" b="1">
              <a:solidFill>
                <a:srgbClr val="FF0000"/>
              </a:solidFill>
              <a:latin typeface="Times New Roman" panose="02020603050405020304" pitchFamily="18" charset="0"/>
            </a:endParaRPr>
          </a:p>
        </p:txBody>
      </p:sp>
      <p:sp>
        <p:nvSpPr>
          <p:cNvPr id="293891" name="Rectangle 3">
            <a:extLst>
              <a:ext uri="{FF2B5EF4-FFF2-40B4-BE49-F238E27FC236}">
                <a16:creationId xmlns:a16="http://schemas.microsoft.com/office/drawing/2014/main" id="{871D6A11-16A2-28C5-7C47-89AE2A2B8795}"/>
              </a:ext>
            </a:extLst>
          </p:cNvPr>
          <p:cNvSpPr>
            <a:spLocks noGrp="1" noChangeArrowheads="1"/>
          </p:cNvSpPr>
          <p:nvPr>
            <p:ph type="body" idx="4294967295"/>
          </p:nvPr>
        </p:nvSpPr>
        <p:spPr>
          <a:xfrm>
            <a:off x="457200" y="1600200"/>
            <a:ext cx="8686800" cy="4876800"/>
          </a:xfrm>
        </p:spPr>
        <p:txBody>
          <a:bodyPr/>
          <a:lstStyle/>
          <a:p>
            <a:pPr eaLnBrk="1" hangingPunct="1">
              <a:buFont typeface="Wingdings" panose="05000000000000000000" pitchFamily="2" charset="2"/>
              <a:buNone/>
            </a:pPr>
            <a:r>
              <a:rPr lang="en-US" altLang="vi-VN" sz="2800" b="1">
                <a:solidFill>
                  <a:srgbClr val="0000FF"/>
                </a:solidFill>
                <a:latin typeface="Times New Roman" panose="02020603050405020304" pitchFamily="18" charset="0"/>
              </a:rPr>
              <a:t>Lưu ý</a:t>
            </a:r>
            <a:r>
              <a:rPr lang="en-US" altLang="vi-VN" sz="2800" b="1">
                <a:latin typeface="Times New Roman" panose="02020603050405020304" pitchFamily="18" charset="0"/>
              </a:rPr>
              <a:t> </a:t>
            </a:r>
            <a:r>
              <a:rPr lang="en-US" altLang="vi-VN" sz="2800">
                <a:latin typeface="Times New Roman" panose="02020603050405020304" pitchFamily="18" charset="0"/>
              </a:rPr>
              <a:t>: Để luân chuyển giữa các loại địa chỉ trên sử dụng phím </a:t>
            </a:r>
            <a:r>
              <a:rPr lang="en-US" altLang="vi-VN" sz="2800" b="1">
                <a:latin typeface="Times New Roman" panose="02020603050405020304" pitchFamily="18" charset="0"/>
              </a:rPr>
              <a:t>F4</a:t>
            </a:r>
          </a:p>
          <a:p>
            <a:pPr eaLnBrk="1" hangingPunct="1"/>
            <a:endParaRPr lang="en-US" altLang="vi-VN" sz="2800" b="1">
              <a:latin typeface="Times New Roman" panose="02020603050405020304" pitchFamily="18" charset="0"/>
            </a:endParaRPr>
          </a:p>
        </p:txBody>
      </p:sp>
      <p:pic>
        <p:nvPicPr>
          <p:cNvPr id="293902" name="Picture 14">
            <a:extLst>
              <a:ext uri="{FF2B5EF4-FFF2-40B4-BE49-F238E27FC236}">
                <a16:creationId xmlns:a16="http://schemas.microsoft.com/office/drawing/2014/main" id="{91FA9900-087A-B648-6D83-C4DD63BA76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2514600"/>
            <a:ext cx="5105400"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293891">
                                            <p:txEl>
                                              <p:pRg st="0" end="0"/>
                                            </p:txEl>
                                          </p:spTgt>
                                        </p:tgtEl>
                                        <p:attrNameLst>
                                          <p:attrName>style.visibility</p:attrName>
                                        </p:attrNameLst>
                                      </p:cBhvr>
                                      <p:to>
                                        <p:strVal val="visible"/>
                                      </p:to>
                                    </p:set>
                                    <p:animEffect transition="in" filter="wheel(4)">
                                      <p:cBhvr>
                                        <p:cTn id="7" dur="2000"/>
                                        <p:tgtEl>
                                          <p:spTgt spid="2938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1" presetClass="entr" presetSubtype="4" fill="hold" nodeType="clickEffect">
                                  <p:stCondLst>
                                    <p:cond delay="0"/>
                                  </p:stCondLst>
                                  <p:childTnLst>
                                    <p:set>
                                      <p:cBhvr>
                                        <p:cTn id="11" dur="1" fill="hold">
                                          <p:stCondLst>
                                            <p:cond delay="0"/>
                                          </p:stCondLst>
                                        </p:cTn>
                                        <p:tgtEl>
                                          <p:spTgt spid="293902"/>
                                        </p:tgtEl>
                                        <p:attrNameLst>
                                          <p:attrName>style.visibility</p:attrName>
                                        </p:attrNameLst>
                                      </p:cBhvr>
                                      <p:to>
                                        <p:strVal val="visible"/>
                                      </p:to>
                                    </p:set>
                                    <p:animEffect transition="in" filter="wheel(4)">
                                      <p:cBhvr>
                                        <p:cTn id="12" dur="2000"/>
                                        <p:tgtEl>
                                          <p:spTgt spid="2939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a:extLst>
              <a:ext uri="{FF2B5EF4-FFF2-40B4-BE49-F238E27FC236}">
                <a16:creationId xmlns:a16="http://schemas.microsoft.com/office/drawing/2014/main" id="{A6844924-BA91-E965-A31F-1F1D2EDEC5C5}"/>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81B0328C-6415-441E-AA4C-7609813E1C97}" type="slidenum">
              <a:rPr lang="en-US" altLang="vi-VN" sz="1000">
                <a:latin typeface="Verdana" panose="020B0604030504040204" pitchFamily="34" charset="0"/>
              </a:rPr>
              <a:pPr algn="r" eaLnBrk="1" hangingPunct="1">
                <a:spcBef>
                  <a:spcPct val="0"/>
                </a:spcBef>
                <a:buFontTx/>
                <a:buNone/>
              </a:pPr>
              <a:t>25</a:t>
            </a:fld>
            <a:endParaRPr lang="en-US" altLang="vi-VN" sz="1000">
              <a:latin typeface="Verdana" panose="020B0604030504040204" pitchFamily="34" charset="0"/>
            </a:endParaRPr>
          </a:p>
        </p:txBody>
      </p:sp>
      <p:sp>
        <p:nvSpPr>
          <p:cNvPr id="295939" name="Rectangle 3">
            <a:extLst>
              <a:ext uri="{FF2B5EF4-FFF2-40B4-BE49-F238E27FC236}">
                <a16:creationId xmlns:a16="http://schemas.microsoft.com/office/drawing/2014/main" id="{B8FEB2D0-FBE1-7152-DD33-9777C53A2E43}"/>
              </a:ext>
            </a:extLst>
          </p:cNvPr>
          <p:cNvSpPr>
            <a:spLocks noGrp="1" noChangeArrowheads="1"/>
          </p:cNvSpPr>
          <p:nvPr>
            <p:ph type="body" idx="4294967295"/>
          </p:nvPr>
        </p:nvSpPr>
        <p:spPr>
          <a:xfrm>
            <a:off x="457200" y="1676400"/>
            <a:ext cx="8686800" cy="4800600"/>
          </a:xfrm>
        </p:spPr>
        <p:txBody>
          <a:bodyPr/>
          <a:lstStyle/>
          <a:p>
            <a:pPr eaLnBrk="1" hangingPunct="1">
              <a:buFont typeface="Wingdings" panose="05000000000000000000" pitchFamily="2" charset="2"/>
              <a:buNone/>
            </a:pPr>
            <a:r>
              <a:rPr lang="en-US" altLang="vi-VN" sz="2800" b="1">
                <a:solidFill>
                  <a:srgbClr val="FF0000"/>
                </a:solidFill>
                <a:latin typeface="Times New Roman" panose="02020603050405020304" pitchFamily="18" charset="0"/>
              </a:rPr>
              <a:t>I. XỬ LÝ TRÊN VÙNG</a:t>
            </a:r>
            <a:r>
              <a:rPr lang="en-US" altLang="vi-VN" sz="2800">
                <a:solidFill>
                  <a:srgbClr val="FF0000"/>
                </a:solidFill>
                <a:latin typeface="Times New Roman" panose="02020603050405020304" pitchFamily="18" charset="0"/>
              </a:rPr>
              <a:t> </a:t>
            </a:r>
          </a:p>
          <a:p>
            <a:pPr eaLnBrk="1" hangingPunct="1">
              <a:buFont typeface="Wingdings" panose="05000000000000000000" pitchFamily="2" charset="2"/>
              <a:buNone/>
            </a:pPr>
            <a:r>
              <a:rPr lang="en-US" altLang="vi-VN" sz="2800">
                <a:solidFill>
                  <a:srgbClr val="FF0000"/>
                </a:solidFill>
                <a:latin typeface="Times New Roman" panose="02020603050405020304" pitchFamily="18" charset="0"/>
              </a:rPr>
              <a:t>1.Cách chọn vùng:</a:t>
            </a:r>
            <a:r>
              <a:rPr lang="en-US" altLang="vi-VN" sz="2800">
                <a:latin typeface="Times New Roman" panose="02020603050405020304" pitchFamily="18" charset="0"/>
              </a:rPr>
              <a:t> </a:t>
            </a:r>
          </a:p>
          <a:p>
            <a:pPr algn="just" eaLnBrk="1" hangingPunct="1">
              <a:buClr>
                <a:srgbClr val="0000FF"/>
              </a:buClr>
              <a:buFont typeface="Wingdings" panose="05000000000000000000" pitchFamily="2" charset="2"/>
              <a:buChar char="Ø"/>
            </a:pPr>
            <a:r>
              <a:rPr lang="en-US" altLang="vi-VN" sz="2800">
                <a:latin typeface="Times New Roman" panose="02020603050405020304" pitchFamily="18" charset="0"/>
              </a:rPr>
              <a:t>Chọn toàn bộ bảng tính: Click vào nút đầu tiên giao giữa thanh chứa cột và hàng hoặc tổ hợp phím </a:t>
            </a:r>
            <a:r>
              <a:rPr lang="en-US" altLang="vi-VN" sz="2800" b="1">
                <a:latin typeface="Times New Roman" panose="02020603050405020304" pitchFamily="18" charset="0"/>
              </a:rPr>
              <a:t>Ctrl +A.</a:t>
            </a:r>
          </a:p>
          <a:p>
            <a:pPr algn="just" eaLnBrk="1" hangingPunct="1">
              <a:buClr>
                <a:srgbClr val="0000FF"/>
              </a:buClr>
              <a:buFont typeface="Wingdings" panose="05000000000000000000" pitchFamily="2" charset="2"/>
              <a:buChar char="Ø"/>
            </a:pPr>
            <a:r>
              <a:rPr lang="en-US" altLang="vi-VN" sz="2800">
                <a:latin typeface="Times New Roman" panose="02020603050405020304" pitchFamily="18" charset="0"/>
              </a:rPr>
              <a:t>Chọn nguyên cột: Click vào tên cột cần chọn, </a:t>
            </a:r>
            <a:r>
              <a:rPr lang="en-US" altLang="vi-VN" sz="2800" b="1">
                <a:latin typeface="Times New Roman" panose="02020603050405020304" pitchFamily="18" charset="0"/>
              </a:rPr>
              <a:t>Drag</a:t>
            </a:r>
            <a:r>
              <a:rPr lang="en-US" altLang="vi-VN" sz="2800">
                <a:latin typeface="Times New Roman" panose="02020603050405020304" pitchFamily="18" charset="0"/>
              </a:rPr>
              <a:t> tiếp đến cột cuối (nếu chọn nhiều cột).</a:t>
            </a:r>
          </a:p>
          <a:p>
            <a:pPr algn="just" eaLnBrk="1" hangingPunct="1">
              <a:buClr>
                <a:srgbClr val="0000FF"/>
              </a:buClr>
              <a:buFont typeface="Wingdings" panose="05000000000000000000" pitchFamily="2" charset="2"/>
              <a:buChar char="Ø"/>
            </a:pPr>
            <a:r>
              <a:rPr lang="en-US" altLang="vi-VN" sz="2800">
                <a:latin typeface="Times New Roman" panose="02020603050405020304" pitchFamily="18" charset="0"/>
              </a:rPr>
              <a:t>Chọn nguyên hàng: Click vào chỉ số hàng, </a:t>
            </a:r>
            <a:r>
              <a:rPr lang="en-US" altLang="vi-VN" sz="2800" b="1">
                <a:latin typeface="Times New Roman" panose="02020603050405020304" pitchFamily="18" charset="0"/>
              </a:rPr>
              <a:t>Drag </a:t>
            </a:r>
            <a:r>
              <a:rPr lang="en-US" altLang="vi-VN" sz="2800">
                <a:latin typeface="Times New Roman" panose="02020603050405020304" pitchFamily="18" charset="0"/>
              </a:rPr>
              <a:t>tiếp đến hàng cuối (nếu chọn nhiều hàng).</a:t>
            </a:r>
          </a:p>
        </p:txBody>
      </p:sp>
      <p:sp>
        <p:nvSpPr>
          <p:cNvPr id="1052677" name="Rectangle 5">
            <a:extLst>
              <a:ext uri="{FF2B5EF4-FFF2-40B4-BE49-F238E27FC236}">
                <a16:creationId xmlns:a16="http://schemas.microsoft.com/office/drawing/2014/main" id="{C3DB3B82-7380-9E15-4E4D-7E0779E8893A}"/>
              </a:ext>
            </a:extLst>
          </p:cNvPr>
          <p:cNvSpPr>
            <a:spLocks noChangeArrowheads="1"/>
          </p:cNvSpPr>
          <p:nvPr/>
        </p:nvSpPr>
        <p:spPr bwMode="auto">
          <a:xfrm>
            <a:off x="1028700" y="63500"/>
            <a:ext cx="7315200" cy="738188"/>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ctr" eaLnBrk="1" hangingPunct="1">
              <a:lnSpc>
                <a:spcPct val="80000"/>
              </a:lnSpc>
              <a:spcBef>
                <a:spcPct val="20000"/>
              </a:spcBef>
              <a:buFont typeface="Wingdings" panose="05000000000000000000" pitchFamily="2" charset="2"/>
              <a:buNone/>
              <a:defRPr/>
            </a:pPr>
            <a:r>
              <a:rPr lang="en-US" altLang="vi-VN" b="1">
                <a:solidFill>
                  <a:srgbClr val="FF0000"/>
                </a:solidFill>
              </a:rPr>
              <a:t>CHƯƠNG 9</a:t>
            </a:r>
          </a:p>
          <a:p>
            <a:pPr algn="ctr" eaLnBrk="1" hangingPunct="1">
              <a:lnSpc>
                <a:spcPct val="80000"/>
              </a:lnSpc>
              <a:spcBef>
                <a:spcPct val="20000"/>
              </a:spcBef>
              <a:buFont typeface="Wingdings" panose="05000000000000000000" pitchFamily="2" charset="2"/>
              <a:buNone/>
              <a:defRPr/>
            </a:pPr>
            <a:r>
              <a:rPr lang="en-US" altLang="vi-VN" sz="2800" b="1">
                <a:solidFill>
                  <a:srgbClr val="FF0000"/>
                </a:solidFill>
              </a:rPr>
              <a:t>CÁC THAO TÁC CƠ BẢN TRONG EXCEL</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295939">
                                            <p:txEl>
                                              <p:pRg st="2" end="2"/>
                                            </p:txEl>
                                          </p:spTgt>
                                        </p:tgtEl>
                                        <p:attrNameLst>
                                          <p:attrName>style.visibility</p:attrName>
                                        </p:attrNameLst>
                                      </p:cBhvr>
                                      <p:to>
                                        <p:strVal val="visible"/>
                                      </p:to>
                                    </p:set>
                                    <p:anim calcmode="lin" valueType="num">
                                      <p:cBhvr>
                                        <p:cTn id="7" dur="500" fill="hold"/>
                                        <p:tgtEl>
                                          <p:spTgt spid="295939">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95939">
                                            <p:txEl>
                                              <p:pRg st="2" end="2"/>
                                            </p:txEl>
                                          </p:spTgt>
                                        </p:tgtEl>
                                        <p:attrNameLst>
                                          <p:attrName>ppt_y</p:attrName>
                                        </p:attrNameLst>
                                      </p:cBhvr>
                                      <p:tavLst>
                                        <p:tav tm="0">
                                          <p:val>
                                            <p:strVal val="#ppt_y"/>
                                          </p:val>
                                        </p:tav>
                                        <p:tav tm="100000">
                                          <p:val>
                                            <p:strVal val="#ppt_y"/>
                                          </p:val>
                                        </p:tav>
                                      </p:tavLst>
                                    </p:anim>
                                    <p:anim calcmode="lin" valueType="num">
                                      <p:cBhvr>
                                        <p:cTn id="9" dur="500" fill="hold"/>
                                        <p:tgtEl>
                                          <p:spTgt spid="295939">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95939">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95939">
                                            <p:txEl>
                                              <p:pRg st="2" end="2"/>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1" presetClass="entr" presetSubtype="4" fill="hold" nodeType="clickEffect">
                                  <p:stCondLst>
                                    <p:cond delay="0"/>
                                  </p:stCondLst>
                                  <p:childTnLst>
                                    <p:set>
                                      <p:cBhvr>
                                        <p:cTn id="15" dur="1" fill="hold">
                                          <p:stCondLst>
                                            <p:cond delay="0"/>
                                          </p:stCondLst>
                                        </p:cTn>
                                        <p:tgtEl>
                                          <p:spTgt spid="295939">
                                            <p:txEl>
                                              <p:pRg st="3" end="3"/>
                                            </p:txEl>
                                          </p:spTgt>
                                        </p:tgtEl>
                                        <p:attrNameLst>
                                          <p:attrName>style.visibility</p:attrName>
                                        </p:attrNameLst>
                                      </p:cBhvr>
                                      <p:to>
                                        <p:strVal val="visible"/>
                                      </p:to>
                                    </p:set>
                                    <p:animEffect transition="in" filter="wheel(4)">
                                      <p:cBhvr>
                                        <p:cTn id="16" dur="2000"/>
                                        <p:tgtEl>
                                          <p:spTgt spid="295939">
                                            <p:txEl>
                                              <p:pRg st="3" end="3"/>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41" presetClass="entr" presetSubtype="0" fill="hold" nodeType="clickEffect">
                                  <p:stCondLst>
                                    <p:cond delay="0"/>
                                  </p:stCondLst>
                                  <p:iterate type="lt">
                                    <p:tmPct val="10000"/>
                                  </p:iterate>
                                  <p:childTnLst>
                                    <p:set>
                                      <p:cBhvr>
                                        <p:cTn id="20" dur="1" fill="hold">
                                          <p:stCondLst>
                                            <p:cond delay="0"/>
                                          </p:stCondLst>
                                        </p:cTn>
                                        <p:tgtEl>
                                          <p:spTgt spid="295939">
                                            <p:txEl>
                                              <p:pRg st="4" end="4"/>
                                            </p:txEl>
                                          </p:spTgt>
                                        </p:tgtEl>
                                        <p:attrNameLst>
                                          <p:attrName>style.visibility</p:attrName>
                                        </p:attrNameLst>
                                      </p:cBhvr>
                                      <p:to>
                                        <p:strVal val="visible"/>
                                      </p:to>
                                    </p:set>
                                    <p:anim calcmode="lin" valueType="num">
                                      <p:cBhvr>
                                        <p:cTn id="21" dur="500" fill="hold"/>
                                        <p:tgtEl>
                                          <p:spTgt spid="295939">
                                            <p:txEl>
                                              <p:pRg st="4" end="4"/>
                                            </p:txEl>
                                          </p:spTgt>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295939">
                                            <p:txEl>
                                              <p:pRg st="4" end="4"/>
                                            </p:txEl>
                                          </p:spTgt>
                                        </p:tgtEl>
                                        <p:attrNameLst>
                                          <p:attrName>ppt_y</p:attrName>
                                        </p:attrNameLst>
                                      </p:cBhvr>
                                      <p:tavLst>
                                        <p:tav tm="0">
                                          <p:val>
                                            <p:strVal val="#ppt_y"/>
                                          </p:val>
                                        </p:tav>
                                        <p:tav tm="100000">
                                          <p:val>
                                            <p:strVal val="#ppt_y"/>
                                          </p:val>
                                        </p:tav>
                                      </p:tavLst>
                                    </p:anim>
                                    <p:anim calcmode="lin" valueType="num">
                                      <p:cBhvr>
                                        <p:cTn id="23" dur="500" fill="hold"/>
                                        <p:tgtEl>
                                          <p:spTgt spid="295939">
                                            <p:txEl>
                                              <p:pRg st="4" end="4"/>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295939">
                                            <p:txEl>
                                              <p:pRg st="4" end="4"/>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29593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a:extLst>
              <a:ext uri="{FF2B5EF4-FFF2-40B4-BE49-F238E27FC236}">
                <a16:creationId xmlns:a16="http://schemas.microsoft.com/office/drawing/2014/main" id="{F6F152FF-D2D3-3F0F-D51A-93731873DD2B}"/>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44019D07-F100-4E8E-94AA-77BBE665C6C2}" type="slidenum">
              <a:rPr lang="en-US" altLang="vi-VN" sz="1000">
                <a:latin typeface="Verdana" panose="020B0604030504040204" pitchFamily="34" charset="0"/>
              </a:rPr>
              <a:pPr algn="r" eaLnBrk="1" hangingPunct="1">
                <a:spcBef>
                  <a:spcPct val="0"/>
                </a:spcBef>
                <a:buFontTx/>
                <a:buNone/>
              </a:pPr>
              <a:t>26</a:t>
            </a:fld>
            <a:endParaRPr lang="en-US" altLang="vi-VN" sz="1000">
              <a:latin typeface="Verdana" panose="020B0604030504040204" pitchFamily="34" charset="0"/>
            </a:endParaRPr>
          </a:p>
        </p:txBody>
      </p:sp>
      <p:sp>
        <p:nvSpPr>
          <p:cNvPr id="41987" name="Rectangle 2">
            <a:extLst>
              <a:ext uri="{FF2B5EF4-FFF2-40B4-BE49-F238E27FC236}">
                <a16:creationId xmlns:a16="http://schemas.microsoft.com/office/drawing/2014/main" id="{EB84E7AB-50B5-F236-7668-523D83563E63}"/>
              </a:ext>
            </a:extLst>
          </p:cNvPr>
          <p:cNvSpPr>
            <a:spLocks noGrp="1" noChangeArrowheads="1"/>
          </p:cNvSpPr>
          <p:nvPr>
            <p:ph type="title" idx="4294967295"/>
          </p:nvPr>
        </p:nvSpPr>
        <p:spPr>
          <a:xfrm>
            <a:off x="381000" y="114300"/>
            <a:ext cx="8229600" cy="609600"/>
          </a:xfrm>
        </p:spPr>
        <p:txBody>
          <a:bodyPr anchor="b"/>
          <a:lstStyle/>
          <a:p>
            <a:pPr eaLnBrk="1" hangingPunct="1"/>
            <a:r>
              <a:rPr lang="en-US" altLang="vi-VN" sz="2800" b="1">
                <a:solidFill>
                  <a:srgbClr val="FF0000"/>
                </a:solidFill>
                <a:latin typeface="Times New Roman" panose="02020603050405020304" pitchFamily="18" charset="0"/>
              </a:rPr>
              <a:t>I. XỬ LÝ TRÊN VÙNG (TT</a:t>
            </a:r>
            <a:r>
              <a:rPr lang="en-US" altLang="vi-VN" sz="2800" b="1">
                <a:solidFill>
                  <a:srgbClr val="FF0000"/>
                </a:solidFill>
              </a:rPr>
              <a:t>)</a:t>
            </a:r>
          </a:p>
        </p:txBody>
      </p:sp>
      <p:sp>
        <p:nvSpPr>
          <p:cNvPr id="296963" name="Rectangle 3">
            <a:extLst>
              <a:ext uri="{FF2B5EF4-FFF2-40B4-BE49-F238E27FC236}">
                <a16:creationId xmlns:a16="http://schemas.microsoft.com/office/drawing/2014/main" id="{8A836BF7-3D09-27A4-55A1-431E428AD50F}"/>
              </a:ext>
            </a:extLst>
          </p:cNvPr>
          <p:cNvSpPr>
            <a:spLocks noGrp="1" noChangeArrowheads="1"/>
          </p:cNvSpPr>
          <p:nvPr>
            <p:ph type="body" idx="4294967295"/>
          </p:nvPr>
        </p:nvSpPr>
        <p:spPr>
          <a:xfrm>
            <a:off x="228600" y="1371600"/>
            <a:ext cx="8915400" cy="5181600"/>
          </a:xfrm>
        </p:spPr>
        <p:txBody>
          <a:bodyPr/>
          <a:lstStyle/>
          <a:p>
            <a:pPr marL="0" indent="0" algn="just" eaLnBrk="1" hangingPunct="1">
              <a:buFont typeface="Wingdings" panose="05000000000000000000" pitchFamily="2" charset="2"/>
              <a:buNone/>
            </a:pPr>
            <a:r>
              <a:rPr lang="en-US" altLang="vi-VN" sz="2800" b="1">
                <a:solidFill>
                  <a:srgbClr val="FF0000"/>
                </a:solidFill>
                <a:latin typeface="Times New Roman" panose="02020603050405020304" pitchFamily="18" charset="0"/>
              </a:rPr>
              <a:t>2. Chọn vùng nhiều ô liên tục: </a:t>
            </a:r>
            <a:endParaRPr lang="en-US" altLang="vi-VN" sz="2800">
              <a:solidFill>
                <a:srgbClr val="FF0000"/>
              </a:solidFill>
              <a:latin typeface="Times New Roman" panose="02020603050405020304" pitchFamily="18" charset="0"/>
            </a:endParaRPr>
          </a:p>
          <a:p>
            <a:pPr marL="514350" lvl="1" indent="-400050" algn="just" eaLnBrk="1" hangingPunct="1">
              <a:buClr>
                <a:schemeClr val="tx1"/>
              </a:buClr>
              <a:buFont typeface="Wingdings" panose="05000000000000000000" pitchFamily="2" charset="2"/>
              <a:buChar char="Ø"/>
            </a:pPr>
            <a:r>
              <a:rPr lang="en-US" altLang="vi-VN">
                <a:latin typeface="Times New Roman" panose="02020603050405020304" pitchFamily="18" charset="0"/>
              </a:rPr>
              <a:t>Dùng chuột (</a:t>
            </a:r>
            <a:r>
              <a:rPr lang="en-US" altLang="vi-VN" b="1">
                <a:latin typeface="Times New Roman" panose="02020603050405020304" pitchFamily="18" charset="0"/>
              </a:rPr>
              <a:t>Mouse</a:t>
            </a:r>
            <a:r>
              <a:rPr lang="en-US" altLang="vi-VN">
                <a:latin typeface="Times New Roman" panose="02020603050405020304" pitchFamily="18" charset="0"/>
              </a:rPr>
              <a:t>): Drag từ ô đầu đến ô cuối của vùng</a:t>
            </a:r>
          </a:p>
          <a:p>
            <a:pPr marL="514350" lvl="1" indent="-400050" algn="just" eaLnBrk="1" hangingPunct="1">
              <a:buClr>
                <a:schemeClr val="tx1"/>
              </a:buClr>
              <a:buFont typeface="Wingdings" panose="05000000000000000000" pitchFamily="2" charset="2"/>
              <a:buChar char="Ø"/>
            </a:pPr>
            <a:r>
              <a:rPr lang="en-US" altLang="vi-VN">
                <a:latin typeface="Times New Roman" panose="02020603050405020304" pitchFamily="18" charset="0"/>
              </a:rPr>
              <a:t>Dùng bàn phím (</a:t>
            </a:r>
            <a:r>
              <a:rPr lang="en-US" altLang="vi-VN" b="1">
                <a:latin typeface="Times New Roman" panose="02020603050405020304" pitchFamily="18" charset="0"/>
              </a:rPr>
              <a:t>Keyboard</a:t>
            </a:r>
            <a:r>
              <a:rPr lang="en-US" altLang="vi-VN">
                <a:latin typeface="Times New Roman" panose="02020603050405020304" pitchFamily="18" charset="0"/>
              </a:rPr>
              <a:t>): đưa con trỏ về ô đầu tiên, nhấn giữ </a:t>
            </a:r>
            <a:r>
              <a:rPr lang="en-US" altLang="vi-VN" b="1">
                <a:latin typeface="Times New Roman" panose="02020603050405020304" pitchFamily="18" charset="0"/>
              </a:rPr>
              <a:t>Shift </a:t>
            </a:r>
            <a:r>
              <a:rPr lang="en-US" altLang="vi-VN">
                <a:latin typeface="Times New Roman" panose="02020603050405020304" pitchFamily="18" charset="0"/>
              </a:rPr>
              <a:t>kết hợp với phím mũi tên.</a:t>
            </a:r>
          </a:p>
          <a:p>
            <a:pPr marL="514350" lvl="1" indent="-400050" algn="just" eaLnBrk="1" hangingPunct="1">
              <a:buClr>
                <a:schemeClr val="tx1"/>
              </a:buClr>
              <a:buFont typeface="Wingdings" panose="05000000000000000000" pitchFamily="2" charset="2"/>
              <a:buChar char="Ø"/>
            </a:pPr>
            <a:r>
              <a:rPr lang="en-US" altLang="vi-VN">
                <a:latin typeface="Times New Roman" panose="02020603050405020304" pitchFamily="18" charset="0"/>
              </a:rPr>
              <a:t>Dùng Chuột + bàn phím: đưa con trỏ về ô đầu tiên, nhấn giữ </a:t>
            </a:r>
            <a:r>
              <a:rPr lang="en-US" altLang="vi-VN" b="1">
                <a:latin typeface="Times New Roman" panose="02020603050405020304" pitchFamily="18" charset="0"/>
              </a:rPr>
              <a:t>Shift</a:t>
            </a:r>
            <a:r>
              <a:rPr lang="en-US" altLang="vi-VN">
                <a:latin typeface="Times New Roman" panose="02020603050405020304" pitchFamily="18" charset="0"/>
              </a:rPr>
              <a:t>, click vào ô cuối của vùng.</a:t>
            </a:r>
          </a:p>
          <a:p>
            <a:pPr marL="0" indent="0" eaLnBrk="1" hangingPunct="1"/>
            <a:endParaRPr lang="en-US" altLang="vi-VN" sz="2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296963">
                                            <p:txEl>
                                              <p:pRg st="0" end="0"/>
                                            </p:txEl>
                                          </p:spTgt>
                                        </p:tgtEl>
                                        <p:attrNameLst>
                                          <p:attrName>style.visibility</p:attrName>
                                        </p:attrNameLst>
                                      </p:cBhvr>
                                      <p:to>
                                        <p:strVal val="visible"/>
                                      </p:to>
                                    </p:set>
                                    <p:anim calcmode="lin" valueType="num">
                                      <p:cBhvr>
                                        <p:cTn id="7" dur="500" fill="hold"/>
                                        <p:tgtEl>
                                          <p:spTgt spid="296963">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96963">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296963">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96963">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96963">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1" presetClass="entr" presetSubtype="4" fill="hold" nodeType="clickEffect">
                                  <p:stCondLst>
                                    <p:cond delay="0"/>
                                  </p:stCondLst>
                                  <p:childTnLst>
                                    <p:set>
                                      <p:cBhvr>
                                        <p:cTn id="15" dur="1" fill="hold">
                                          <p:stCondLst>
                                            <p:cond delay="0"/>
                                          </p:stCondLst>
                                        </p:cTn>
                                        <p:tgtEl>
                                          <p:spTgt spid="296963">
                                            <p:txEl>
                                              <p:pRg st="1" end="1"/>
                                            </p:txEl>
                                          </p:spTgt>
                                        </p:tgtEl>
                                        <p:attrNameLst>
                                          <p:attrName>style.visibility</p:attrName>
                                        </p:attrNameLst>
                                      </p:cBhvr>
                                      <p:to>
                                        <p:strVal val="visible"/>
                                      </p:to>
                                    </p:set>
                                    <p:animEffect transition="in" filter="wheel(4)">
                                      <p:cBhvr>
                                        <p:cTn id="16" dur="2000"/>
                                        <p:tgtEl>
                                          <p:spTgt spid="296963">
                                            <p:txEl>
                                              <p:pRg st="1" end="1"/>
                                            </p:txEl>
                                          </p:spTgt>
                                        </p:tgtEl>
                                      </p:cBhvr>
                                    </p:animEffect>
                                  </p:childTnLst>
                                </p:cTn>
                              </p:par>
                              <p:par>
                                <p:cTn id="17" presetID="21" presetClass="entr" presetSubtype="4" fill="hold" nodeType="withEffect">
                                  <p:stCondLst>
                                    <p:cond delay="0"/>
                                  </p:stCondLst>
                                  <p:childTnLst>
                                    <p:set>
                                      <p:cBhvr>
                                        <p:cTn id="18" dur="1" fill="hold">
                                          <p:stCondLst>
                                            <p:cond delay="0"/>
                                          </p:stCondLst>
                                        </p:cTn>
                                        <p:tgtEl>
                                          <p:spTgt spid="296963">
                                            <p:txEl>
                                              <p:pRg st="2" end="2"/>
                                            </p:txEl>
                                          </p:spTgt>
                                        </p:tgtEl>
                                        <p:attrNameLst>
                                          <p:attrName>style.visibility</p:attrName>
                                        </p:attrNameLst>
                                      </p:cBhvr>
                                      <p:to>
                                        <p:strVal val="visible"/>
                                      </p:to>
                                    </p:set>
                                    <p:animEffect transition="in" filter="wheel(4)">
                                      <p:cBhvr>
                                        <p:cTn id="19" dur="2000"/>
                                        <p:tgtEl>
                                          <p:spTgt spid="296963">
                                            <p:txEl>
                                              <p:pRg st="2" end="2"/>
                                            </p:txEl>
                                          </p:spTgt>
                                        </p:tgtEl>
                                      </p:cBhvr>
                                    </p:animEffect>
                                  </p:childTnLst>
                                </p:cTn>
                              </p:par>
                              <p:par>
                                <p:cTn id="20" presetID="21" presetClass="entr" presetSubtype="4" fill="hold" nodeType="withEffect">
                                  <p:stCondLst>
                                    <p:cond delay="0"/>
                                  </p:stCondLst>
                                  <p:childTnLst>
                                    <p:set>
                                      <p:cBhvr>
                                        <p:cTn id="21" dur="1" fill="hold">
                                          <p:stCondLst>
                                            <p:cond delay="0"/>
                                          </p:stCondLst>
                                        </p:cTn>
                                        <p:tgtEl>
                                          <p:spTgt spid="296963">
                                            <p:txEl>
                                              <p:pRg st="3" end="3"/>
                                            </p:txEl>
                                          </p:spTgt>
                                        </p:tgtEl>
                                        <p:attrNameLst>
                                          <p:attrName>style.visibility</p:attrName>
                                        </p:attrNameLst>
                                      </p:cBhvr>
                                      <p:to>
                                        <p:strVal val="visible"/>
                                      </p:to>
                                    </p:set>
                                    <p:animEffect transition="in" filter="wheel(4)">
                                      <p:cBhvr>
                                        <p:cTn id="22" dur="2000"/>
                                        <p:tgtEl>
                                          <p:spTgt spid="29696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a:extLst>
              <a:ext uri="{FF2B5EF4-FFF2-40B4-BE49-F238E27FC236}">
                <a16:creationId xmlns:a16="http://schemas.microsoft.com/office/drawing/2014/main" id="{14BD3F68-4153-4576-6E4C-500363E9F16E}"/>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CBCFE8EB-9458-4959-A9FC-543985E9316C}" type="slidenum">
              <a:rPr lang="en-US" altLang="vi-VN" sz="1000">
                <a:latin typeface="Verdana" panose="020B0604030504040204" pitchFamily="34" charset="0"/>
              </a:rPr>
              <a:pPr algn="r" eaLnBrk="1" hangingPunct="1">
                <a:spcBef>
                  <a:spcPct val="0"/>
                </a:spcBef>
                <a:buFontTx/>
                <a:buNone/>
              </a:pPr>
              <a:t>27</a:t>
            </a:fld>
            <a:endParaRPr lang="en-US" altLang="vi-VN" sz="1000">
              <a:latin typeface="Verdana" panose="020B0604030504040204" pitchFamily="34" charset="0"/>
            </a:endParaRPr>
          </a:p>
        </p:txBody>
      </p:sp>
      <p:sp>
        <p:nvSpPr>
          <p:cNvPr id="43011" name="Rectangle 2">
            <a:extLst>
              <a:ext uri="{FF2B5EF4-FFF2-40B4-BE49-F238E27FC236}">
                <a16:creationId xmlns:a16="http://schemas.microsoft.com/office/drawing/2014/main" id="{B99C7153-80B1-5801-7E9B-5097B48385DA}"/>
              </a:ext>
            </a:extLst>
          </p:cNvPr>
          <p:cNvSpPr>
            <a:spLocks noGrp="1" noChangeArrowheads="1"/>
          </p:cNvSpPr>
          <p:nvPr>
            <p:ph type="title" idx="4294967295"/>
          </p:nvPr>
        </p:nvSpPr>
        <p:spPr>
          <a:xfrm>
            <a:off x="381000" y="0"/>
            <a:ext cx="8229600" cy="762000"/>
          </a:xfrm>
        </p:spPr>
        <p:txBody>
          <a:bodyPr anchor="b"/>
          <a:lstStyle/>
          <a:p>
            <a:pPr eaLnBrk="1" hangingPunct="1"/>
            <a:r>
              <a:rPr lang="en-US" altLang="vi-VN" sz="2800" b="1">
                <a:solidFill>
                  <a:srgbClr val="FF0000"/>
                </a:solidFill>
                <a:latin typeface="Times New Roman" panose="02020603050405020304" pitchFamily="18" charset="0"/>
              </a:rPr>
              <a:t>I. XỬ LÝ TRÊN VÙNG (TT)</a:t>
            </a:r>
          </a:p>
        </p:txBody>
      </p:sp>
      <p:pic>
        <p:nvPicPr>
          <p:cNvPr id="43012" name="Picture 3">
            <a:extLst>
              <a:ext uri="{FF2B5EF4-FFF2-40B4-BE49-F238E27FC236}">
                <a16:creationId xmlns:a16="http://schemas.microsoft.com/office/drawing/2014/main" id="{9DA50A0B-3E3D-1223-D64F-BCAA00F1174F}"/>
              </a:ext>
            </a:extLst>
          </p:cNvPr>
          <p:cNvPicPr>
            <a:picLocks noChangeAspect="1" noChangeArrowheads="1"/>
          </p:cNvPicPr>
          <p:nvPr>
            <p:ph type="body" idx="4294967295"/>
          </p:nvPr>
        </p:nvPicPr>
        <p:blipFill>
          <a:blip r:embed="rId2">
            <a:extLst>
              <a:ext uri="{28A0092B-C50C-407E-A947-70E740481C1C}">
                <a14:useLocalDpi xmlns:a14="http://schemas.microsoft.com/office/drawing/2010/main" val="0"/>
              </a:ext>
            </a:extLst>
          </a:blip>
          <a:srcRect/>
          <a:stretch>
            <a:fillRect/>
          </a:stretch>
        </p:blipFill>
        <p:spPr>
          <a:xfrm>
            <a:off x="685800" y="1676400"/>
            <a:ext cx="7772400" cy="4495800"/>
          </a:xfr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5">
            <a:extLst>
              <a:ext uri="{FF2B5EF4-FFF2-40B4-BE49-F238E27FC236}">
                <a16:creationId xmlns:a16="http://schemas.microsoft.com/office/drawing/2014/main" id="{F857A8FF-EEFA-71E8-4381-87B4246465C5}"/>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57D668D1-48A0-45B1-A588-289A9EAC3CC5}" type="slidenum">
              <a:rPr lang="en-US" altLang="vi-VN" sz="1000">
                <a:latin typeface="Verdana" panose="020B0604030504040204" pitchFamily="34" charset="0"/>
              </a:rPr>
              <a:pPr algn="r" eaLnBrk="1" hangingPunct="1">
                <a:spcBef>
                  <a:spcPct val="0"/>
                </a:spcBef>
                <a:buFontTx/>
                <a:buNone/>
              </a:pPr>
              <a:t>28</a:t>
            </a:fld>
            <a:endParaRPr lang="en-US" altLang="vi-VN" sz="1000">
              <a:latin typeface="Verdana" panose="020B0604030504040204" pitchFamily="34" charset="0"/>
            </a:endParaRPr>
          </a:p>
        </p:txBody>
      </p:sp>
      <p:sp>
        <p:nvSpPr>
          <p:cNvPr id="44035" name="Rectangle 2">
            <a:extLst>
              <a:ext uri="{FF2B5EF4-FFF2-40B4-BE49-F238E27FC236}">
                <a16:creationId xmlns:a16="http://schemas.microsoft.com/office/drawing/2014/main" id="{FF128B81-86C6-74B4-01C5-CD9861CD327E}"/>
              </a:ext>
            </a:extLst>
          </p:cNvPr>
          <p:cNvSpPr>
            <a:spLocks noGrp="1" noChangeArrowheads="1"/>
          </p:cNvSpPr>
          <p:nvPr>
            <p:ph type="title" idx="4294967295"/>
          </p:nvPr>
        </p:nvSpPr>
        <p:spPr>
          <a:xfrm>
            <a:off x="457200" y="0"/>
            <a:ext cx="8229600" cy="762000"/>
          </a:xfrm>
        </p:spPr>
        <p:txBody>
          <a:bodyPr anchor="b"/>
          <a:lstStyle/>
          <a:p>
            <a:pPr eaLnBrk="1" hangingPunct="1"/>
            <a:r>
              <a:rPr lang="en-US" altLang="vi-VN" sz="2800" b="1">
                <a:solidFill>
                  <a:srgbClr val="FF0000"/>
                </a:solidFill>
                <a:latin typeface="Times New Roman" panose="02020603050405020304" pitchFamily="18" charset="0"/>
              </a:rPr>
              <a:t>I. XỬ LÝ TRÊN VÙNG (TT)</a:t>
            </a:r>
          </a:p>
        </p:txBody>
      </p:sp>
      <p:sp>
        <p:nvSpPr>
          <p:cNvPr id="299011" name="Rectangle 3">
            <a:extLst>
              <a:ext uri="{FF2B5EF4-FFF2-40B4-BE49-F238E27FC236}">
                <a16:creationId xmlns:a16="http://schemas.microsoft.com/office/drawing/2014/main" id="{9673E11B-C087-6425-728D-C7B0A278EBDA}"/>
              </a:ext>
            </a:extLst>
          </p:cNvPr>
          <p:cNvSpPr>
            <a:spLocks noGrp="1" noChangeArrowheads="1"/>
          </p:cNvSpPr>
          <p:nvPr>
            <p:ph type="body" idx="4294967295"/>
          </p:nvPr>
        </p:nvSpPr>
        <p:spPr>
          <a:xfrm>
            <a:off x="304800" y="1143000"/>
            <a:ext cx="8610600" cy="5064125"/>
          </a:xfrm>
        </p:spPr>
        <p:txBody>
          <a:bodyPr/>
          <a:lstStyle/>
          <a:p>
            <a:pPr eaLnBrk="1" hangingPunct="1">
              <a:buFont typeface="Wingdings" panose="05000000000000000000" pitchFamily="2" charset="2"/>
              <a:buNone/>
            </a:pPr>
            <a:r>
              <a:rPr lang="en-US" altLang="vi-VN" sz="2800" b="1">
                <a:solidFill>
                  <a:srgbClr val="FF0000"/>
                </a:solidFill>
                <a:latin typeface="Times New Roman" panose="02020603050405020304" pitchFamily="18" charset="0"/>
              </a:rPr>
              <a:t>3. Xóa bỏ dữ liệu</a:t>
            </a:r>
            <a:r>
              <a:rPr lang="en-US" altLang="vi-VN" sz="2800">
                <a:solidFill>
                  <a:srgbClr val="FF0000"/>
                </a:solidFill>
                <a:latin typeface="Times New Roman" panose="02020603050405020304" pitchFamily="18" charset="0"/>
              </a:rPr>
              <a:t>:</a:t>
            </a:r>
          </a:p>
          <a:p>
            <a:pPr eaLnBrk="1" hangingPunct="1">
              <a:buFont typeface="Wingdings" panose="05000000000000000000" pitchFamily="2" charset="2"/>
              <a:buChar char="Ø"/>
            </a:pPr>
            <a:r>
              <a:rPr lang="en-US" altLang="vi-VN" sz="2800">
                <a:latin typeface="Times New Roman" panose="02020603050405020304" pitchFamily="18" charset="0"/>
              </a:rPr>
              <a:t>Chọn vùng dữ liệu cần xóa.</a:t>
            </a:r>
          </a:p>
          <a:p>
            <a:pPr eaLnBrk="1" hangingPunct="1">
              <a:buFont typeface="Wingdings" panose="05000000000000000000" pitchFamily="2" charset="2"/>
              <a:buChar char="Ø"/>
            </a:pPr>
            <a:r>
              <a:rPr lang="en-US" altLang="vi-VN" sz="2800">
                <a:latin typeface="Times New Roman" panose="02020603050405020304" pitchFamily="18" charset="0"/>
              </a:rPr>
              <a:t>Chọn lệnh </a:t>
            </a:r>
            <a:r>
              <a:rPr lang="en-US" altLang="vi-VN" sz="2800" b="1">
                <a:latin typeface="Times New Roman" panose="02020603050405020304" pitchFamily="18" charset="0"/>
              </a:rPr>
              <a:t>Edit \ Clear</a:t>
            </a:r>
            <a:r>
              <a:rPr lang="en-US" altLang="vi-VN" sz="2800">
                <a:latin typeface="Times New Roman" panose="02020603050405020304" pitchFamily="18" charset="0"/>
              </a:rPr>
              <a:t>…</a:t>
            </a:r>
          </a:p>
          <a:p>
            <a:pPr eaLnBrk="1" hangingPunct="1">
              <a:buFont typeface="Wingdings" panose="05000000000000000000" pitchFamily="2" charset="2"/>
              <a:buNone/>
            </a:pPr>
            <a:r>
              <a:rPr lang="en-US" altLang="vi-VN" sz="2800"/>
              <a:t>	+ All: Xóa tất cả</a:t>
            </a:r>
          </a:p>
          <a:p>
            <a:pPr eaLnBrk="1" hangingPunct="1">
              <a:buFont typeface="Wingdings" panose="05000000000000000000" pitchFamily="2" charset="2"/>
              <a:buNone/>
            </a:pPr>
            <a:r>
              <a:rPr lang="en-US" altLang="vi-VN" sz="2800"/>
              <a:t>	+ Formats: Xóa bỏ định dạng</a:t>
            </a:r>
          </a:p>
          <a:p>
            <a:pPr eaLnBrk="1" hangingPunct="1">
              <a:buFont typeface="Wingdings" panose="05000000000000000000" pitchFamily="2" charset="2"/>
              <a:buNone/>
            </a:pPr>
            <a:r>
              <a:rPr lang="en-US" altLang="vi-VN" sz="2800"/>
              <a:t>	+ Contents del: Xóa bỏ nội dung</a:t>
            </a:r>
          </a:p>
          <a:p>
            <a:pPr eaLnBrk="1" hangingPunct="1">
              <a:buFont typeface="Wingdings" panose="05000000000000000000" pitchFamily="2" charset="2"/>
              <a:buNone/>
            </a:pPr>
            <a:r>
              <a:rPr lang="en-US" altLang="vi-VN" sz="2800"/>
              <a:t>	+ Comments: Xóa bỏ ghi chú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299011">
                                            <p:txEl>
                                              <p:pRg st="0" end="0"/>
                                            </p:txEl>
                                          </p:spTgt>
                                        </p:tgtEl>
                                        <p:attrNameLst>
                                          <p:attrName>style.visibility</p:attrName>
                                        </p:attrNameLst>
                                      </p:cBhvr>
                                      <p:to>
                                        <p:strVal val="visible"/>
                                      </p:to>
                                    </p:set>
                                    <p:animEffect transition="in" filter="wheel(4)">
                                      <p:cBhvr>
                                        <p:cTn id="7" dur="2000"/>
                                        <p:tgtEl>
                                          <p:spTgt spid="2990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1" presetClass="entr" presetSubtype="4" fill="hold" nodeType="clickEffect">
                                  <p:stCondLst>
                                    <p:cond delay="0"/>
                                  </p:stCondLst>
                                  <p:childTnLst>
                                    <p:set>
                                      <p:cBhvr>
                                        <p:cTn id="11" dur="1" fill="hold">
                                          <p:stCondLst>
                                            <p:cond delay="0"/>
                                          </p:stCondLst>
                                        </p:cTn>
                                        <p:tgtEl>
                                          <p:spTgt spid="299011">
                                            <p:txEl>
                                              <p:pRg st="1" end="1"/>
                                            </p:txEl>
                                          </p:spTgt>
                                        </p:tgtEl>
                                        <p:attrNameLst>
                                          <p:attrName>style.visibility</p:attrName>
                                        </p:attrNameLst>
                                      </p:cBhvr>
                                      <p:to>
                                        <p:strVal val="visible"/>
                                      </p:to>
                                    </p:set>
                                    <p:animEffect transition="in" filter="wheel(4)">
                                      <p:cBhvr>
                                        <p:cTn id="12" dur="2000"/>
                                        <p:tgtEl>
                                          <p:spTgt spid="299011">
                                            <p:txEl>
                                              <p:pRg st="1" end="1"/>
                                            </p:txEl>
                                          </p:spTgt>
                                        </p:tgtEl>
                                      </p:cBhvr>
                                    </p:animEffect>
                                  </p:childTnLst>
                                </p:cTn>
                              </p:par>
                              <p:par>
                                <p:cTn id="13" presetID="21" presetClass="entr" presetSubtype="4" fill="hold" nodeType="withEffect">
                                  <p:stCondLst>
                                    <p:cond delay="0"/>
                                  </p:stCondLst>
                                  <p:childTnLst>
                                    <p:set>
                                      <p:cBhvr>
                                        <p:cTn id="14" dur="1" fill="hold">
                                          <p:stCondLst>
                                            <p:cond delay="0"/>
                                          </p:stCondLst>
                                        </p:cTn>
                                        <p:tgtEl>
                                          <p:spTgt spid="299011">
                                            <p:txEl>
                                              <p:pRg st="2" end="2"/>
                                            </p:txEl>
                                          </p:spTgt>
                                        </p:tgtEl>
                                        <p:attrNameLst>
                                          <p:attrName>style.visibility</p:attrName>
                                        </p:attrNameLst>
                                      </p:cBhvr>
                                      <p:to>
                                        <p:strVal val="visible"/>
                                      </p:to>
                                    </p:set>
                                    <p:animEffect transition="in" filter="wheel(4)">
                                      <p:cBhvr>
                                        <p:cTn id="15" dur="2000"/>
                                        <p:tgtEl>
                                          <p:spTgt spid="299011">
                                            <p:txEl>
                                              <p:pRg st="2" end="2"/>
                                            </p:txEl>
                                          </p:spTgt>
                                        </p:tgtEl>
                                      </p:cBhvr>
                                    </p:animEffect>
                                  </p:childTnLst>
                                </p:cTn>
                              </p:par>
                              <p:par>
                                <p:cTn id="16" presetID="21" presetClass="entr" presetSubtype="4" fill="hold" nodeType="withEffect">
                                  <p:stCondLst>
                                    <p:cond delay="0"/>
                                  </p:stCondLst>
                                  <p:childTnLst>
                                    <p:set>
                                      <p:cBhvr>
                                        <p:cTn id="17" dur="1" fill="hold">
                                          <p:stCondLst>
                                            <p:cond delay="0"/>
                                          </p:stCondLst>
                                        </p:cTn>
                                        <p:tgtEl>
                                          <p:spTgt spid="299011">
                                            <p:txEl>
                                              <p:pRg st="3" end="3"/>
                                            </p:txEl>
                                          </p:spTgt>
                                        </p:tgtEl>
                                        <p:attrNameLst>
                                          <p:attrName>style.visibility</p:attrName>
                                        </p:attrNameLst>
                                      </p:cBhvr>
                                      <p:to>
                                        <p:strVal val="visible"/>
                                      </p:to>
                                    </p:set>
                                    <p:animEffect transition="in" filter="wheel(4)">
                                      <p:cBhvr>
                                        <p:cTn id="18" dur="2000"/>
                                        <p:tgtEl>
                                          <p:spTgt spid="299011">
                                            <p:txEl>
                                              <p:pRg st="3" end="3"/>
                                            </p:txEl>
                                          </p:spTgt>
                                        </p:tgtEl>
                                      </p:cBhvr>
                                    </p:animEffect>
                                  </p:childTnLst>
                                </p:cTn>
                              </p:par>
                              <p:par>
                                <p:cTn id="19" presetID="21" presetClass="entr" presetSubtype="4" fill="hold" nodeType="withEffect">
                                  <p:stCondLst>
                                    <p:cond delay="0"/>
                                  </p:stCondLst>
                                  <p:childTnLst>
                                    <p:set>
                                      <p:cBhvr>
                                        <p:cTn id="20" dur="1" fill="hold">
                                          <p:stCondLst>
                                            <p:cond delay="0"/>
                                          </p:stCondLst>
                                        </p:cTn>
                                        <p:tgtEl>
                                          <p:spTgt spid="299011">
                                            <p:txEl>
                                              <p:pRg st="4" end="4"/>
                                            </p:txEl>
                                          </p:spTgt>
                                        </p:tgtEl>
                                        <p:attrNameLst>
                                          <p:attrName>style.visibility</p:attrName>
                                        </p:attrNameLst>
                                      </p:cBhvr>
                                      <p:to>
                                        <p:strVal val="visible"/>
                                      </p:to>
                                    </p:set>
                                    <p:animEffect transition="in" filter="wheel(4)">
                                      <p:cBhvr>
                                        <p:cTn id="21" dur="2000"/>
                                        <p:tgtEl>
                                          <p:spTgt spid="299011">
                                            <p:txEl>
                                              <p:pRg st="4" end="4"/>
                                            </p:txEl>
                                          </p:spTgt>
                                        </p:tgtEl>
                                      </p:cBhvr>
                                    </p:animEffect>
                                  </p:childTnLst>
                                </p:cTn>
                              </p:par>
                              <p:par>
                                <p:cTn id="22" presetID="21" presetClass="entr" presetSubtype="4" fill="hold" nodeType="withEffect">
                                  <p:stCondLst>
                                    <p:cond delay="0"/>
                                  </p:stCondLst>
                                  <p:childTnLst>
                                    <p:set>
                                      <p:cBhvr>
                                        <p:cTn id="23" dur="1" fill="hold">
                                          <p:stCondLst>
                                            <p:cond delay="0"/>
                                          </p:stCondLst>
                                        </p:cTn>
                                        <p:tgtEl>
                                          <p:spTgt spid="299011">
                                            <p:txEl>
                                              <p:pRg st="5" end="5"/>
                                            </p:txEl>
                                          </p:spTgt>
                                        </p:tgtEl>
                                        <p:attrNameLst>
                                          <p:attrName>style.visibility</p:attrName>
                                        </p:attrNameLst>
                                      </p:cBhvr>
                                      <p:to>
                                        <p:strVal val="visible"/>
                                      </p:to>
                                    </p:set>
                                    <p:animEffect transition="in" filter="wheel(4)">
                                      <p:cBhvr>
                                        <p:cTn id="24" dur="2000"/>
                                        <p:tgtEl>
                                          <p:spTgt spid="299011">
                                            <p:txEl>
                                              <p:pRg st="5" end="5"/>
                                            </p:txEl>
                                          </p:spTgt>
                                        </p:tgtEl>
                                      </p:cBhvr>
                                    </p:animEffect>
                                  </p:childTnLst>
                                </p:cTn>
                              </p:par>
                              <p:par>
                                <p:cTn id="25" presetID="21" presetClass="entr" presetSubtype="4" fill="hold" nodeType="withEffect">
                                  <p:stCondLst>
                                    <p:cond delay="0"/>
                                  </p:stCondLst>
                                  <p:childTnLst>
                                    <p:set>
                                      <p:cBhvr>
                                        <p:cTn id="26" dur="1" fill="hold">
                                          <p:stCondLst>
                                            <p:cond delay="0"/>
                                          </p:stCondLst>
                                        </p:cTn>
                                        <p:tgtEl>
                                          <p:spTgt spid="299011">
                                            <p:txEl>
                                              <p:pRg st="6" end="6"/>
                                            </p:txEl>
                                          </p:spTgt>
                                        </p:tgtEl>
                                        <p:attrNameLst>
                                          <p:attrName>style.visibility</p:attrName>
                                        </p:attrNameLst>
                                      </p:cBhvr>
                                      <p:to>
                                        <p:strVal val="visible"/>
                                      </p:to>
                                    </p:set>
                                    <p:animEffect transition="in" filter="wheel(4)">
                                      <p:cBhvr>
                                        <p:cTn id="27" dur="2000"/>
                                        <p:tgtEl>
                                          <p:spTgt spid="2990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a:extLst>
              <a:ext uri="{FF2B5EF4-FFF2-40B4-BE49-F238E27FC236}">
                <a16:creationId xmlns:a16="http://schemas.microsoft.com/office/drawing/2014/main" id="{B06E84C1-6F2F-9555-0FF5-3CA167284FF7}"/>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E49550E9-D175-4B7A-B7B5-98A036755BB2}" type="slidenum">
              <a:rPr lang="en-US" altLang="vi-VN" sz="1000">
                <a:latin typeface="Verdana" panose="020B0604030504040204" pitchFamily="34" charset="0"/>
              </a:rPr>
              <a:pPr algn="r" eaLnBrk="1" hangingPunct="1">
                <a:spcBef>
                  <a:spcPct val="0"/>
                </a:spcBef>
                <a:buFontTx/>
                <a:buNone/>
              </a:pPr>
              <a:t>29</a:t>
            </a:fld>
            <a:endParaRPr lang="en-US" altLang="vi-VN" sz="1000">
              <a:latin typeface="Verdana" panose="020B0604030504040204" pitchFamily="34" charset="0"/>
            </a:endParaRPr>
          </a:p>
        </p:txBody>
      </p:sp>
      <p:sp>
        <p:nvSpPr>
          <p:cNvPr id="45059" name="Rectangle 2">
            <a:extLst>
              <a:ext uri="{FF2B5EF4-FFF2-40B4-BE49-F238E27FC236}">
                <a16:creationId xmlns:a16="http://schemas.microsoft.com/office/drawing/2014/main" id="{7B7DDC8A-53B4-5D3E-34C5-24665F7CFB02}"/>
              </a:ext>
            </a:extLst>
          </p:cNvPr>
          <p:cNvSpPr>
            <a:spLocks noGrp="1" noChangeArrowheads="1"/>
          </p:cNvSpPr>
          <p:nvPr>
            <p:ph type="title" idx="4294967295"/>
          </p:nvPr>
        </p:nvSpPr>
        <p:spPr>
          <a:xfrm>
            <a:off x="1765300" y="361950"/>
            <a:ext cx="6286500" cy="320675"/>
          </a:xfrm>
        </p:spPr>
        <p:txBody>
          <a:bodyPr anchor="b"/>
          <a:lstStyle/>
          <a:p>
            <a:pPr eaLnBrk="1" hangingPunct="1"/>
            <a:r>
              <a:rPr lang="en-US" altLang="vi-VN" sz="2800" b="1">
                <a:solidFill>
                  <a:srgbClr val="FF0000"/>
                </a:solidFill>
                <a:latin typeface="Times New Roman" panose="02020603050405020304" pitchFamily="18" charset="0"/>
              </a:rPr>
              <a:t>I. XỬ LÝ TRÊN VÙNG (TT)</a:t>
            </a:r>
          </a:p>
        </p:txBody>
      </p:sp>
      <p:sp>
        <p:nvSpPr>
          <p:cNvPr id="300035" name="Rectangle 3">
            <a:extLst>
              <a:ext uri="{FF2B5EF4-FFF2-40B4-BE49-F238E27FC236}">
                <a16:creationId xmlns:a16="http://schemas.microsoft.com/office/drawing/2014/main" id="{B1DE0977-B98E-A261-F86C-80F8A06F9416}"/>
              </a:ext>
            </a:extLst>
          </p:cNvPr>
          <p:cNvSpPr>
            <a:spLocks noGrp="1" noChangeArrowheads="1"/>
          </p:cNvSpPr>
          <p:nvPr>
            <p:ph type="body" idx="4294967295"/>
          </p:nvPr>
        </p:nvSpPr>
        <p:spPr>
          <a:xfrm>
            <a:off x="0" y="762000"/>
            <a:ext cx="9144000" cy="5715000"/>
          </a:xfrm>
        </p:spPr>
        <p:txBody>
          <a:bodyPr/>
          <a:lstStyle/>
          <a:p>
            <a:pPr marL="57150" indent="-57150" eaLnBrk="1" hangingPunct="1">
              <a:buFont typeface="Wingdings" panose="05000000000000000000" pitchFamily="2" charset="2"/>
              <a:buNone/>
            </a:pPr>
            <a:endParaRPr lang="en-US" altLang="vi-VN" sz="2400" b="1"/>
          </a:p>
          <a:p>
            <a:pPr marL="57150" indent="-57150" algn="just" eaLnBrk="1" hangingPunct="1">
              <a:buFont typeface="Wingdings" panose="05000000000000000000" pitchFamily="2" charset="2"/>
              <a:buNone/>
            </a:pPr>
            <a:r>
              <a:rPr lang="en-US" altLang="vi-VN" sz="2800" b="1">
                <a:solidFill>
                  <a:srgbClr val="FF0000"/>
                </a:solidFill>
                <a:latin typeface="Times New Roman" panose="02020603050405020304" pitchFamily="18" charset="0"/>
              </a:rPr>
              <a:t>4. Lệnh Undo, Redo.</a:t>
            </a:r>
            <a:r>
              <a:rPr lang="en-US" altLang="vi-VN" sz="2800">
                <a:latin typeface="Times New Roman" panose="02020603050405020304" pitchFamily="18" charset="0"/>
              </a:rPr>
              <a:t> </a:t>
            </a:r>
          </a:p>
          <a:p>
            <a:pPr marL="57150" indent="-57150" algn="just" eaLnBrk="1" hangingPunct="1">
              <a:buFont typeface="Wingdings" panose="05000000000000000000" pitchFamily="2" charset="2"/>
              <a:buNone/>
            </a:pPr>
            <a:r>
              <a:rPr lang="en-US" altLang="vi-VN" sz="2800" b="1">
                <a:solidFill>
                  <a:srgbClr val="FF0000"/>
                </a:solidFill>
                <a:latin typeface="Times New Roman" panose="02020603050405020304" pitchFamily="18" charset="0"/>
              </a:rPr>
              <a:t>a. Lệnh Undo:</a:t>
            </a:r>
            <a:endParaRPr lang="en-US" altLang="vi-VN" sz="2800">
              <a:solidFill>
                <a:srgbClr val="FF0000"/>
              </a:solidFill>
              <a:latin typeface="Times New Roman" panose="02020603050405020304" pitchFamily="18" charset="0"/>
            </a:endParaRPr>
          </a:p>
          <a:p>
            <a:pPr marL="57150" indent="-57150" algn="just" eaLnBrk="1" hangingPunct="1">
              <a:buFont typeface="Wingdings" panose="05000000000000000000" pitchFamily="2" charset="2"/>
              <a:buNone/>
            </a:pPr>
            <a:r>
              <a:rPr lang="en-US" altLang="vi-VN" sz="2800">
                <a:latin typeface="Times New Roman" panose="02020603050405020304" pitchFamily="18" charset="0"/>
              </a:rPr>
              <a:t>Nếu sai lầm nào đó như xóa nhầm khối dữ liệu có thể hủy bỏ lệnh đó bằng chức năng </a:t>
            </a:r>
            <a:r>
              <a:rPr lang="en-US" altLang="vi-VN" sz="2800" b="1">
                <a:latin typeface="Times New Roman" panose="02020603050405020304" pitchFamily="18" charset="0"/>
              </a:rPr>
              <a:t>Undo</a:t>
            </a:r>
          </a:p>
          <a:p>
            <a:pPr marL="57150" indent="-57150" algn="just" eaLnBrk="1" hangingPunct="1">
              <a:buFont typeface="Wingdings" panose="05000000000000000000" pitchFamily="2" charset="2"/>
              <a:buNone/>
            </a:pPr>
            <a:r>
              <a:rPr lang="en-US" altLang="vi-VN" sz="2800">
                <a:latin typeface="Times New Roman" panose="02020603050405020304" pitchFamily="18" charset="0"/>
              </a:rPr>
              <a:t>Vào menu </a:t>
            </a:r>
            <a:r>
              <a:rPr lang="en-US" altLang="vi-VN" sz="2800" b="1">
                <a:latin typeface="Times New Roman" panose="02020603050405020304" pitchFamily="18" charset="0"/>
              </a:rPr>
              <a:t>Edit \ Undo</a:t>
            </a:r>
            <a:r>
              <a:rPr lang="en-US" altLang="vi-VN" sz="2800">
                <a:latin typeface="Times New Roman" panose="02020603050405020304" pitchFamily="18" charset="0"/>
              </a:rPr>
              <a:t> hoặc nhấn phím tổ hợp </a:t>
            </a:r>
            <a:r>
              <a:rPr lang="en-US" altLang="vi-VN" sz="2800" b="1">
                <a:latin typeface="Times New Roman" panose="02020603050405020304" pitchFamily="18" charset="0"/>
              </a:rPr>
              <a:t>Ctrl + Z</a:t>
            </a:r>
            <a:r>
              <a:rPr lang="en-US" altLang="vi-VN" sz="2800">
                <a:latin typeface="Times New Roman" panose="02020603050405020304" pitchFamily="18" charset="0"/>
              </a:rPr>
              <a:t>; hoặc Click vào </a:t>
            </a:r>
          </a:p>
          <a:p>
            <a:pPr marL="57150" indent="-57150" eaLnBrk="1" hangingPunct="1">
              <a:buFont typeface="Wingdings" panose="05000000000000000000" pitchFamily="2" charset="2"/>
              <a:buNone/>
            </a:pPr>
            <a:r>
              <a:rPr lang="en-US" altLang="vi-VN" sz="2800" b="1">
                <a:solidFill>
                  <a:srgbClr val="FF0000"/>
                </a:solidFill>
                <a:latin typeface="Times New Roman" panose="02020603050405020304" pitchFamily="18" charset="0"/>
              </a:rPr>
              <a:t>b. Lệnh Redo</a:t>
            </a:r>
            <a:endParaRPr lang="en-US" altLang="vi-VN" sz="2800">
              <a:solidFill>
                <a:srgbClr val="FF0000"/>
              </a:solidFill>
              <a:latin typeface="Times New Roman" panose="02020603050405020304" pitchFamily="18" charset="0"/>
            </a:endParaRPr>
          </a:p>
          <a:p>
            <a:pPr marL="57150" indent="-57150" eaLnBrk="1" hangingPunct="1">
              <a:buFont typeface="Wingdings" panose="05000000000000000000" pitchFamily="2" charset="2"/>
              <a:buChar char="Ø"/>
            </a:pPr>
            <a:r>
              <a:rPr lang="en-US" altLang="vi-VN" sz="2800">
                <a:latin typeface="Times New Roman" panose="02020603050405020304" pitchFamily="18" charset="0"/>
              </a:rPr>
              <a:t>Lệnh </a:t>
            </a:r>
            <a:r>
              <a:rPr lang="en-US" altLang="vi-VN" sz="2800" b="1">
                <a:latin typeface="Times New Roman" panose="02020603050405020304" pitchFamily="18" charset="0"/>
              </a:rPr>
              <a:t>Redo</a:t>
            </a:r>
            <a:r>
              <a:rPr lang="en-US" altLang="vi-VN" sz="2800">
                <a:latin typeface="Times New Roman" panose="02020603050405020304" pitchFamily="18" charset="0"/>
              </a:rPr>
              <a:t> dùng để hủy bỏ thao tác </a:t>
            </a:r>
            <a:r>
              <a:rPr lang="en-US" altLang="vi-VN" sz="2800" b="1">
                <a:latin typeface="Times New Roman" panose="02020603050405020304" pitchFamily="18" charset="0"/>
              </a:rPr>
              <a:t>Undo</a:t>
            </a:r>
            <a:r>
              <a:rPr lang="en-US" altLang="vi-VN" sz="2800">
                <a:latin typeface="Times New Roman" panose="02020603050405020304" pitchFamily="18" charset="0"/>
              </a:rPr>
              <a:t> vừa thực hiện</a:t>
            </a:r>
          </a:p>
          <a:p>
            <a:pPr marL="57150" indent="-57150" eaLnBrk="1" hangingPunct="1">
              <a:buFont typeface="Wingdings" panose="05000000000000000000" pitchFamily="2" charset="2"/>
              <a:buChar char="Ø"/>
            </a:pPr>
            <a:r>
              <a:rPr lang="en-US" altLang="vi-VN" sz="2800">
                <a:latin typeface="Times New Roman" panose="02020603050405020304" pitchFamily="18" charset="0"/>
              </a:rPr>
              <a:t>Vào menu </a:t>
            </a:r>
            <a:r>
              <a:rPr lang="en-US" altLang="vi-VN" sz="2800" b="1">
                <a:latin typeface="Times New Roman" panose="02020603050405020304" pitchFamily="18" charset="0"/>
              </a:rPr>
              <a:t>Edit \ Redo</a:t>
            </a:r>
            <a:r>
              <a:rPr lang="en-US" altLang="vi-VN" sz="2800">
                <a:latin typeface="Times New Roman" panose="02020603050405020304" pitchFamily="18" charset="0"/>
              </a:rPr>
              <a:t> hoặc nhấn phím tổ hợp </a:t>
            </a:r>
            <a:r>
              <a:rPr lang="en-US" altLang="vi-VN" sz="2800" b="1">
                <a:latin typeface="Times New Roman" panose="02020603050405020304" pitchFamily="18" charset="0"/>
              </a:rPr>
              <a:t>Ctrl + Y</a:t>
            </a:r>
            <a:endParaRPr lang="en-US" altLang="vi-VN" sz="2800">
              <a:latin typeface="Times New Roman" panose="02020603050405020304" pitchFamily="18" charset="0"/>
            </a:endParaRPr>
          </a:p>
        </p:txBody>
      </p:sp>
      <p:pic>
        <p:nvPicPr>
          <p:cNvPr id="300036" name="Picture 4" descr="untitled574">
            <a:extLst>
              <a:ext uri="{FF2B5EF4-FFF2-40B4-BE49-F238E27FC236}">
                <a16:creationId xmlns:a16="http://schemas.microsoft.com/office/drawing/2014/main" id="{56E28C04-729E-2F06-05E7-B52E6B36FE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3733800"/>
            <a:ext cx="914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300035">
                                            <p:txEl>
                                              <p:pRg st="1" end="1"/>
                                            </p:txEl>
                                          </p:spTgt>
                                        </p:tgtEl>
                                        <p:attrNameLst>
                                          <p:attrName>style.visibility</p:attrName>
                                        </p:attrNameLst>
                                      </p:cBhvr>
                                      <p:to>
                                        <p:strVal val="visible"/>
                                      </p:to>
                                    </p:set>
                                    <p:animEffect transition="in" filter="wheel(4)">
                                      <p:cBhvr>
                                        <p:cTn id="7" dur="2000"/>
                                        <p:tgtEl>
                                          <p:spTgt spid="300035">
                                            <p:txEl>
                                              <p:pRg st="1" end="1"/>
                                            </p:txEl>
                                          </p:spTgt>
                                        </p:tgtEl>
                                      </p:cBhvr>
                                    </p:animEffect>
                                  </p:childTnLst>
                                </p:cTn>
                              </p:par>
                              <p:par>
                                <p:cTn id="8" presetID="21" presetClass="entr" presetSubtype="4" fill="hold" nodeType="withEffect">
                                  <p:stCondLst>
                                    <p:cond delay="0"/>
                                  </p:stCondLst>
                                  <p:childTnLst>
                                    <p:set>
                                      <p:cBhvr>
                                        <p:cTn id="9" dur="1" fill="hold">
                                          <p:stCondLst>
                                            <p:cond delay="0"/>
                                          </p:stCondLst>
                                        </p:cTn>
                                        <p:tgtEl>
                                          <p:spTgt spid="300035">
                                            <p:txEl>
                                              <p:pRg st="2" end="2"/>
                                            </p:txEl>
                                          </p:spTgt>
                                        </p:tgtEl>
                                        <p:attrNameLst>
                                          <p:attrName>style.visibility</p:attrName>
                                        </p:attrNameLst>
                                      </p:cBhvr>
                                      <p:to>
                                        <p:strVal val="visible"/>
                                      </p:to>
                                    </p:set>
                                    <p:animEffect transition="in" filter="wheel(4)">
                                      <p:cBhvr>
                                        <p:cTn id="10" dur="2000"/>
                                        <p:tgtEl>
                                          <p:spTgt spid="300035">
                                            <p:txEl>
                                              <p:pRg st="2" end="2"/>
                                            </p:txEl>
                                          </p:spTgt>
                                        </p:tgtEl>
                                      </p:cBhvr>
                                    </p:animEffect>
                                  </p:childTnLst>
                                </p:cTn>
                              </p:par>
                              <p:par>
                                <p:cTn id="11" presetID="21" presetClass="entr" presetSubtype="4" fill="hold" nodeType="withEffect">
                                  <p:stCondLst>
                                    <p:cond delay="0"/>
                                  </p:stCondLst>
                                  <p:childTnLst>
                                    <p:set>
                                      <p:cBhvr>
                                        <p:cTn id="12" dur="1" fill="hold">
                                          <p:stCondLst>
                                            <p:cond delay="0"/>
                                          </p:stCondLst>
                                        </p:cTn>
                                        <p:tgtEl>
                                          <p:spTgt spid="300035">
                                            <p:txEl>
                                              <p:pRg st="3" end="3"/>
                                            </p:txEl>
                                          </p:spTgt>
                                        </p:tgtEl>
                                        <p:attrNameLst>
                                          <p:attrName>style.visibility</p:attrName>
                                        </p:attrNameLst>
                                      </p:cBhvr>
                                      <p:to>
                                        <p:strVal val="visible"/>
                                      </p:to>
                                    </p:set>
                                    <p:animEffect transition="in" filter="wheel(4)">
                                      <p:cBhvr>
                                        <p:cTn id="13" dur="2000"/>
                                        <p:tgtEl>
                                          <p:spTgt spid="300035">
                                            <p:txEl>
                                              <p:pRg st="3" end="3"/>
                                            </p:txEl>
                                          </p:spTgt>
                                        </p:tgtEl>
                                      </p:cBhvr>
                                    </p:animEffect>
                                  </p:childTnLst>
                                </p:cTn>
                              </p:par>
                              <p:par>
                                <p:cTn id="14" presetID="21" presetClass="entr" presetSubtype="4" fill="hold" nodeType="withEffect">
                                  <p:stCondLst>
                                    <p:cond delay="0"/>
                                  </p:stCondLst>
                                  <p:childTnLst>
                                    <p:set>
                                      <p:cBhvr>
                                        <p:cTn id="15" dur="1" fill="hold">
                                          <p:stCondLst>
                                            <p:cond delay="0"/>
                                          </p:stCondLst>
                                        </p:cTn>
                                        <p:tgtEl>
                                          <p:spTgt spid="300035">
                                            <p:txEl>
                                              <p:pRg st="4" end="4"/>
                                            </p:txEl>
                                          </p:spTgt>
                                        </p:tgtEl>
                                        <p:attrNameLst>
                                          <p:attrName>style.visibility</p:attrName>
                                        </p:attrNameLst>
                                      </p:cBhvr>
                                      <p:to>
                                        <p:strVal val="visible"/>
                                      </p:to>
                                    </p:set>
                                    <p:animEffect transition="in" filter="wheel(4)">
                                      <p:cBhvr>
                                        <p:cTn id="16" dur="2000"/>
                                        <p:tgtEl>
                                          <p:spTgt spid="300035">
                                            <p:txEl>
                                              <p:pRg st="4" end="4"/>
                                            </p:txEl>
                                          </p:spTgt>
                                        </p:tgtEl>
                                      </p:cBhvr>
                                    </p:animEffect>
                                  </p:childTnLst>
                                </p:cTn>
                              </p:par>
                              <p:par>
                                <p:cTn id="17" presetID="21" presetClass="entr" presetSubtype="4" fill="hold" nodeType="withEffect">
                                  <p:stCondLst>
                                    <p:cond delay="0"/>
                                  </p:stCondLst>
                                  <p:childTnLst>
                                    <p:set>
                                      <p:cBhvr>
                                        <p:cTn id="18" dur="1" fill="hold">
                                          <p:stCondLst>
                                            <p:cond delay="0"/>
                                          </p:stCondLst>
                                        </p:cTn>
                                        <p:tgtEl>
                                          <p:spTgt spid="300035">
                                            <p:txEl>
                                              <p:pRg st="5" end="5"/>
                                            </p:txEl>
                                          </p:spTgt>
                                        </p:tgtEl>
                                        <p:attrNameLst>
                                          <p:attrName>style.visibility</p:attrName>
                                        </p:attrNameLst>
                                      </p:cBhvr>
                                      <p:to>
                                        <p:strVal val="visible"/>
                                      </p:to>
                                    </p:set>
                                    <p:animEffect transition="in" filter="wheel(4)">
                                      <p:cBhvr>
                                        <p:cTn id="19" dur="2000"/>
                                        <p:tgtEl>
                                          <p:spTgt spid="300035">
                                            <p:txEl>
                                              <p:pRg st="5" end="5"/>
                                            </p:txEl>
                                          </p:spTgt>
                                        </p:tgtEl>
                                      </p:cBhvr>
                                    </p:animEffect>
                                  </p:childTnLst>
                                </p:cTn>
                              </p:par>
                              <p:par>
                                <p:cTn id="20" presetID="21" presetClass="entr" presetSubtype="4" fill="hold" nodeType="withEffect">
                                  <p:stCondLst>
                                    <p:cond delay="0"/>
                                  </p:stCondLst>
                                  <p:childTnLst>
                                    <p:set>
                                      <p:cBhvr>
                                        <p:cTn id="21" dur="1" fill="hold">
                                          <p:stCondLst>
                                            <p:cond delay="0"/>
                                          </p:stCondLst>
                                        </p:cTn>
                                        <p:tgtEl>
                                          <p:spTgt spid="300035">
                                            <p:txEl>
                                              <p:pRg st="6" end="6"/>
                                            </p:txEl>
                                          </p:spTgt>
                                        </p:tgtEl>
                                        <p:attrNameLst>
                                          <p:attrName>style.visibility</p:attrName>
                                        </p:attrNameLst>
                                      </p:cBhvr>
                                      <p:to>
                                        <p:strVal val="visible"/>
                                      </p:to>
                                    </p:set>
                                    <p:animEffect transition="in" filter="wheel(4)">
                                      <p:cBhvr>
                                        <p:cTn id="22" dur="2000"/>
                                        <p:tgtEl>
                                          <p:spTgt spid="300035">
                                            <p:txEl>
                                              <p:pRg st="6" end="6"/>
                                            </p:txEl>
                                          </p:spTgt>
                                        </p:tgtEl>
                                      </p:cBhvr>
                                    </p:animEffect>
                                  </p:childTnLst>
                                </p:cTn>
                              </p:par>
                              <p:par>
                                <p:cTn id="23" presetID="21" presetClass="entr" presetSubtype="4" fill="hold" nodeType="withEffect">
                                  <p:stCondLst>
                                    <p:cond delay="0"/>
                                  </p:stCondLst>
                                  <p:childTnLst>
                                    <p:set>
                                      <p:cBhvr>
                                        <p:cTn id="24" dur="1" fill="hold">
                                          <p:stCondLst>
                                            <p:cond delay="0"/>
                                          </p:stCondLst>
                                        </p:cTn>
                                        <p:tgtEl>
                                          <p:spTgt spid="300035">
                                            <p:txEl>
                                              <p:pRg st="7" end="7"/>
                                            </p:txEl>
                                          </p:spTgt>
                                        </p:tgtEl>
                                        <p:attrNameLst>
                                          <p:attrName>style.visibility</p:attrName>
                                        </p:attrNameLst>
                                      </p:cBhvr>
                                      <p:to>
                                        <p:strVal val="visible"/>
                                      </p:to>
                                    </p:set>
                                    <p:animEffect transition="in" filter="wheel(4)">
                                      <p:cBhvr>
                                        <p:cTn id="25" dur="2000"/>
                                        <p:tgtEl>
                                          <p:spTgt spid="300035">
                                            <p:txEl>
                                              <p:pRg st="7" end="7"/>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1" presetClass="entr" presetSubtype="4" fill="hold" nodeType="clickEffect">
                                  <p:stCondLst>
                                    <p:cond delay="0"/>
                                  </p:stCondLst>
                                  <p:childTnLst>
                                    <p:set>
                                      <p:cBhvr>
                                        <p:cTn id="29" dur="1" fill="hold">
                                          <p:stCondLst>
                                            <p:cond delay="0"/>
                                          </p:stCondLst>
                                        </p:cTn>
                                        <p:tgtEl>
                                          <p:spTgt spid="300036"/>
                                        </p:tgtEl>
                                        <p:attrNameLst>
                                          <p:attrName>style.visibility</p:attrName>
                                        </p:attrNameLst>
                                      </p:cBhvr>
                                      <p:to>
                                        <p:strVal val="visible"/>
                                      </p:to>
                                    </p:set>
                                    <p:animEffect transition="in" filter="wheel(4)">
                                      <p:cBhvr>
                                        <p:cTn id="30" dur="2000"/>
                                        <p:tgtEl>
                                          <p:spTgt spid="3000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5">
            <a:extLst>
              <a:ext uri="{FF2B5EF4-FFF2-40B4-BE49-F238E27FC236}">
                <a16:creationId xmlns:a16="http://schemas.microsoft.com/office/drawing/2014/main" id="{CB9DBDC0-1773-06E2-C6C4-CDBE258CD7A6}"/>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5610B9DF-75AF-4F9C-BA6A-A8D9C710331A}" type="slidenum">
              <a:rPr lang="en-US" altLang="vi-VN" sz="1000">
                <a:latin typeface="Verdana" panose="020B0604030504040204" pitchFamily="34" charset="0"/>
              </a:rPr>
              <a:pPr algn="r" eaLnBrk="1" hangingPunct="1">
                <a:spcBef>
                  <a:spcPct val="0"/>
                </a:spcBef>
                <a:buFontTx/>
                <a:buNone/>
              </a:pPr>
              <a:t>30</a:t>
            </a:fld>
            <a:endParaRPr lang="en-US" altLang="vi-VN" sz="1000">
              <a:latin typeface="Verdana" panose="020B0604030504040204" pitchFamily="34" charset="0"/>
            </a:endParaRPr>
          </a:p>
        </p:txBody>
      </p:sp>
      <p:sp>
        <p:nvSpPr>
          <p:cNvPr id="46083" name="Rectangle 2">
            <a:extLst>
              <a:ext uri="{FF2B5EF4-FFF2-40B4-BE49-F238E27FC236}">
                <a16:creationId xmlns:a16="http://schemas.microsoft.com/office/drawing/2014/main" id="{AE58C493-BE35-3D50-64EC-67164F28C216}"/>
              </a:ext>
            </a:extLst>
          </p:cNvPr>
          <p:cNvSpPr>
            <a:spLocks noGrp="1" noChangeArrowheads="1"/>
          </p:cNvSpPr>
          <p:nvPr>
            <p:ph type="title" idx="4294967295"/>
          </p:nvPr>
        </p:nvSpPr>
        <p:spPr>
          <a:xfrm>
            <a:off x="381000" y="-152400"/>
            <a:ext cx="8229600" cy="838200"/>
          </a:xfrm>
        </p:spPr>
        <p:txBody>
          <a:bodyPr anchor="b"/>
          <a:lstStyle/>
          <a:p>
            <a:pPr eaLnBrk="1" hangingPunct="1"/>
            <a:r>
              <a:rPr lang="en-US" altLang="vi-VN" sz="2800" b="1">
                <a:solidFill>
                  <a:srgbClr val="FF0000"/>
                </a:solidFill>
                <a:latin typeface="Times New Roman" panose="02020603050405020304" pitchFamily="18" charset="0"/>
              </a:rPr>
              <a:t>I. XỬ LÝ TRÊN VÙNG (TT)</a:t>
            </a:r>
          </a:p>
        </p:txBody>
      </p:sp>
      <p:sp>
        <p:nvSpPr>
          <p:cNvPr id="302083" name="Rectangle 3">
            <a:extLst>
              <a:ext uri="{FF2B5EF4-FFF2-40B4-BE49-F238E27FC236}">
                <a16:creationId xmlns:a16="http://schemas.microsoft.com/office/drawing/2014/main" id="{A82D9220-AA95-7E7D-715E-74A6D92535D3}"/>
              </a:ext>
            </a:extLst>
          </p:cNvPr>
          <p:cNvSpPr>
            <a:spLocks noGrp="1" noChangeArrowheads="1"/>
          </p:cNvSpPr>
          <p:nvPr>
            <p:ph type="body" idx="4294967295"/>
          </p:nvPr>
        </p:nvSpPr>
        <p:spPr>
          <a:xfrm>
            <a:off x="381000" y="838200"/>
            <a:ext cx="8458200" cy="5562600"/>
          </a:xfrm>
        </p:spPr>
        <p:txBody>
          <a:bodyPr/>
          <a:lstStyle/>
          <a:p>
            <a:pPr marL="58738" indent="-58738" eaLnBrk="1" hangingPunct="1">
              <a:buFont typeface="Wingdings" panose="05000000000000000000" pitchFamily="2" charset="2"/>
              <a:buNone/>
            </a:pPr>
            <a:endParaRPr lang="en-US" altLang="vi-VN">
              <a:latin typeface="Times New Roman" panose="02020603050405020304" pitchFamily="18" charset="0"/>
            </a:endParaRPr>
          </a:p>
          <a:p>
            <a:pPr marL="58738" indent="-58738" algn="just" eaLnBrk="1" hangingPunct="1">
              <a:buFont typeface="Wingdings" panose="05000000000000000000" pitchFamily="2" charset="2"/>
              <a:buNone/>
            </a:pPr>
            <a:r>
              <a:rPr lang="en-US" altLang="vi-VN" sz="2800" b="1">
                <a:solidFill>
                  <a:srgbClr val="FF0000"/>
                </a:solidFill>
                <a:latin typeface="Times New Roman" panose="02020603050405020304" pitchFamily="18" charset="0"/>
              </a:rPr>
              <a:t>5. Sao chép dữ liệu từ ô này sang ô khác và điền dữ liệu tự động:</a:t>
            </a:r>
          </a:p>
          <a:p>
            <a:pPr marL="58738" indent="-58738" eaLnBrk="1" hangingPunct="1">
              <a:buFont typeface="Wingdings" panose="05000000000000000000" pitchFamily="2" charset="2"/>
              <a:buNone/>
            </a:pPr>
            <a:r>
              <a:rPr lang="en-US" altLang="vi-VN" sz="2800">
                <a:solidFill>
                  <a:srgbClr val="0000FF"/>
                </a:solidFill>
                <a:latin typeface="Times New Roman" panose="02020603050405020304" pitchFamily="18" charset="0"/>
              </a:rPr>
              <a:t>Bước 1:</a:t>
            </a:r>
          </a:p>
          <a:p>
            <a:pPr marL="58738" indent="-58738" eaLnBrk="1" hangingPunct="1">
              <a:buFont typeface="Wingdings" panose="05000000000000000000" pitchFamily="2" charset="2"/>
              <a:buNone/>
            </a:pPr>
            <a:r>
              <a:rPr lang="en-US" altLang="vi-VN" sz="2800">
                <a:latin typeface="Times New Roman" panose="02020603050405020304" pitchFamily="18" charset="0"/>
              </a:rPr>
              <a:t>    Chọn vùng dữ liệu nguồn cần sao chép.</a:t>
            </a:r>
          </a:p>
          <a:p>
            <a:pPr marL="58738" indent="-58738" eaLnBrk="1" hangingPunct="1">
              <a:buFont typeface="Wingdings" panose="05000000000000000000" pitchFamily="2" charset="2"/>
              <a:buNone/>
            </a:pPr>
            <a:r>
              <a:rPr lang="en-US" altLang="vi-VN" sz="2800">
                <a:solidFill>
                  <a:srgbClr val="0000FF"/>
                </a:solidFill>
                <a:latin typeface="Times New Roman" panose="02020603050405020304" pitchFamily="18" charset="0"/>
              </a:rPr>
              <a:t>Bước 2:</a:t>
            </a:r>
          </a:p>
          <a:p>
            <a:pPr marL="58738" indent="-58738" eaLnBrk="1" hangingPunct="1">
              <a:buFont typeface="Wingdings" panose="05000000000000000000" pitchFamily="2" charset="2"/>
              <a:buNone/>
            </a:pPr>
            <a:r>
              <a:rPr lang="en-US" altLang="vi-VN" sz="2800">
                <a:latin typeface="Times New Roman" panose="02020603050405020304" pitchFamily="18" charset="0"/>
              </a:rPr>
              <a:t>    + Vào lệnh Edit \ Copy</a:t>
            </a:r>
          </a:p>
          <a:p>
            <a:pPr marL="58738" indent="-58738" eaLnBrk="1" hangingPunct="1">
              <a:buFont typeface="Wingdings" panose="05000000000000000000" pitchFamily="2" charset="2"/>
              <a:buNone/>
            </a:pPr>
            <a:r>
              <a:rPr lang="en-US" altLang="vi-VN" sz="2800">
                <a:latin typeface="Times New Roman" panose="02020603050405020304" pitchFamily="18" charset="0"/>
              </a:rPr>
              <a:t>    + Dùng tổ hợp phím Ctrl + C </a:t>
            </a:r>
          </a:p>
          <a:p>
            <a:pPr marL="58738" indent="-58738" eaLnBrk="1" hangingPunct="1">
              <a:buFont typeface="Wingdings" panose="05000000000000000000" pitchFamily="2" charset="2"/>
              <a:buNone/>
            </a:pPr>
            <a:r>
              <a:rPr lang="en-US" altLang="vi-VN" sz="2800">
                <a:latin typeface="Times New Roman" panose="02020603050405020304" pitchFamily="18" charset="0"/>
              </a:rPr>
              <a:t>    + Click vào biểu tượng</a:t>
            </a:r>
            <a:r>
              <a:rPr lang="en-US" altLang="vi-VN"/>
              <a:t>        </a:t>
            </a:r>
          </a:p>
        </p:txBody>
      </p:sp>
      <p:pic>
        <p:nvPicPr>
          <p:cNvPr id="302084" name="Picture 4" descr="untitled3">
            <a:extLst>
              <a:ext uri="{FF2B5EF4-FFF2-40B4-BE49-F238E27FC236}">
                <a16:creationId xmlns:a16="http://schemas.microsoft.com/office/drawing/2014/main" id="{535C965F-3892-3784-7122-7BE5E34FDF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3400" y="5105400"/>
            <a:ext cx="5969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9" presetClass="entr" presetSubtype="10" fill="hold" nodeType="clickEffect">
                                  <p:stCondLst>
                                    <p:cond delay="0"/>
                                  </p:stCondLst>
                                  <p:childTnLst>
                                    <p:set>
                                      <p:cBhvr>
                                        <p:cTn id="6" dur="1" fill="hold">
                                          <p:stCondLst>
                                            <p:cond delay="0"/>
                                          </p:stCondLst>
                                        </p:cTn>
                                        <p:tgtEl>
                                          <p:spTgt spid="302083">
                                            <p:txEl>
                                              <p:pRg st="1" end="1"/>
                                            </p:txEl>
                                          </p:spTgt>
                                        </p:tgtEl>
                                        <p:attrNameLst>
                                          <p:attrName>style.visibility</p:attrName>
                                        </p:attrNameLst>
                                      </p:cBhvr>
                                      <p:to>
                                        <p:strVal val="visible"/>
                                      </p:to>
                                    </p:set>
                                    <p:anim calcmode="lin" valueType="num">
                                      <p:cBhvr>
                                        <p:cTn id="7" dur="5000" fill="hold"/>
                                        <p:tgtEl>
                                          <p:spTgt spid="302083">
                                            <p:txEl>
                                              <p:pRg st="1" end="1"/>
                                            </p:txEl>
                                          </p:spTgt>
                                        </p:tgtEl>
                                        <p:attrNameLst>
                                          <p:attrName>ppt_w</p:attrName>
                                        </p:attrNameLst>
                                      </p:cBhvr>
                                      <p:tavLst>
                                        <p:tav tm="0" fmla="#ppt_w*sin(2.5*pi*$)">
                                          <p:val>
                                            <p:fltVal val="0"/>
                                          </p:val>
                                        </p:tav>
                                        <p:tav tm="100000">
                                          <p:val>
                                            <p:fltVal val="1"/>
                                          </p:val>
                                        </p:tav>
                                      </p:tavLst>
                                    </p:anim>
                                    <p:anim calcmode="lin" valueType="num">
                                      <p:cBhvr>
                                        <p:cTn id="8" dur="5000" fill="hold"/>
                                        <p:tgtEl>
                                          <p:spTgt spid="302083">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1" presetClass="entr" presetSubtype="0" fill="hold" nodeType="clickEffect">
                                  <p:stCondLst>
                                    <p:cond delay="0"/>
                                  </p:stCondLst>
                                  <p:iterate type="lt">
                                    <p:tmPct val="10000"/>
                                  </p:iterate>
                                  <p:childTnLst>
                                    <p:set>
                                      <p:cBhvr>
                                        <p:cTn id="12" dur="1" fill="hold">
                                          <p:stCondLst>
                                            <p:cond delay="0"/>
                                          </p:stCondLst>
                                        </p:cTn>
                                        <p:tgtEl>
                                          <p:spTgt spid="302083">
                                            <p:txEl>
                                              <p:pRg st="2" end="2"/>
                                            </p:txEl>
                                          </p:spTgt>
                                        </p:tgtEl>
                                        <p:attrNameLst>
                                          <p:attrName>style.visibility</p:attrName>
                                        </p:attrNameLst>
                                      </p:cBhvr>
                                      <p:to>
                                        <p:strVal val="visible"/>
                                      </p:to>
                                    </p:set>
                                    <p:anim calcmode="lin" valueType="num">
                                      <p:cBhvr>
                                        <p:cTn id="13" dur="500" fill="hold"/>
                                        <p:tgtEl>
                                          <p:spTgt spid="302083">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14" dur="500" fill="hold"/>
                                        <p:tgtEl>
                                          <p:spTgt spid="302083">
                                            <p:txEl>
                                              <p:pRg st="2" end="2"/>
                                            </p:txEl>
                                          </p:spTgt>
                                        </p:tgtEl>
                                        <p:attrNameLst>
                                          <p:attrName>ppt_y</p:attrName>
                                        </p:attrNameLst>
                                      </p:cBhvr>
                                      <p:tavLst>
                                        <p:tav tm="0">
                                          <p:val>
                                            <p:strVal val="#ppt_y"/>
                                          </p:val>
                                        </p:tav>
                                        <p:tav tm="100000">
                                          <p:val>
                                            <p:strVal val="#ppt_y"/>
                                          </p:val>
                                        </p:tav>
                                      </p:tavLst>
                                    </p:anim>
                                    <p:anim calcmode="lin" valueType="num">
                                      <p:cBhvr>
                                        <p:cTn id="15" dur="500" fill="hold"/>
                                        <p:tgtEl>
                                          <p:spTgt spid="302083">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6" dur="500" fill="hold"/>
                                        <p:tgtEl>
                                          <p:spTgt spid="302083">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7" dur="500" tmFilter="0,0; .5, 1; 1, 1"/>
                                        <p:tgtEl>
                                          <p:spTgt spid="30208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1" presetClass="entr" presetSubtype="0" fill="hold" nodeType="clickEffect">
                                  <p:stCondLst>
                                    <p:cond delay="0"/>
                                  </p:stCondLst>
                                  <p:iterate type="lt">
                                    <p:tmPct val="10000"/>
                                  </p:iterate>
                                  <p:childTnLst>
                                    <p:set>
                                      <p:cBhvr>
                                        <p:cTn id="21" dur="1" fill="hold">
                                          <p:stCondLst>
                                            <p:cond delay="0"/>
                                          </p:stCondLst>
                                        </p:cTn>
                                        <p:tgtEl>
                                          <p:spTgt spid="302083">
                                            <p:txEl>
                                              <p:pRg st="3" end="3"/>
                                            </p:txEl>
                                          </p:spTgt>
                                        </p:tgtEl>
                                        <p:attrNameLst>
                                          <p:attrName>style.visibility</p:attrName>
                                        </p:attrNameLst>
                                      </p:cBhvr>
                                      <p:to>
                                        <p:strVal val="visible"/>
                                      </p:to>
                                    </p:set>
                                    <p:anim calcmode="lin" valueType="num">
                                      <p:cBhvr>
                                        <p:cTn id="22" dur="500" fill="hold"/>
                                        <p:tgtEl>
                                          <p:spTgt spid="302083">
                                            <p:txEl>
                                              <p:pRg st="3" end="3"/>
                                            </p:txEl>
                                          </p:spTgt>
                                        </p:tgtEl>
                                        <p:attrNameLst>
                                          <p:attrName>ppt_x</p:attrName>
                                        </p:attrNameLst>
                                      </p:cBhvr>
                                      <p:tavLst>
                                        <p:tav tm="0">
                                          <p:val>
                                            <p:strVal val="#ppt_x"/>
                                          </p:val>
                                        </p:tav>
                                        <p:tav tm="50000">
                                          <p:val>
                                            <p:strVal val="#ppt_x+.1"/>
                                          </p:val>
                                        </p:tav>
                                        <p:tav tm="100000">
                                          <p:val>
                                            <p:strVal val="#ppt_x"/>
                                          </p:val>
                                        </p:tav>
                                      </p:tavLst>
                                    </p:anim>
                                    <p:anim calcmode="lin" valueType="num">
                                      <p:cBhvr>
                                        <p:cTn id="23" dur="500" fill="hold"/>
                                        <p:tgtEl>
                                          <p:spTgt spid="302083">
                                            <p:txEl>
                                              <p:pRg st="3" end="3"/>
                                            </p:txEl>
                                          </p:spTgt>
                                        </p:tgtEl>
                                        <p:attrNameLst>
                                          <p:attrName>ppt_y</p:attrName>
                                        </p:attrNameLst>
                                      </p:cBhvr>
                                      <p:tavLst>
                                        <p:tav tm="0">
                                          <p:val>
                                            <p:strVal val="#ppt_y"/>
                                          </p:val>
                                        </p:tav>
                                        <p:tav tm="100000">
                                          <p:val>
                                            <p:strVal val="#ppt_y"/>
                                          </p:val>
                                        </p:tav>
                                      </p:tavLst>
                                    </p:anim>
                                    <p:anim calcmode="lin" valueType="num">
                                      <p:cBhvr>
                                        <p:cTn id="24" dur="500" fill="hold"/>
                                        <p:tgtEl>
                                          <p:spTgt spid="302083">
                                            <p:txEl>
                                              <p:pRg st="3" end="3"/>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5" dur="500" fill="hold"/>
                                        <p:tgtEl>
                                          <p:spTgt spid="302083">
                                            <p:txEl>
                                              <p:pRg st="3" end="3"/>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6" dur="500" tmFilter="0,0; .5, 1; 1, 1"/>
                                        <p:tgtEl>
                                          <p:spTgt spid="302083">
                                            <p:txEl>
                                              <p:pRg st="3" end="3"/>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41" presetClass="entr" presetSubtype="0" fill="hold" nodeType="clickEffect">
                                  <p:stCondLst>
                                    <p:cond delay="0"/>
                                  </p:stCondLst>
                                  <p:iterate type="lt">
                                    <p:tmPct val="10000"/>
                                  </p:iterate>
                                  <p:childTnLst>
                                    <p:set>
                                      <p:cBhvr>
                                        <p:cTn id="30" dur="1" fill="hold">
                                          <p:stCondLst>
                                            <p:cond delay="0"/>
                                          </p:stCondLst>
                                        </p:cTn>
                                        <p:tgtEl>
                                          <p:spTgt spid="302083">
                                            <p:txEl>
                                              <p:pRg st="4" end="4"/>
                                            </p:txEl>
                                          </p:spTgt>
                                        </p:tgtEl>
                                        <p:attrNameLst>
                                          <p:attrName>style.visibility</p:attrName>
                                        </p:attrNameLst>
                                      </p:cBhvr>
                                      <p:to>
                                        <p:strVal val="visible"/>
                                      </p:to>
                                    </p:set>
                                    <p:anim calcmode="lin" valueType="num">
                                      <p:cBhvr>
                                        <p:cTn id="31" dur="500" fill="hold"/>
                                        <p:tgtEl>
                                          <p:spTgt spid="302083">
                                            <p:txEl>
                                              <p:pRg st="4" end="4"/>
                                            </p:txEl>
                                          </p:spTgt>
                                        </p:tgtEl>
                                        <p:attrNameLst>
                                          <p:attrName>ppt_x</p:attrName>
                                        </p:attrNameLst>
                                      </p:cBhvr>
                                      <p:tavLst>
                                        <p:tav tm="0">
                                          <p:val>
                                            <p:strVal val="#ppt_x"/>
                                          </p:val>
                                        </p:tav>
                                        <p:tav tm="50000">
                                          <p:val>
                                            <p:strVal val="#ppt_x+.1"/>
                                          </p:val>
                                        </p:tav>
                                        <p:tav tm="100000">
                                          <p:val>
                                            <p:strVal val="#ppt_x"/>
                                          </p:val>
                                        </p:tav>
                                      </p:tavLst>
                                    </p:anim>
                                    <p:anim calcmode="lin" valueType="num">
                                      <p:cBhvr>
                                        <p:cTn id="32" dur="500" fill="hold"/>
                                        <p:tgtEl>
                                          <p:spTgt spid="302083">
                                            <p:txEl>
                                              <p:pRg st="4" end="4"/>
                                            </p:txEl>
                                          </p:spTgt>
                                        </p:tgtEl>
                                        <p:attrNameLst>
                                          <p:attrName>ppt_y</p:attrName>
                                        </p:attrNameLst>
                                      </p:cBhvr>
                                      <p:tavLst>
                                        <p:tav tm="0">
                                          <p:val>
                                            <p:strVal val="#ppt_y"/>
                                          </p:val>
                                        </p:tav>
                                        <p:tav tm="100000">
                                          <p:val>
                                            <p:strVal val="#ppt_y"/>
                                          </p:val>
                                        </p:tav>
                                      </p:tavLst>
                                    </p:anim>
                                    <p:anim calcmode="lin" valueType="num">
                                      <p:cBhvr>
                                        <p:cTn id="33" dur="500" fill="hold"/>
                                        <p:tgtEl>
                                          <p:spTgt spid="302083">
                                            <p:txEl>
                                              <p:pRg st="4" end="4"/>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4" dur="500" fill="hold"/>
                                        <p:tgtEl>
                                          <p:spTgt spid="302083">
                                            <p:txEl>
                                              <p:pRg st="4" end="4"/>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5" dur="500" tmFilter="0,0; .5, 1; 1, 1"/>
                                        <p:tgtEl>
                                          <p:spTgt spid="302083">
                                            <p:txEl>
                                              <p:pRg st="4" end="4"/>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41" presetClass="entr" presetSubtype="0" fill="hold" nodeType="clickEffect">
                                  <p:stCondLst>
                                    <p:cond delay="0"/>
                                  </p:stCondLst>
                                  <p:iterate type="lt">
                                    <p:tmPct val="10000"/>
                                  </p:iterate>
                                  <p:childTnLst>
                                    <p:set>
                                      <p:cBhvr>
                                        <p:cTn id="39" dur="1" fill="hold">
                                          <p:stCondLst>
                                            <p:cond delay="0"/>
                                          </p:stCondLst>
                                        </p:cTn>
                                        <p:tgtEl>
                                          <p:spTgt spid="302083">
                                            <p:txEl>
                                              <p:pRg st="5" end="5"/>
                                            </p:txEl>
                                          </p:spTgt>
                                        </p:tgtEl>
                                        <p:attrNameLst>
                                          <p:attrName>style.visibility</p:attrName>
                                        </p:attrNameLst>
                                      </p:cBhvr>
                                      <p:to>
                                        <p:strVal val="visible"/>
                                      </p:to>
                                    </p:set>
                                    <p:anim calcmode="lin" valueType="num">
                                      <p:cBhvr>
                                        <p:cTn id="40" dur="500" fill="hold"/>
                                        <p:tgtEl>
                                          <p:spTgt spid="302083">
                                            <p:txEl>
                                              <p:pRg st="5" end="5"/>
                                            </p:txEl>
                                          </p:spTgt>
                                        </p:tgtEl>
                                        <p:attrNameLst>
                                          <p:attrName>ppt_x</p:attrName>
                                        </p:attrNameLst>
                                      </p:cBhvr>
                                      <p:tavLst>
                                        <p:tav tm="0">
                                          <p:val>
                                            <p:strVal val="#ppt_x"/>
                                          </p:val>
                                        </p:tav>
                                        <p:tav tm="50000">
                                          <p:val>
                                            <p:strVal val="#ppt_x+.1"/>
                                          </p:val>
                                        </p:tav>
                                        <p:tav tm="100000">
                                          <p:val>
                                            <p:strVal val="#ppt_x"/>
                                          </p:val>
                                        </p:tav>
                                      </p:tavLst>
                                    </p:anim>
                                    <p:anim calcmode="lin" valueType="num">
                                      <p:cBhvr>
                                        <p:cTn id="41" dur="500" fill="hold"/>
                                        <p:tgtEl>
                                          <p:spTgt spid="302083">
                                            <p:txEl>
                                              <p:pRg st="5" end="5"/>
                                            </p:txEl>
                                          </p:spTgt>
                                        </p:tgtEl>
                                        <p:attrNameLst>
                                          <p:attrName>ppt_y</p:attrName>
                                        </p:attrNameLst>
                                      </p:cBhvr>
                                      <p:tavLst>
                                        <p:tav tm="0">
                                          <p:val>
                                            <p:strVal val="#ppt_y"/>
                                          </p:val>
                                        </p:tav>
                                        <p:tav tm="100000">
                                          <p:val>
                                            <p:strVal val="#ppt_y"/>
                                          </p:val>
                                        </p:tav>
                                      </p:tavLst>
                                    </p:anim>
                                    <p:anim calcmode="lin" valueType="num">
                                      <p:cBhvr>
                                        <p:cTn id="42" dur="500" fill="hold"/>
                                        <p:tgtEl>
                                          <p:spTgt spid="302083">
                                            <p:txEl>
                                              <p:pRg st="5" end="5"/>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43" dur="500" fill="hold"/>
                                        <p:tgtEl>
                                          <p:spTgt spid="302083">
                                            <p:txEl>
                                              <p:pRg st="5" end="5"/>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44" dur="500" tmFilter="0,0; .5, 1; 1, 1"/>
                                        <p:tgtEl>
                                          <p:spTgt spid="302083">
                                            <p:txEl>
                                              <p:pRg st="5" end="5"/>
                                            </p:txEl>
                                          </p:spTgt>
                                        </p:tgtEl>
                                      </p:cBhvr>
                                    </p:animEffect>
                                  </p:childTnLst>
                                </p:cTn>
                              </p:par>
                              <p:par>
                                <p:cTn id="45" presetID="41" presetClass="entr" presetSubtype="0" fill="hold" nodeType="withEffect">
                                  <p:stCondLst>
                                    <p:cond delay="0"/>
                                  </p:stCondLst>
                                  <p:iterate type="lt">
                                    <p:tmPct val="10000"/>
                                  </p:iterate>
                                  <p:childTnLst>
                                    <p:set>
                                      <p:cBhvr>
                                        <p:cTn id="46" dur="1" fill="hold">
                                          <p:stCondLst>
                                            <p:cond delay="0"/>
                                          </p:stCondLst>
                                        </p:cTn>
                                        <p:tgtEl>
                                          <p:spTgt spid="302083">
                                            <p:txEl>
                                              <p:pRg st="6" end="6"/>
                                            </p:txEl>
                                          </p:spTgt>
                                        </p:tgtEl>
                                        <p:attrNameLst>
                                          <p:attrName>style.visibility</p:attrName>
                                        </p:attrNameLst>
                                      </p:cBhvr>
                                      <p:to>
                                        <p:strVal val="visible"/>
                                      </p:to>
                                    </p:set>
                                    <p:anim calcmode="lin" valueType="num">
                                      <p:cBhvr>
                                        <p:cTn id="47" dur="500" fill="hold"/>
                                        <p:tgtEl>
                                          <p:spTgt spid="302083">
                                            <p:txEl>
                                              <p:pRg st="6" end="6"/>
                                            </p:txEl>
                                          </p:spTgt>
                                        </p:tgtEl>
                                        <p:attrNameLst>
                                          <p:attrName>ppt_x</p:attrName>
                                        </p:attrNameLst>
                                      </p:cBhvr>
                                      <p:tavLst>
                                        <p:tav tm="0">
                                          <p:val>
                                            <p:strVal val="#ppt_x"/>
                                          </p:val>
                                        </p:tav>
                                        <p:tav tm="50000">
                                          <p:val>
                                            <p:strVal val="#ppt_x+.1"/>
                                          </p:val>
                                        </p:tav>
                                        <p:tav tm="100000">
                                          <p:val>
                                            <p:strVal val="#ppt_x"/>
                                          </p:val>
                                        </p:tav>
                                      </p:tavLst>
                                    </p:anim>
                                    <p:anim calcmode="lin" valueType="num">
                                      <p:cBhvr>
                                        <p:cTn id="48" dur="500" fill="hold"/>
                                        <p:tgtEl>
                                          <p:spTgt spid="302083">
                                            <p:txEl>
                                              <p:pRg st="6" end="6"/>
                                            </p:txEl>
                                          </p:spTgt>
                                        </p:tgtEl>
                                        <p:attrNameLst>
                                          <p:attrName>ppt_y</p:attrName>
                                        </p:attrNameLst>
                                      </p:cBhvr>
                                      <p:tavLst>
                                        <p:tav tm="0">
                                          <p:val>
                                            <p:strVal val="#ppt_y"/>
                                          </p:val>
                                        </p:tav>
                                        <p:tav tm="100000">
                                          <p:val>
                                            <p:strVal val="#ppt_y"/>
                                          </p:val>
                                        </p:tav>
                                      </p:tavLst>
                                    </p:anim>
                                    <p:anim calcmode="lin" valueType="num">
                                      <p:cBhvr>
                                        <p:cTn id="49" dur="500" fill="hold"/>
                                        <p:tgtEl>
                                          <p:spTgt spid="302083">
                                            <p:txEl>
                                              <p:pRg st="6" end="6"/>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50" dur="500" fill="hold"/>
                                        <p:tgtEl>
                                          <p:spTgt spid="302083">
                                            <p:txEl>
                                              <p:pRg st="6" end="6"/>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51" dur="500" tmFilter="0,0; .5, 1; 1, 1"/>
                                        <p:tgtEl>
                                          <p:spTgt spid="302083">
                                            <p:txEl>
                                              <p:pRg st="6" end="6"/>
                                            </p:txEl>
                                          </p:spTgt>
                                        </p:tgtEl>
                                      </p:cBhvr>
                                    </p:animEffect>
                                  </p:childTnLst>
                                </p:cTn>
                              </p:par>
                              <p:par>
                                <p:cTn id="52" presetID="41" presetClass="entr" presetSubtype="0" fill="hold" nodeType="withEffect">
                                  <p:stCondLst>
                                    <p:cond delay="0"/>
                                  </p:stCondLst>
                                  <p:iterate type="lt">
                                    <p:tmPct val="10000"/>
                                  </p:iterate>
                                  <p:childTnLst>
                                    <p:set>
                                      <p:cBhvr>
                                        <p:cTn id="53" dur="1" fill="hold">
                                          <p:stCondLst>
                                            <p:cond delay="0"/>
                                          </p:stCondLst>
                                        </p:cTn>
                                        <p:tgtEl>
                                          <p:spTgt spid="302083">
                                            <p:txEl>
                                              <p:pRg st="7" end="7"/>
                                            </p:txEl>
                                          </p:spTgt>
                                        </p:tgtEl>
                                        <p:attrNameLst>
                                          <p:attrName>style.visibility</p:attrName>
                                        </p:attrNameLst>
                                      </p:cBhvr>
                                      <p:to>
                                        <p:strVal val="visible"/>
                                      </p:to>
                                    </p:set>
                                    <p:anim calcmode="lin" valueType="num">
                                      <p:cBhvr>
                                        <p:cTn id="54" dur="500" fill="hold"/>
                                        <p:tgtEl>
                                          <p:spTgt spid="302083">
                                            <p:txEl>
                                              <p:pRg st="7" end="7"/>
                                            </p:txEl>
                                          </p:spTgt>
                                        </p:tgtEl>
                                        <p:attrNameLst>
                                          <p:attrName>ppt_x</p:attrName>
                                        </p:attrNameLst>
                                      </p:cBhvr>
                                      <p:tavLst>
                                        <p:tav tm="0">
                                          <p:val>
                                            <p:strVal val="#ppt_x"/>
                                          </p:val>
                                        </p:tav>
                                        <p:tav tm="50000">
                                          <p:val>
                                            <p:strVal val="#ppt_x+.1"/>
                                          </p:val>
                                        </p:tav>
                                        <p:tav tm="100000">
                                          <p:val>
                                            <p:strVal val="#ppt_x"/>
                                          </p:val>
                                        </p:tav>
                                      </p:tavLst>
                                    </p:anim>
                                    <p:anim calcmode="lin" valueType="num">
                                      <p:cBhvr>
                                        <p:cTn id="55" dur="500" fill="hold"/>
                                        <p:tgtEl>
                                          <p:spTgt spid="302083">
                                            <p:txEl>
                                              <p:pRg st="7" end="7"/>
                                            </p:txEl>
                                          </p:spTgt>
                                        </p:tgtEl>
                                        <p:attrNameLst>
                                          <p:attrName>ppt_y</p:attrName>
                                        </p:attrNameLst>
                                      </p:cBhvr>
                                      <p:tavLst>
                                        <p:tav tm="0">
                                          <p:val>
                                            <p:strVal val="#ppt_y"/>
                                          </p:val>
                                        </p:tav>
                                        <p:tav tm="100000">
                                          <p:val>
                                            <p:strVal val="#ppt_y"/>
                                          </p:val>
                                        </p:tav>
                                      </p:tavLst>
                                    </p:anim>
                                    <p:anim calcmode="lin" valueType="num">
                                      <p:cBhvr>
                                        <p:cTn id="56" dur="500" fill="hold"/>
                                        <p:tgtEl>
                                          <p:spTgt spid="302083">
                                            <p:txEl>
                                              <p:pRg st="7" end="7"/>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57" dur="500" fill="hold"/>
                                        <p:tgtEl>
                                          <p:spTgt spid="302083">
                                            <p:txEl>
                                              <p:pRg st="7" end="7"/>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58" dur="500" tmFilter="0,0; .5, 1; 1, 1"/>
                                        <p:tgtEl>
                                          <p:spTgt spid="302083">
                                            <p:txEl>
                                              <p:pRg st="7" end="7"/>
                                            </p:txEl>
                                          </p:spTgt>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19" presetClass="entr" presetSubtype="10" fill="hold" nodeType="clickEffect">
                                  <p:stCondLst>
                                    <p:cond delay="0"/>
                                  </p:stCondLst>
                                  <p:childTnLst>
                                    <p:set>
                                      <p:cBhvr>
                                        <p:cTn id="62" dur="1" fill="hold">
                                          <p:stCondLst>
                                            <p:cond delay="0"/>
                                          </p:stCondLst>
                                        </p:cTn>
                                        <p:tgtEl>
                                          <p:spTgt spid="302084"/>
                                        </p:tgtEl>
                                        <p:attrNameLst>
                                          <p:attrName>style.visibility</p:attrName>
                                        </p:attrNameLst>
                                      </p:cBhvr>
                                      <p:to>
                                        <p:strVal val="visible"/>
                                      </p:to>
                                    </p:set>
                                    <p:anim calcmode="lin" valueType="num">
                                      <p:cBhvr>
                                        <p:cTn id="63" dur="5000" fill="hold"/>
                                        <p:tgtEl>
                                          <p:spTgt spid="302084"/>
                                        </p:tgtEl>
                                        <p:attrNameLst>
                                          <p:attrName>ppt_w</p:attrName>
                                        </p:attrNameLst>
                                      </p:cBhvr>
                                      <p:tavLst>
                                        <p:tav tm="0" fmla="#ppt_w*sin(2.5*pi*$)">
                                          <p:val>
                                            <p:fltVal val="0"/>
                                          </p:val>
                                        </p:tav>
                                        <p:tav tm="100000">
                                          <p:val>
                                            <p:fltVal val="1"/>
                                          </p:val>
                                        </p:tav>
                                      </p:tavLst>
                                    </p:anim>
                                    <p:anim calcmode="lin" valueType="num">
                                      <p:cBhvr>
                                        <p:cTn id="64" dur="5000" fill="hold"/>
                                        <p:tgtEl>
                                          <p:spTgt spid="30208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5">
            <a:extLst>
              <a:ext uri="{FF2B5EF4-FFF2-40B4-BE49-F238E27FC236}">
                <a16:creationId xmlns:a16="http://schemas.microsoft.com/office/drawing/2014/main" id="{709F92B7-9CDE-28D5-796D-D64CFE1D9D7B}"/>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464D1797-A664-489D-9370-C318CD3612A5}" type="slidenum">
              <a:rPr lang="en-US" altLang="vi-VN" sz="1000">
                <a:latin typeface="Verdana" panose="020B0604030504040204" pitchFamily="34" charset="0"/>
              </a:rPr>
              <a:pPr algn="r" eaLnBrk="1" hangingPunct="1">
                <a:spcBef>
                  <a:spcPct val="0"/>
                </a:spcBef>
                <a:buFontTx/>
                <a:buNone/>
              </a:pPr>
              <a:t>31</a:t>
            </a:fld>
            <a:endParaRPr lang="en-US" altLang="vi-VN" sz="1000">
              <a:latin typeface="Verdana" panose="020B0604030504040204" pitchFamily="34" charset="0"/>
            </a:endParaRPr>
          </a:p>
        </p:txBody>
      </p:sp>
      <p:sp>
        <p:nvSpPr>
          <p:cNvPr id="47107" name="Rectangle 2">
            <a:extLst>
              <a:ext uri="{FF2B5EF4-FFF2-40B4-BE49-F238E27FC236}">
                <a16:creationId xmlns:a16="http://schemas.microsoft.com/office/drawing/2014/main" id="{DB303690-3BCD-70C2-70D9-A1D7D28265B0}"/>
              </a:ext>
            </a:extLst>
          </p:cNvPr>
          <p:cNvSpPr>
            <a:spLocks noGrp="1" noChangeArrowheads="1"/>
          </p:cNvSpPr>
          <p:nvPr>
            <p:ph type="title" idx="4294967295"/>
          </p:nvPr>
        </p:nvSpPr>
        <p:spPr>
          <a:xfrm>
            <a:off x="304800" y="0"/>
            <a:ext cx="8229600" cy="685800"/>
          </a:xfrm>
        </p:spPr>
        <p:txBody>
          <a:bodyPr anchor="b"/>
          <a:lstStyle/>
          <a:p>
            <a:pPr eaLnBrk="1" hangingPunct="1"/>
            <a:r>
              <a:rPr lang="en-US" altLang="vi-VN" sz="2800" b="1">
                <a:solidFill>
                  <a:srgbClr val="FF0000"/>
                </a:solidFill>
              </a:rPr>
              <a:t>I. XỬ LÝ TRÊN VÙNG (TT</a:t>
            </a:r>
            <a:r>
              <a:rPr lang="en-US" altLang="vi-VN" sz="2000" b="1">
                <a:solidFill>
                  <a:srgbClr val="FF0000"/>
                </a:solidFill>
              </a:rPr>
              <a:t>)</a:t>
            </a:r>
          </a:p>
        </p:txBody>
      </p:sp>
      <p:sp>
        <p:nvSpPr>
          <p:cNvPr id="303107" name="Rectangle 3">
            <a:extLst>
              <a:ext uri="{FF2B5EF4-FFF2-40B4-BE49-F238E27FC236}">
                <a16:creationId xmlns:a16="http://schemas.microsoft.com/office/drawing/2014/main" id="{7BA74EB3-4CF7-7014-8B66-DA8005763B90}"/>
              </a:ext>
            </a:extLst>
          </p:cNvPr>
          <p:cNvSpPr>
            <a:spLocks noGrp="1" noChangeArrowheads="1"/>
          </p:cNvSpPr>
          <p:nvPr>
            <p:ph type="body" idx="4294967295"/>
          </p:nvPr>
        </p:nvSpPr>
        <p:spPr>
          <a:xfrm>
            <a:off x="342900" y="1028700"/>
            <a:ext cx="8610600" cy="5715000"/>
          </a:xfrm>
        </p:spPr>
        <p:txBody>
          <a:bodyPr/>
          <a:lstStyle/>
          <a:p>
            <a:pPr eaLnBrk="1" hangingPunct="1">
              <a:buFont typeface="Wingdings" panose="05000000000000000000" pitchFamily="2" charset="2"/>
              <a:buNone/>
            </a:pPr>
            <a:r>
              <a:rPr lang="en-US" altLang="vi-VN" sz="2600">
                <a:solidFill>
                  <a:srgbClr val="0000FF"/>
                </a:solidFill>
                <a:latin typeface="Times New Roman" panose="02020603050405020304" pitchFamily="18" charset="0"/>
              </a:rPr>
              <a:t>Bước 3:</a:t>
            </a:r>
            <a:r>
              <a:rPr lang="en-US" altLang="vi-VN" sz="2600" b="1" u="sng">
                <a:latin typeface="Times New Roman" panose="02020603050405020304" pitchFamily="18" charset="0"/>
              </a:rPr>
              <a:t> </a:t>
            </a:r>
            <a:r>
              <a:rPr lang="en-US" altLang="vi-VN" sz="2600" b="1">
                <a:latin typeface="Times New Roman" panose="02020603050405020304" pitchFamily="18" charset="0"/>
              </a:rPr>
              <a:t>Có 2 vấn đề</a:t>
            </a:r>
          </a:p>
          <a:p>
            <a:pPr eaLnBrk="1" hangingPunct="1">
              <a:buClr>
                <a:srgbClr val="FF0000"/>
              </a:buClr>
              <a:buFont typeface="Wingdings" panose="05000000000000000000" pitchFamily="2" charset="2"/>
              <a:buNone/>
            </a:pPr>
            <a:r>
              <a:rPr lang="en-US" altLang="vi-VN" sz="2600">
                <a:latin typeface="Times New Roman" panose="02020603050405020304" pitchFamily="18" charset="0"/>
              </a:rPr>
              <a:t>- Sao chép dữ liệu thông thường</a:t>
            </a:r>
          </a:p>
          <a:p>
            <a:pPr eaLnBrk="1" hangingPunct="1">
              <a:buFont typeface="Wingdings" panose="05000000000000000000" pitchFamily="2" charset="2"/>
              <a:buNone/>
            </a:pPr>
            <a:r>
              <a:rPr lang="en-US" altLang="vi-VN" sz="2600">
                <a:latin typeface="Times New Roman" panose="02020603050405020304" pitchFamily="18" charset="0"/>
              </a:rPr>
              <a:t>+ Chọn </a:t>
            </a:r>
            <a:r>
              <a:rPr lang="en-US" altLang="vi-VN" sz="2600" b="1">
                <a:latin typeface="Times New Roman" panose="02020603050405020304" pitchFamily="18" charset="0"/>
              </a:rPr>
              <a:t>Edit / Paste</a:t>
            </a:r>
            <a:r>
              <a:rPr lang="en-US" altLang="vi-VN" sz="2600">
                <a:latin typeface="Times New Roman" panose="02020603050405020304" pitchFamily="18" charset="0"/>
              </a:rPr>
              <a:t> </a:t>
            </a:r>
          </a:p>
          <a:p>
            <a:pPr eaLnBrk="1" hangingPunct="1">
              <a:buFont typeface="Wingdings" panose="05000000000000000000" pitchFamily="2" charset="2"/>
              <a:buNone/>
            </a:pPr>
            <a:r>
              <a:rPr lang="en-US" altLang="vi-VN" sz="2600">
                <a:latin typeface="Times New Roman" panose="02020603050405020304" pitchFamily="18" charset="0"/>
              </a:rPr>
              <a:t>+ Nhấn </a:t>
            </a:r>
            <a:r>
              <a:rPr lang="en-US" altLang="vi-VN" sz="2600" b="1">
                <a:latin typeface="Times New Roman" panose="02020603050405020304" pitchFamily="18" charset="0"/>
              </a:rPr>
              <a:t>Ctrl + V</a:t>
            </a:r>
          </a:p>
          <a:p>
            <a:pPr eaLnBrk="1" hangingPunct="1">
              <a:buFont typeface="Wingdings" panose="05000000000000000000" pitchFamily="2" charset="2"/>
              <a:buNone/>
            </a:pPr>
            <a:r>
              <a:rPr lang="en-US" altLang="vi-VN" sz="2600">
                <a:latin typeface="Times New Roman" panose="02020603050405020304" pitchFamily="18" charset="0"/>
              </a:rPr>
              <a:t>+ Click vào biểu tượng </a:t>
            </a:r>
          </a:p>
          <a:p>
            <a:pPr eaLnBrk="1" hangingPunct="1">
              <a:buClr>
                <a:srgbClr val="FF0000"/>
              </a:buClr>
              <a:buFont typeface="Wingdings" panose="05000000000000000000" pitchFamily="2" charset="2"/>
              <a:buNone/>
            </a:pPr>
            <a:r>
              <a:rPr lang="en-US" altLang="vi-VN" sz="2600">
                <a:latin typeface="Times New Roman" panose="02020603050405020304" pitchFamily="18" charset="0"/>
              </a:rPr>
              <a:t>- Sao chép dữ liệu có chọn lọc</a:t>
            </a:r>
          </a:p>
          <a:p>
            <a:pPr algn="just" eaLnBrk="1" hangingPunct="1">
              <a:buFont typeface="Wingdings" panose="05000000000000000000" pitchFamily="2" charset="2"/>
              <a:buNone/>
            </a:pPr>
            <a:r>
              <a:rPr lang="en-US" altLang="vi-VN" sz="2600">
                <a:latin typeface="Times New Roman" panose="02020603050405020304" pitchFamily="18" charset="0"/>
              </a:rPr>
              <a:t>Chọn lệnh: </a:t>
            </a:r>
            <a:r>
              <a:rPr lang="en-US" altLang="vi-VN" sz="2600" b="1">
                <a:latin typeface="Times New Roman" panose="02020603050405020304" pitchFamily="18" charset="0"/>
              </a:rPr>
              <a:t>Edit \ Paste special</a:t>
            </a:r>
            <a:r>
              <a:rPr lang="en-US" altLang="vi-VN" sz="2600">
                <a:latin typeface="Times New Roman" panose="02020603050405020304" pitchFamily="18" charset="0"/>
              </a:rPr>
              <a:t> \... </a:t>
            </a:r>
          </a:p>
          <a:p>
            <a:pPr algn="just" eaLnBrk="1" hangingPunct="1">
              <a:buFont typeface="Wingdings" panose="05000000000000000000" pitchFamily="2" charset="2"/>
              <a:buNone/>
            </a:pPr>
            <a:r>
              <a:rPr lang="en-US" altLang="vi-VN" sz="2600">
                <a:latin typeface="Times New Roman" panose="02020603050405020304" pitchFamily="18" charset="0"/>
              </a:rPr>
              <a:t>+ </a:t>
            </a:r>
            <a:r>
              <a:rPr lang="en-US" altLang="vi-VN" sz="2600" b="1">
                <a:latin typeface="Times New Roman" panose="02020603050405020304" pitchFamily="18" charset="0"/>
              </a:rPr>
              <a:t>All</a:t>
            </a:r>
            <a:r>
              <a:rPr lang="en-US" altLang="vi-VN" sz="2600">
                <a:latin typeface="Times New Roman" panose="02020603050405020304" pitchFamily="18" charset="0"/>
              </a:rPr>
              <a:t>: Chép tất cả </a:t>
            </a:r>
          </a:p>
          <a:p>
            <a:pPr eaLnBrk="1" hangingPunct="1">
              <a:buFont typeface="Wingdings" panose="05000000000000000000" pitchFamily="2" charset="2"/>
              <a:buNone/>
            </a:pPr>
            <a:r>
              <a:rPr lang="en-US" altLang="vi-VN" sz="2600">
                <a:latin typeface="Times New Roman" panose="02020603050405020304" pitchFamily="18" charset="0"/>
              </a:rPr>
              <a:t>+ </a:t>
            </a:r>
            <a:r>
              <a:rPr lang="en-US" altLang="vi-VN" sz="2600" b="1">
                <a:latin typeface="Times New Roman" panose="02020603050405020304" pitchFamily="18" charset="0"/>
              </a:rPr>
              <a:t>Formulas</a:t>
            </a:r>
            <a:r>
              <a:rPr lang="en-US" altLang="vi-VN" sz="2600">
                <a:latin typeface="Times New Roman" panose="02020603050405020304" pitchFamily="18" charset="0"/>
              </a:rPr>
              <a:t>: Chép công thức</a:t>
            </a:r>
          </a:p>
          <a:p>
            <a:pPr eaLnBrk="1" hangingPunct="1">
              <a:buFont typeface="Wingdings" panose="05000000000000000000" pitchFamily="2" charset="2"/>
              <a:buNone/>
            </a:pPr>
            <a:r>
              <a:rPr lang="en-US" altLang="vi-VN" sz="2600">
                <a:latin typeface="Times New Roman" panose="02020603050405020304" pitchFamily="18" charset="0"/>
              </a:rPr>
              <a:t>+ </a:t>
            </a:r>
            <a:r>
              <a:rPr lang="en-US" altLang="vi-VN" sz="2600" b="1">
                <a:latin typeface="Times New Roman" panose="02020603050405020304" pitchFamily="18" charset="0"/>
              </a:rPr>
              <a:t>Values:</a:t>
            </a:r>
            <a:r>
              <a:rPr lang="en-US" altLang="vi-VN" sz="2600">
                <a:latin typeface="Times New Roman" panose="02020603050405020304" pitchFamily="18" charset="0"/>
              </a:rPr>
              <a:t> Chép giá trị</a:t>
            </a:r>
          </a:p>
          <a:p>
            <a:pPr eaLnBrk="1" hangingPunct="1">
              <a:buFont typeface="Wingdings" panose="05000000000000000000" pitchFamily="2" charset="2"/>
              <a:buNone/>
            </a:pPr>
            <a:r>
              <a:rPr lang="en-US" altLang="vi-VN" sz="2600">
                <a:latin typeface="Times New Roman" panose="02020603050405020304" pitchFamily="18" charset="0"/>
              </a:rPr>
              <a:t>+ </a:t>
            </a:r>
            <a:r>
              <a:rPr lang="en-US" altLang="vi-VN" sz="2600" b="1">
                <a:latin typeface="Times New Roman" panose="02020603050405020304" pitchFamily="18" charset="0"/>
              </a:rPr>
              <a:t>Formats</a:t>
            </a:r>
            <a:r>
              <a:rPr lang="en-US" altLang="vi-VN" sz="2600">
                <a:latin typeface="Times New Roman" panose="02020603050405020304" pitchFamily="18" charset="0"/>
              </a:rPr>
              <a:t>: Chép các định dạng</a:t>
            </a:r>
            <a:endParaRPr lang="fr-FR" altLang="vi-VN" sz="2600">
              <a:latin typeface="Times New Roman" panose="02020603050405020304" pitchFamily="18" charset="0"/>
            </a:endParaRPr>
          </a:p>
          <a:p>
            <a:pPr eaLnBrk="1" hangingPunct="1">
              <a:buFont typeface="Wingdings" panose="05000000000000000000" pitchFamily="2" charset="2"/>
              <a:buNone/>
            </a:pPr>
            <a:r>
              <a:rPr lang="fr-FR" altLang="vi-VN" sz="2600">
                <a:latin typeface="Times New Roman" panose="02020603050405020304" pitchFamily="18" charset="0"/>
              </a:rPr>
              <a:t>+ </a:t>
            </a:r>
            <a:r>
              <a:rPr lang="fr-FR" altLang="vi-VN" sz="2600" b="1">
                <a:latin typeface="Times New Roman" panose="02020603050405020304" pitchFamily="18" charset="0"/>
              </a:rPr>
              <a:t>Comments</a:t>
            </a:r>
            <a:r>
              <a:rPr lang="fr-FR" altLang="vi-VN" sz="2600">
                <a:latin typeface="Times New Roman" panose="02020603050405020304" pitchFamily="18" charset="0"/>
              </a:rPr>
              <a:t>: Chép ghi chú ô</a:t>
            </a:r>
            <a:endParaRPr lang="en-US" altLang="vi-VN" sz="2600"/>
          </a:p>
          <a:p>
            <a:pPr eaLnBrk="1" hangingPunct="1"/>
            <a:endParaRPr lang="en-US" altLang="vi-VN" sz="2600">
              <a:latin typeface="Times New Roman" panose="02020603050405020304" pitchFamily="18" charset="0"/>
            </a:endParaRPr>
          </a:p>
          <a:p>
            <a:pPr eaLnBrk="1" hangingPunct="1">
              <a:buFont typeface="Wingdings" panose="05000000000000000000" pitchFamily="2" charset="2"/>
              <a:buNone/>
            </a:pPr>
            <a:endParaRPr lang="en-US" altLang="vi-VN" sz="4400" b="1"/>
          </a:p>
        </p:txBody>
      </p:sp>
      <p:pic>
        <p:nvPicPr>
          <p:cNvPr id="303108" name="Picture 4" descr="untitled2">
            <a:extLst>
              <a:ext uri="{FF2B5EF4-FFF2-40B4-BE49-F238E27FC236}">
                <a16:creationId xmlns:a16="http://schemas.microsoft.com/office/drawing/2014/main" id="{76AF6EC3-BB3A-5494-4DA4-4FE97E70E0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0" y="2971800"/>
            <a:ext cx="615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303107">
                                            <p:txEl>
                                              <p:pRg st="0" end="0"/>
                                            </p:txEl>
                                          </p:spTgt>
                                        </p:tgtEl>
                                        <p:attrNameLst>
                                          <p:attrName>style.visibility</p:attrName>
                                        </p:attrNameLst>
                                      </p:cBhvr>
                                      <p:to>
                                        <p:strVal val="visible"/>
                                      </p:to>
                                    </p:set>
                                    <p:anim calcmode="lin" valueType="num">
                                      <p:cBhvr>
                                        <p:cTn id="7" dur="500" fill="hold"/>
                                        <p:tgtEl>
                                          <p:spTgt spid="303107">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0310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303107">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03107">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03107">
                                            <p:txEl>
                                              <p:pRg st="0" end="0"/>
                                            </p:txEl>
                                          </p:spTgt>
                                        </p:tgtEl>
                                      </p:cBhvr>
                                    </p:animEffect>
                                  </p:childTnLst>
                                </p:cTn>
                              </p:par>
                              <p:par>
                                <p:cTn id="12" presetID="41" presetClass="entr" presetSubtype="0" fill="hold" nodeType="withEffect">
                                  <p:stCondLst>
                                    <p:cond delay="0"/>
                                  </p:stCondLst>
                                  <p:iterate type="lt">
                                    <p:tmPct val="10000"/>
                                  </p:iterate>
                                  <p:childTnLst>
                                    <p:set>
                                      <p:cBhvr>
                                        <p:cTn id="13" dur="1" fill="hold">
                                          <p:stCondLst>
                                            <p:cond delay="0"/>
                                          </p:stCondLst>
                                        </p:cTn>
                                        <p:tgtEl>
                                          <p:spTgt spid="303107">
                                            <p:txEl>
                                              <p:pRg st="1" end="1"/>
                                            </p:txEl>
                                          </p:spTgt>
                                        </p:tgtEl>
                                        <p:attrNameLst>
                                          <p:attrName>style.visibility</p:attrName>
                                        </p:attrNameLst>
                                      </p:cBhvr>
                                      <p:to>
                                        <p:strVal val="visible"/>
                                      </p:to>
                                    </p:set>
                                    <p:anim calcmode="lin" valueType="num">
                                      <p:cBhvr>
                                        <p:cTn id="14" dur="500" fill="hold"/>
                                        <p:tgtEl>
                                          <p:spTgt spid="303107">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15" dur="500" fill="hold"/>
                                        <p:tgtEl>
                                          <p:spTgt spid="303107">
                                            <p:txEl>
                                              <p:pRg st="1" end="1"/>
                                            </p:txEl>
                                          </p:spTgt>
                                        </p:tgtEl>
                                        <p:attrNameLst>
                                          <p:attrName>ppt_y</p:attrName>
                                        </p:attrNameLst>
                                      </p:cBhvr>
                                      <p:tavLst>
                                        <p:tav tm="0">
                                          <p:val>
                                            <p:strVal val="#ppt_y"/>
                                          </p:val>
                                        </p:tav>
                                        <p:tav tm="100000">
                                          <p:val>
                                            <p:strVal val="#ppt_y"/>
                                          </p:val>
                                        </p:tav>
                                      </p:tavLst>
                                    </p:anim>
                                    <p:anim calcmode="lin" valueType="num">
                                      <p:cBhvr>
                                        <p:cTn id="16" dur="500" fill="hold"/>
                                        <p:tgtEl>
                                          <p:spTgt spid="303107">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7" dur="500" fill="hold"/>
                                        <p:tgtEl>
                                          <p:spTgt spid="303107">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8" dur="500" tmFilter="0,0; .5, 1; 1, 1"/>
                                        <p:tgtEl>
                                          <p:spTgt spid="303107">
                                            <p:txEl>
                                              <p:pRg st="1" end="1"/>
                                            </p:txEl>
                                          </p:spTgt>
                                        </p:tgtEl>
                                      </p:cBhvr>
                                    </p:animEffect>
                                  </p:childTnLst>
                                </p:cTn>
                              </p:par>
                              <p:par>
                                <p:cTn id="19" presetID="41" presetClass="entr" presetSubtype="0" fill="hold" nodeType="withEffect">
                                  <p:stCondLst>
                                    <p:cond delay="0"/>
                                  </p:stCondLst>
                                  <p:iterate type="lt">
                                    <p:tmPct val="10000"/>
                                  </p:iterate>
                                  <p:childTnLst>
                                    <p:set>
                                      <p:cBhvr>
                                        <p:cTn id="20" dur="1" fill="hold">
                                          <p:stCondLst>
                                            <p:cond delay="0"/>
                                          </p:stCondLst>
                                        </p:cTn>
                                        <p:tgtEl>
                                          <p:spTgt spid="303107">
                                            <p:txEl>
                                              <p:pRg st="2" end="2"/>
                                            </p:txEl>
                                          </p:spTgt>
                                        </p:tgtEl>
                                        <p:attrNameLst>
                                          <p:attrName>style.visibility</p:attrName>
                                        </p:attrNameLst>
                                      </p:cBhvr>
                                      <p:to>
                                        <p:strVal val="visible"/>
                                      </p:to>
                                    </p:set>
                                    <p:anim calcmode="lin" valueType="num">
                                      <p:cBhvr>
                                        <p:cTn id="21" dur="500" fill="hold"/>
                                        <p:tgtEl>
                                          <p:spTgt spid="303107">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303107">
                                            <p:txEl>
                                              <p:pRg st="2" end="2"/>
                                            </p:txEl>
                                          </p:spTgt>
                                        </p:tgtEl>
                                        <p:attrNameLst>
                                          <p:attrName>ppt_y</p:attrName>
                                        </p:attrNameLst>
                                      </p:cBhvr>
                                      <p:tavLst>
                                        <p:tav tm="0">
                                          <p:val>
                                            <p:strVal val="#ppt_y"/>
                                          </p:val>
                                        </p:tav>
                                        <p:tav tm="100000">
                                          <p:val>
                                            <p:strVal val="#ppt_y"/>
                                          </p:val>
                                        </p:tav>
                                      </p:tavLst>
                                    </p:anim>
                                    <p:anim calcmode="lin" valueType="num">
                                      <p:cBhvr>
                                        <p:cTn id="23" dur="500" fill="hold"/>
                                        <p:tgtEl>
                                          <p:spTgt spid="303107">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303107">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303107">
                                            <p:txEl>
                                              <p:pRg st="2" end="2"/>
                                            </p:txEl>
                                          </p:spTgt>
                                        </p:tgtEl>
                                      </p:cBhvr>
                                    </p:animEffect>
                                  </p:childTnLst>
                                </p:cTn>
                              </p:par>
                              <p:par>
                                <p:cTn id="26" presetID="41" presetClass="entr" presetSubtype="0" fill="hold" nodeType="withEffect">
                                  <p:stCondLst>
                                    <p:cond delay="0"/>
                                  </p:stCondLst>
                                  <p:iterate type="lt">
                                    <p:tmPct val="10000"/>
                                  </p:iterate>
                                  <p:childTnLst>
                                    <p:set>
                                      <p:cBhvr>
                                        <p:cTn id="27" dur="1" fill="hold">
                                          <p:stCondLst>
                                            <p:cond delay="0"/>
                                          </p:stCondLst>
                                        </p:cTn>
                                        <p:tgtEl>
                                          <p:spTgt spid="303107">
                                            <p:txEl>
                                              <p:pRg st="3" end="3"/>
                                            </p:txEl>
                                          </p:spTgt>
                                        </p:tgtEl>
                                        <p:attrNameLst>
                                          <p:attrName>style.visibility</p:attrName>
                                        </p:attrNameLst>
                                      </p:cBhvr>
                                      <p:to>
                                        <p:strVal val="visible"/>
                                      </p:to>
                                    </p:set>
                                    <p:anim calcmode="lin" valueType="num">
                                      <p:cBhvr>
                                        <p:cTn id="28" dur="500" fill="hold"/>
                                        <p:tgtEl>
                                          <p:spTgt spid="303107">
                                            <p:txEl>
                                              <p:pRg st="3" end="3"/>
                                            </p:txEl>
                                          </p:spTgt>
                                        </p:tgtEl>
                                        <p:attrNameLst>
                                          <p:attrName>ppt_x</p:attrName>
                                        </p:attrNameLst>
                                      </p:cBhvr>
                                      <p:tavLst>
                                        <p:tav tm="0">
                                          <p:val>
                                            <p:strVal val="#ppt_x"/>
                                          </p:val>
                                        </p:tav>
                                        <p:tav tm="50000">
                                          <p:val>
                                            <p:strVal val="#ppt_x+.1"/>
                                          </p:val>
                                        </p:tav>
                                        <p:tav tm="100000">
                                          <p:val>
                                            <p:strVal val="#ppt_x"/>
                                          </p:val>
                                        </p:tav>
                                      </p:tavLst>
                                    </p:anim>
                                    <p:anim calcmode="lin" valueType="num">
                                      <p:cBhvr>
                                        <p:cTn id="29" dur="500" fill="hold"/>
                                        <p:tgtEl>
                                          <p:spTgt spid="303107">
                                            <p:txEl>
                                              <p:pRg st="3" end="3"/>
                                            </p:txEl>
                                          </p:spTgt>
                                        </p:tgtEl>
                                        <p:attrNameLst>
                                          <p:attrName>ppt_y</p:attrName>
                                        </p:attrNameLst>
                                      </p:cBhvr>
                                      <p:tavLst>
                                        <p:tav tm="0">
                                          <p:val>
                                            <p:strVal val="#ppt_y"/>
                                          </p:val>
                                        </p:tav>
                                        <p:tav tm="100000">
                                          <p:val>
                                            <p:strVal val="#ppt_y"/>
                                          </p:val>
                                        </p:tav>
                                      </p:tavLst>
                                    </p:anim>
                                    <p:anim calcmode="lin" valueType="num">
                                      <p:cBhvr>
                                        <p:cTn id="30" dur="500" fill="hold"/>
                                        <p:tgtEl>
                                          <p:spTgt spid="303107">
                                            <p:txEl>
                                              <p:pRg st="3" end="3"/>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1" dur="500" fill="hold"/>
                                        <p:tgtEl>
                                          <p:spTgt spid="303107">
                                            <p:txEl>
                                              <p:pRg st="3" end="3"/>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2" dur="500" tmFilter="0,0; .5, 1; 1, 1"/>
                                        <p:tgtEl>
                                          <p:spTgt spid="303107">
                                            <p:txEl>
                                              <p:pRg st="3" end="3"/>
                                            </p:txEl>
                                          </p:spTgt>
                                        </p:tgtEl>
                                      </p:cBhvr>
                                    </p:animEffect>
                                  </p:childTnLst>
                                </p:cTn>
                              </p:par>
                              <p:par>
                                <p:cTn id="33" presetID="41" presetClass="entr" presetSubtype="0" fill="hold" nodeType="withEffect">
                                  <p:stCondLst>
                                    <p:cond delay="0"/>
                                  </p:stCondLst>
                                  <p:iterate type="lt">
                                    <p:tmPct val="10000"/>
                                  </p:iterate>
                                  <p:childTnLst>
                                    <p:set>
                                      <p:cBhvr>
                                        <p:cTn id="34" dur="1" fill="hold">
                                          <p:stCondLst>
                                            <p:cond delay="0"/>
                                          </p:stCondLst>
                                        </p:cTn>
                                        <p:tgtEl>
                                          <p:spTgt spid="303107">
                                            <p:txEl>
                                              <p:pRg st="4" end="4"/>
                                            </p:txEl>
                                          </p:spTgt>
                                        </p:tgtEl>
                                        <p:attrNameLst>
                                          <p:attrName>style.visibility</p:attrName>
                                        </p:attrNameLst>
                                      </p:cBhvr>
                                      <p:to>
                                        <p:strVal val="visible"/>
                                      </p:to>
                                    </p:set>
                                    <p:anim calcmode="lin" valueType="num">
                                      <p:cBhvr>
                                        <p:cTn id="35" dur="500" fill="hold"/>
                                        <p:tgtEl>
                                          <p:spTgt spid="303107">
                                            <p:txEl>
                                              <p:pRg st="4" end="4"/>
                                            </p:txEl>
                                          </p:spTgt>
                                        </p:tgtEl>
                                        <p:attrNameLst>
                                          <p:attrName>ppt_x</p:attrName>
                                        </p:attrNameLst>
                                      </p:cBhvr>
                                      <p:tavLst>
                                        <p:tav tm="0">
                                          <p:val>
                                            <p:strVal val="#ppt_x"/>
                                          </p:val>
                                        </p:tav>
                                        <p:tav tm="50000">
                                          <p:val>
                                            <p:strVal val="#ppt_x+.1"/>
                                          </p:val>
                                        </p:tav>
                                        <p:tav tm="100000">
                                          <p:val>
                                            <p:strVal val="#ppt_x"/>
                                          </p:val>
                                        </p:tav>
                                      </p:tavLst>
                                    </p:anim>
                                    <p:anim calcmode="lin" valueType="num">
                                      <p:cBhvr>
                                        <p:cTn id="36" dur="500" fill="hold"/>
                                        <p:tgtEl>
                                          <p:spTgt spid="303107">
                                            <p:txEl>
                                              <p:pRg st="4" end="4"/>
                                            </p:txEl>
                                          </p:spTgt>
                                        </p:tgtEl>
                                        <p:attrNameLst>
                                          <p:attrName>ppt_y</p:attrName>
                                        </p:attrNameLst>
                                      </p:cBhvr>
                                      <p:tavLst>
                                        <p:tav tm="0">
                                          <p:val>
                                            <p:strVal val="#ppt_y"/>
                                          </p:val>
                                        </p:tav>
                                        <p:tav tm="100000">
                                          <p:val>
                                            <p:strVal val="#ppt_y"/>
                                          </p:val>
                                        </p:tav>
                                      </p:tavLst>
                                    </p:anim>
                                    <p:anim calcmode="lin" valueType="num">
                                      <p:cBhvr>
                                        <p:cTn id="37" dur="500" fill="hold"/>
                                        <p:tgtEl>
                                          <p:spTgt spid="303107">
                                            <p:txEl>
                                              <p:pRg st="4" end="4"/>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8" dur="500" fill="hold"/>
                                        <p:tgtEl>
                                          <p:spTgt spid="303107">
                                            <p:txEl>
                                              <p:pRg st="4" end="4"/>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9" dur="500" tmFilter="0,0; .5, 1; 1, 1"/>
                                        <p:tgtEl>
                                          <p:spTgt spid="303107">
                                            <p:txEl>
                                              <p:pRg st="4" end="4"/>
                                            </p:txEl>
                                          </p:spTgt>
                                        </p:tgtEl>
                                      </p:cBhvr>
                                    </p:animEffect>
                                  </p:childTnLst>
                                </p:cTn>
                              </p:par>
                              <p:par>
                                <p:cTn id="40" presetID="41" presetClass="entr" presetSubtype="0" fill="hold" nodeType="withEffect">
                                  <p:stCondLst>
                                    <p:cond delay="0"/>
                                  </p:stCondLst>
                                  <p:iterate type="lt">
                                    <p:tmPct val="10000"/>
                                  </p:iterate>
                                  <p:childTnLst>
                                    <p:set>
                                      <p:cBhvr>
                                        <p:cTn id="41" dur="1" fill="hold">
                                          <p:stCondLst>
                                            <p:cond delay="0"/>
                                          </p:stCondLst>
                                        </p:cTn>
                                        <p:tgtEl>
                                          <p:spTgt spid="303107">
                                            <p:txEl>
                                              <p:pRg st="5" end="5"/>
                                            </p:txEl>
                                          </p:spTgt>
                                        </p:tgtEl>
                                        <p:attrNameLst>
                                          <p:attrName>style.visibility</p:attrName>
                                        </p:attrNameLst>
                                      </p:cBhvr>
                                      <p:to>
                                        <p:strVal val="visible"/>
                                      </p:to>
                                    </p:set>
                                    <p:anim calcmode="lin" valueType="num">
                                      <p:cBhvr>
                                        <p:cTn id="42" dur="500" fill="hold"/>
                                        <p:tgtEl>
                                          <p:spTgt spid="303107">
                                            <p:txEl>
                                              <p:pRg st="5" end="5"/>
                                            </p:txEl>
                                          </p:spTgt>
                                        </p:tgtEl>
                                        <p:attrNameLst>
                                          <p:attrName>ppt_x</p:attrName>
                                        </p:attrNameLst>
                                      </p:cBhvr>
                                      <p:tavLst>
                                        <p:tav tm="0">
                                          <p:val>
                                            <p:strVal val="#ppt_x"/>
                                          </p:val>
                                        </p:tav>
                                        <p:tav tm="50000">
                                          <p:val>
                                            <p:strVal val="#ppt_x+.1"/>
                                          </p:val>
                                        </p:tav>
                                        <p:tav tm="100000">
                                          <p:val>
                                            <p:strVal val="#ppt_x"/>
                                          </p:val>
                                        </p:tav>
                                      </p:tavLst>
                                    </p:anim>
                                    <p:anim calcmode="lin" valueType="num">
                                      <p:cBhvr>
                                        <p:cTn id="43" dur="500" fill="hold"/>
                                        <p:tgtEl>
                                          <p:spTgt spid="303107">
                                            <p:txEl>
                                              <p:pRg st="5" end="5"/>
                                            </p:txEl>
                                          </p:spTgt>
                                        </p:tgtEl>
                                        <p:attrNameLst>
                                          <p:attrName>ppt_y</p:attrName>
                                        </p:attrNameLst>
                                      </p:cBhvr>
                                      <p:tavLst>
                                        <p:tav tm="0">
                                          <p:val>
                                            <p:strVal val="#ppt_y"/>
                                          </p:val>
                                        </p:tav>
                                        <p:tav tm="100000">
                                          <p:val>
                                            <p:strVal val="#ppt_y"/>
                                          </p:val>
                                        </p:tav>
                                      </p:tavLst>
                                    </p:anim>
                                    <p:anim calcmode="lin" valueType="num">
                                      <p:cBhvr>
                                        <p:cTn id="44" dur="500" fill="hold"/>
                                        <p:tgtEl>
                                          <p:spTgt spid="303107">
                                            <p:txEl>
                                              <p:pRg st="5" end="5"/>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45" dur="500" fill="hold"/>
                                        <p:tgtEl>
                                          <p:spTgt spid="303107">
                                            <p:txEl>
                                              <p:pRg st="5" end="5"/>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46" dur="500" tmFilter="0,0; .5, 1; 1, 1"/>
                                        <p:tgtEl>
                                          <p:spTgt spid="303107">
                                            <p:txEl>
                                              <p:pRg st="5" end="5"/>
                                            </p:txEl>
                                          </p:spTgt>
                                        </p:tgtEl>
                                      </p:cBhvr>
                                    </p:animEffect>
                                  </p:childTnLst>
                                </p:cTn>
                              </p:par>
                              <p:par>
                                <p:cTn id="47" presetID="41" presetClass="entr" presetSubtype="0" fill="hold" nodeType="withEffect">
                                  <p:stCondLst>
                                    <p:cond delay="0"/>
                                  </p:stCondLst>
                                  <p:iterate type="lt">
                                    <p:tmPct val="10000"/>
                                  </p:iterate>
                                  <p:childTnLst>
                                    <p:set>
                                      <p:cBhvr>
                                        <p:cTn id="48" dur="1" fill="hold">
                                          <p:stCondLst>
                                            <p:cond delay="0"/>
                                          </p:stCondLst>
                                        </p:cTn>
                                        <p:tgtEl>
                                          <p:spTgt spid="303107">
                                            <p:txEl>
                                              <p:pRg st="6" end="6"/>
                                            </p:txEl>
                                          </p:spTgt>
                                        </p:tgtEl>
                                        <p:attrNameLst>
                                          <p:attrName>style.visibility</p:attrName>
                                        </p:attrNameLst>
                                      </p:cBhvr>
                                      <p:to>
                                        <p:strVal val="visible"/>
                                      </p:to>
                                    </p:set>
                                    <p:anim calcmode="lin" valueType="num">
                                      <p:cBhvr>
                                        <p:cTn id="49" dur="500" fill="hold"/>
                                        <p:tgtEl>
                                          <p:spTgt spid="303107">
                                            <p:txEl>
                                              <p:pRg st="6" end="6"/>
                                            </p:txEl>
                                          </p:spTgt>
                                        </p:tgtEl>
                                        <p:attrNameLst>
                                          <p:attrName>ppt_x</p:attrName>
                                        </p:attrNameLst>
                                      </p:cBhvr>
                                      <p:tavLst>
                                        <p:tav tm="0">
                                          <p:val>
                                            <p:strVal val="#ppt_x"/>
                                          </p:val>
                                        </p:tav>
                                        <p:tav tm="50000">
                                          <p:val>
                                            <p:strVal val="#ppt_x+.1"/>
                                          </p:val>
                                        </p:tav>
                                        <p:tav tm="100000">
                                          <p:val>
                                            <p:strVal val="#ppt_x"/>
                                          </p:val>
                                        </p:tav>
                                      </p:tavLst>
                                    </p:anim>
                                    <p:anim calcmode="lin" valueType="num">
                                      <p:cBhvr>
                                        <p:cTn id="50" dur="500" fill="hold"/>
                                        <p:tgtEl>
                                          <p:spTgt spid="303107">
                                            <p:txEl>
                                              <p:pRg st="6" end="6"/>
                                            </p:txEl>
                                          </p:spTgt>
                                        </p:tgtEl>
                                        <p:attrNameLst>
                                          <p:attrName>ppt_y</p:attrName>
                                        </p:attrNameLst>
                                      </p:cBhvr>
                                      <p:tavLst>
                                        <p:tav tm="0">
                                          <p:val>
                                            <p:strVal val="#ppt_y"/>
                                          </p:val>
                                        </p:tav>
                                        <p:tav tm="100000">
                                          <p:val>
                                            <p:strVal val="#ppt_y"/>
                                          </p:val>
                                        </p:tav>
                                      </p:tavLst>
                                    </p:anim>
                                    <p:anim calcmode="lin" valueType="num">
                                      <p:cBhvr>
                                        <p:cTn id="51" dur="500" fill="hold"/>
                                        <p:tgtEl>
                                          <p:spTgt spid="303107">
                                            <p:txEl>
                                              <p:pRg st="6" end="6"/>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52" dur="500" fill="hold"/>
                                        <p:tgtEl>
                                          <p:spTgt spid="303107">
                                            <p:txEl>
                                              <p:pRg st="6" end="6"/>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53" dur="500" tmFilter="0,0; .5, 1; 1, 1"/>
                                        <p:tgtEl>
                                          <p:spTgt spid="303107">
                                            <p:txEl>
                                              <p:pRg st="6" end="6"/>
                                            </p:txEl>
                                          </p:spTgt>
                                        </p:tgtEl>
                                      </p:cBhvr>
                                    </p:animEffect>
                                  </p:childTnLst>
                                </p:cTn>
                              </p:par>
                              <p:par>
                                <p:cTn id="54" presetID="41" presetClass="entr" presetSubtype="0" fill="hold" nodeType="withEffect">
                                  <p:stCondLst>
                                    <p:cond delay="0"/>
                                  </p:stCondLst>
                                  <p:iterate type="lt">
                                    <p:tmPct val="10000"/>
                                  </p:iterate>
                                  <p:childTnLst>
                                    <p:set>
                                      <p:cBhvr>
                                        <p:cTn id="55" dur="1" fill="hold">
                                          <p:stCondLst>
                                            <p:cond delay="0"/>
                                          </p:stCondLst>
                                        </p:cTn>
                                        <p:tgtEl>
                                          <p:spTgt spid="303107">
                                            <p:txEl>
                                              <p:pRg st="7" end="7"/>
                                            </p:txEl>
                                          </p:spTgt>
                                        </p:tgtEl>
                                        <p:attrNameLst>
                                          <p:attrName>style.visibility</p:attrName>
                                        </p:attrNameLst>
                                      </p:cBhvr>
                                      <p:to>
                                        <p:strVal val="visible"/>
                                      </p:to>
                                    </p:set>
                                    <p:anim calcmode="lin" valueType="num">
                                      <p:cBhvr>
                                        <p:cTn id="56" dur="500" fill="hold"/>
                                        <p:tgtEl>
                                          <p:spTgt spid="303107">
                                            <p:txEl>
                                              <p:pRg st="7" end="7"/>
                                            </p:txEl>
                                          </p:spTgt>
                                        </p:tgtEl>
                                        <p:attrNameLst>
                                          <p:attrName>ppt_x</p:attrName>
                                        </p:attrNameLst>
                                      </p:cBhvr>
                                      <p:tavLst>
                                        <p:tav tm="0">
                                          <p:val>
                                            <p:strVal val="#ppt_x"/>
                                          </p:val>
                                        </p:tav>
                                        <p:tav tm="50000">
                                          <p:val>
                                            <p:strVal val="#ppt_x+.1"/>
                                          </p:val>
                                        </p:tav>
                                        <p:tav tm="100000">
                                          <p:val>
                                            <p:strVal val="#ppt_x"/>
                                          </p:val>
                                        </p:tav>
                                      </p:tavLst>
                                    </p:anim>
                                    <p:anim calcmode="lin" valueType="num">
                                      <p:cBhvr>
                                        <p:cTn id="57" dur="500" fill="hold"/>
                                        <p:tgtEl>
                                          <p:spTgt spid="303107">
                                            <p:txEl>
                                              <p:pRg st="7" end="7"/>
                                            </p:txEl>
                                          </p:spTgt>
                                        </p:tgtEl>
                                        <p:attrNameLst>
                                          <p:attrName>ppt_y</p:attrName>
                                        </p:attrNameLst>
                                      </p:cBhvr>
                                      <p:tavLst>
                                        <p:tav tm="0">
                                          <p:val>
                                            <p:strVal val="#ppt_y"/>
                                          </p:val>
                                        </p:tav>
                                        <p:tav tm="100000">
                                          <p:val>
                                            <p:strVal val="#ppt_y"/>
                                          </p:val>
                                        </p:tav>
                                      </p:tavLst>
                                    </p:anim>
                                    <p:anim calcmode="lin" valueType="num">
                                      <p:cBhvr>
                                        <p:cTn id="58" dur="500" fill="hold"/>
                                        <p:tgtEl>
                                          <p:spTgt spid="303107">
                                            <p:txEl>
                                              <p:pRg st="7" end="7"/>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59" dur="500" fill="hold"/>
                                        <p:tgtEl>
                                          <p:spTgt spid="303107">
                                            <p:txEl>
                                              <p:pRg st="7" end="7"/>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60" dur="500" tmFilter="0,0; .5, 1; 1, 1"/>
                                        <p:tgtEl>
                                          <p:spTgt spid="303107">
                                            <p:txEl>
                                              <p:pRg st="7" end="7"/>
                                            </p:txEl>
                                          </p:spTgt>
                                        </p:tgtEl>
                                      </p:cBhvr>
                                    </p:animEffect>
                                  </p:childTnLst>
                                </p:cTn>
                              </p:par>
                              <p:par>
                                <p:cTn id="61" presetID="41" presetClass="entr" presetSubtype="0" fill="hold" nodeType="withEffect">
                                  <p:stCondLst>
                                    <p:cond delay="0"/>
                                  </p:stCondLst>
                                  <p:iterate type="lt">
                                    <p:tmPct val="10000"/>
                                  </p:iterate>
                                  <p:childTnLst>
                                    <p:set>
                                      <p:cBhvr>
                                        <p:cTn id="62" dur="1" fill="hold">
                                          <p:stCondLst>
                                            <p:cond delay="0"/>
                                          </p:stCondLst>
                                        </p:cTn>
                                        <p:tgtEl>
                                          <p:spTgt spid="303107">
                                            <p:txEl>
                                              <p:pRg st="8" end="8"/>
                                            </p:txEl>
                                          </p:spTgt>
                                        </p:tgtEl>
                                        <p:attrNameLst>
                                          <p:attrName>style.visibility</p:attrName>
                                        </p:attrNameLst>
                                      </p:cBhvr>
                                      <p:to>
                                        <p:strVal val="visible"/>
                                      </p:to>
                                    </p:set>
                                    <p:anim calcmode="lin" valueType="num">
                                      <p:cBhvr>
                                        <p:cTn id="63" dur="500" fill="hold"/>
                                        <p:tgtEl>
                                          <p:spTgt spid="303107">
                                            <p:txEl>
                                              <p:pRg st="8" end="8"/>
                                            </p:txEl>
                                          </p:spTgt>
                                        </p:tgtEl>
                                        <p:attrNameLst>
                                          <p:attrName>ppt_x</p:attrName>
                                        </p:attrNameLst>
                                      </p:cBhvr>
                                      <p:tavLst>
                                        <p:tav tm="0">
                                          <p:val>
                                            <p:strVal val="#ppt_x"/>
                                          </p:val>
                                        </p:tav>
                                        <p:tav tm="50000">
                                          <p:val>
                                            <p:strVal val="#ppt_x+.1"/>
                                          </p:val>
                                        </p:tav>
                                        <p:tav tm="100000">
                                          <p:val>
                                            <p:strVal val="#ppt_x"/>
                                          </p:val>
                                        </p:tav>
                                      </p:tavLst>
                                    </p:anim>
                                    <p:anim calcmode="lin" valueType="num">
                                      <p:cBhvr>
                                        <p:cTn id="64" dur="500" fill="hold"/>
                                        <p:tgtEl>
                                          <p:spTgt spid="303107">
                                            <p:txEl>
                                              <p:pRg st="8" end="8"/>
                                            </p:txEl>
                                          </p:spTgt>
                                        </p:tgtEl>
                                        <p:attrNameLst>
                                          <p:attrName>ppt_y</p:attrName>
                                        </p:attrNameLst>
                                      </p:cBhvr>
                                      <p:tavLst>
                                        <p:tav tm="0">
                                          <p:val>
                                            <p:strVal val="#ppt_y"/>
                                          </p:val>
                                        </p:tav>
                                        <p:tav tm="100000">
                                          <p:val>
                                            <p:strVal val="#ppt_y"/>
                                          </p:val>
                                        </p:tav>
                                      </p:tavLst>
                                    </p:anim>
                                    <p:anim calcmode="lin" valueType="num">
                                      <p:cBhvr>
                                        <p:cTn id="65" dur="500" fill="hold"/>
                                        <p:tgtEl>
                                          <p:spTgt spid="303107">
                                            <p:txEl>
                                              <p:pRg st="8" end="8"/>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66" dur="500" fill="hold"/>
                                        <p:tgtEl>
                                          <p:spTgt spid="303107">
                                            <p:txEl>
                                              <p:pRg st="8" end="8"/>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67" dur="500" tmFilter="0,0; .5, 1; 1, 1"/>
                                        <p:tgtEl>
                                          <p:spTgt spid="303107">
                                            <p:txEl>
                                              <p:pRg st="8" end="8"/>
                                            </p:txEl>
                                          </p:spTgt>
                                        </p:tgtEl>
                                      </p:cBhvr>
                                    </p:animEffect>
                                  </p:childTnLst>
                                </p:cTn>
                              </p:par>
                              <p:par>
                                <p:cTn id="68" presetID="41" presetClass="entr" presetSubtype="0" fill="hold" nodeType="withEffect">
                                  <p:stCondLst>
                                    <p:cond delay="0"/>
                                  </p:stCondLst>
                                  <p:iterate type="lt">
                                    <p:tmPct val="10000"/>
                                  </p:iterate>
                                  <p:childTnLst>
                                    <p:set>
                                      <p:cBhvr>
                                        <p:cTn id="69" dur="1" fill="hold">
                                          <p:stCondLst>
                                            <p:cond delay="0"/>
                                          </p:stCondLst>
                                        </p:cTn>
                                        <p:tgtEl>
                                          <p:spTgt spid="303107">
                                            <p:txEl>
                                              <p:pRg st="9" end="9"/>
                                            </p:txEl>
                                          </p:spTgt>
                                        </p:tgtEl>
                                        <p:attrNameLst>
                                          <p:attrName>style.visibility</p:attrName>
                                        </p:attrNameLst>
                                      </p:cBhvr>
                                      <p:to>
                                        <p:strVal val="visible"/>
                                      </p:to>
                                    </p:set>
                                    <p:anim calcmode="lin" valueType="num">
                                      <p:cBhvr>
                                        <p:cTn id="70" dur="500" fill="hold"/>
                                        <p:tgtEl>
                                          <p:spTgt spid="303107">
                                            <p:txEl>
                                              <p:pRg st="9" end="9"/>
                                            </p:txEl>
                                          </p:spTgt>
                                        </p:tgtEl>
                                        <p:attrNameLst>
                                          <p:attrName>ppt_x</p:attrName>
                                        </p:attrNameLst>
                                      </p:cBhvr>
                                      <p:tavLst>
                                        <p:tav tm="0">
                                          <p:val>
                                            <p:strVal val="#ppt_x"/>
                                          </p:val>
                                        </p:tav>
                                        <p:tav tm="50000">
                                          <p:val>
                                            <p:strVal val="#ppt_x+.1"/>
                                          </p:val>
                                        </p:tav>
                                        <p:tav tm="100000">
                                          <p:val>
                                            <p:strVal val="#ppt_x"/>
                                          </p:val>
                                        </p:tav>
                                      </p:tavLst>
                                    </p:anim>
                                    <p:anim calcmode="lin" valueType="num">
                                      <p:cBhvr>
                                        <p:cTn id="71" dur="500" fill="hold"/>
                                        <p:tgtEl>
                                          <p:spTgt spid="303107">
                                            <p:txEl>
                                              <p:pRg st="9" end="9"/>
                                            </p:txEl>
                                          </p:spTgt>
                                        </p:tgtEl>
                                        <p:attrNameLst>
                                          <p:attrName>ppt_y</p:attrName>
                                        </p:attrNameLst>
                                      </p:cBhvr>
                                      <p:tavLst>
                                        <p:tav tm="0">
                                          <p:val>
                                            <p:strVal val="#ppt_y"/>
                                          </p:val>
                                        </p:tav>
                                        <p:tav tm="100000">
                                          <p:val>
                                            <p:strVal val="#ppt_y"/>
                                          </p:val>
                                        </p:tav>
                                      </p:tavLst>
                                    </p:anim>
                                    <p:anim calcmode="lin" valueType="num">
                                      <p:cBhvr>
                                        <p:cTn id="72" dur="500" fill="hold"/>
                                        <p:tgtEl>
                                          <p:spTgt spid="303107">
                                            <p:txEl>
                                              <p:pRg st="9" end="9"/>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73" dur="500" fill="hold"/>
                                        <p:tgtEl>
                                          <p:spTgt spid="303107">
                                            <p:txEl>
                                              <p:pRg st="9" end="9"/>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74" dur="500" tmFilter="0,0; .5, 1; 1, 1"/>
                                        <p:tgtEl>
                                          <p:spTgt spid="303107">
                                            <p:txEl>
                                              <p:pRg st="9" end="9"/>
                                            </p:txEl>
                                          </p:spTgt>
                                        </p:tgtEl>
                                      </p:cBhvr>
                                    </p:animEffect>
                                  </p:childTnLst>
                                </p:cTn>
                              </p:par>
                              <p:par>
                                <p:cTn id="75" presetID="41" presetClass="entr" presetSubtype="0" fill="hold" nodeType="withEffect">
                                  <p:stCondLst>
                                    <p:cond delay="0"/>
                                  </p:stCondLst>
                                  <p:iterate type="lt">
                                    <p:tmPct val="10000"/>
                                  </p:iterate>
                                  <p:childTnLst>
                                    <p:set>
                                      <p:cBhvr>
                                        <p:cTn id="76" dur="1" fill="hold">
                                          <p:stCondLst>
                                            <p:cond delay="0"/>
                                          </p:stCondLst>
                                        </p:cTn>
                                        <p:tgtEl>
                                          <p:spTgt spid="303107">
                                            <p:txEl>
                                              <p:pRg st="10" end="10"/>
                                            </p:txEl>
                                          </p:spTgt>
                                        </p:tgtEl>
                                        <p:attrNameLst>
                                          <p:attrName>style.visibility</p:attrName>
                                        </p:attrNameLst>
                                      </p:cBhvr>
                                      <p:to>
                                        <p:strVal val="visible"/>
                                      </p:to>
                                    </p:set>
                                    <p:anim calcmode="lin" valueType="num">
                                      <p:cBhvr>
                                        <p:cTn id="77" dur="500" fill="hold"/>
                                        <p:tgtEl>
                                          <p:spTgt spid="303107">
                                            <p:txEl>
                                              <p:pRg st="10" end="10"/>
                                            </p:txEl>
                                          </p:spTgt>
                                        </p:tgtEl>
                                        <p:attrNameLst>
                                          <p:attrName>ppt_x</p:attrName>
                                        </p:attrNameLst>
                                      </p:cBhvr>
                                      <p:tavLst>
                                        <p:tav tm="0">
                                          <p:val>
                                            <p:strVal val="#ppt_x"/>
                                          </p:val>
                                        </p:tav>
                                        <p:tav tm="50000">
                                          <p:val>
                                            <p:strVal val="#ppt_x+.1"/>
                                          </p:val>
                                        </p:tav>
                                        <p:tav tm="100000">
                                          <p:val>
                                            <p:strVal val="#ppt_x"/>
                                          </p:val>
                                        </p:tav>
                                      </p:tavLst>
                                    </p:anim>
                                    <p:anim calcmode="lin" valueType="num">
                                      <p:cBhvr>
                                        <p:cTn id="78" dur="500" fill="hold"/>
                                        <p:tgtEl>
                                          <p:spTgt spid="303107">
                                            <p:txEl>
                                              <p:pRg st="10" end="10"/>
                                            </p:txEl>
                                          </p:spTgt>
                                        </p:tgtEl>
                                        <p:attrNameLst>
                                          <p:attrName>ppt_y</p:attrName>
                                        </p:attrNameLst>
                                      </p:cBhvr>
                                      <p:tavLst>
                                        <p:tav tm="0">
                                          <p:val>
                                            <p:strVal val="#ppt_y"/>
                                          </p:val>
                                        </p:tav>
                                        <p:tav tm="100000">
                                          <p:val>
                                            <p:strVal val="#ppt_y"/>
                                          </p:val>
                                        </p:tav>
                                      </p:tavLst>
                                    </p:anim>
                                    <p:anim calcmode="lin" valueType="num">
                                      <p:cBhvr>
                                        <p:cTn id="79" dur="500" fill="hold"/>
                                        <p:tgtEl>
                                          <p:spTgt spid="303107">
                                            <p:txEl>
                                              <p:pRg st="10" end="1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80" dur="500" fill="hold"/>
                                        <p:tgtEl>
                                          <p:spTgt spid="303107">
                                            <p:txEl>
                                              <p:pRg st="10" end="1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81" dur="500" tmFilter="0,0; .5, 1; 1, 1"/>
                                        <p:tgtEl>
                                          <p:spTgt spid="303107">
                                            <p:txEl>
                                              <p:pRg st="10" end="10"/>
                                            </p:txEl>
                                          </p:spTgt>
                                        </p:tgtEl>
                                      </p:cBhvr>
                                    </p:animEffect>
                                  </p:childTnLst>
                                </p:cTn>
                              </p:par>
                              <p:par>
                                <p:cTn id="82" presetID="41" presetClass="entr" presetSubtype="0" fill="hold" nodeType="withEffect">
                                  <p:stCondLst>
                                    <p:cond delay="0"/>
                                  </p:stCondLst>
                                  <p:iterate type="lt">
                                    <p:tmPct val="10000"/>
                                  </p:iterate>
                                  <p:childTnLst>
                                    <p:set>
                                      <p:cBhvr>
                                        <p:cTn id="83" dur="1" fill="hold">
                                          <p:stCondLst>
                                            <p:cond delay="0"/>
                                          </p:stCondLst>
                                        </p:cTn>
                                        <p:tgtEl>
                                          <p:spTgt spid="303107">
                                            <p:txEl>
                                              <p:pRg st="11" end="11"/>
                                            </p:txEl>
                                          </p:spTgt>
                                        </p:tgtEl>
                                        <p:attrNameLst>
                                          <p:attrName>style.visibility</p:attrName>
                                        </p:attrNameLst>
                                      </p:cBhvr>
                                      <p:to>
                                        <p:strVal val="visible"/>
                                      </p:to>
                                    </p:set>
                                    <p:anim calcmode="lin" valueType="num">
                                      <p:cBhvr>
                                        <p:cTn id="84" dur="500" fill="hold"/>
                                        <p:tgtEl>
                                          <p:spTgt spid="303107">
                                            <p:txEl>
                                              <p:pRg st="11" end="11"/>
                                            </p:txEl>
                                          </p:spTgt>
                                        </p:tgtEl>
                                        <p:attrNameLst>
                                          <p:attrName>ppt_x</p:attrName>
                                        </p:attrNameLst>
                                      </p:cBhvr>
                                      <p:tavLst>
                                        <p:tav tm="0">
                                          <p:val>
                                            <p:strVal val="#ppt_x"/>
                                          </p:val>
                                        </p:tav>
                                        <p:tav tm="50000">
                                          <p:val>
                                            <p:strVal val="#ppt_x+.1"/>
                                          </p:val>
                                        </p:tav>
                                        <p:tav tm="100000">
                                          <p:val>
                                            <p:strVal val="#ppt_x"/>
                                          </p:val>
                                        </p:tav>
                                      </p:tavLst>
                                    </p:anim>
                                    <p:anim calcmode="lin" valueType="num">
                                      <p:cBhvr>
                                        <p:cTn id="85" dur="500" fill="hold"/>
                                        <p:tgtEl>
                                          <p:spTgt spid="303107">
                                            <p:txEl>
                                              <p:pRg st="11" end="11"/>
                                            </p:txEl>
                                          </p:spTgt>
                                        </p:tgtEl>
                                        <p:attrNameLst>
                                          <p:attrName>ppt_y</p:attrName>
                                        </p:attrNameLst>
                                      </p:cBhvr>
                                      <p:tavLst>
                                        <p:tav tm="0">
                                          <p:val>
                                            <p:strVal val="#ppt_y"/>
                                          </p:val>
                                        </p:tav>
                                        <p:tav tm="100000">
                                          <p:val>
                                            <p:strVal val="#ppt_y"/>
                                          </p:val>
                                        </p:tav>
                                      </p:tavLst>
                                    </p:anim>
                                    <p:anim calcmode="lin" valueType="num">
                                      <p:cBhvr>
                                        <p:cTn id="86" dur="500" fill="hold"/>
                                        <p:tgtEl>
                                          <p:spTgt spid="303107">
                                            <p:txEl>
                                              <p:pRg st="11" end="1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87" dur="500" fill="hold"/>
                                        <p:tgtEl>
                                          <p:spTgt spid="303107">
                                            <p:txEl>
                                              <p:pRg st="11" end="1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88" dur="500" tmFilter="0,0; .5, 1; 1, 1"/>
                                        <p:tgtEl>
                                          <p:spTgt spid="303107">
                                            <p:txEl>
                                              <p:pRg st="11" end="11"/>
                                            </p:txEl>
                                          </p:spTgt>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19" presetClass="entr" presetSubtype="10" fill="hold" nodeType="clickEffect">
                                  <p:stCondLst>
                                    <p:cond delay="0"/>
                                  </p:stCondLst>
                                  <p:childTnLst>
                                    <p:set>
                                      <p:cBhvr>
                                        <p:cTn id="92" dur="1" fill="hold">
                                          <p:stCondLst>
                                            <p:cond delay="0"/>
                                          </p:stCondLst>
                                        </p:cTn>
                                        <p:tgtEl>
                                          <p:spTgt spid="303108"/>
                                        </p:tgtEl>
                                        <p:attrNameLst>
                                          <p:attrName>style.visibility</p:attrName>
                                        </p:attrNameLst>
                                      </p:cBhvr>
                                      <p:to>
                                        <p:strVal val="visible"/>
                                      </p:to>
                                    </p:set>
                                    <p:anim calcmode="lin" valueType="num">
                                      <p:cBhvr>
                                        <p:cTn id="93" dur="5000" fill="hold"/>
                                        <p:tgtEl>
                                          <p:spTgt spid="303108"/>
                                        </p:tgtEl>
                                        <p:attrNameLst>
                                          <p:attrName>ppt_w</p:attrName>
                                        </p:attrNameLst>
                                      </p:cBhvr>
                                      <p:tavLst>
                                        <p:tav tm="0" fmla="#ppt_w*sin(2.5*pi*$)">
                                          <p:val>
                                            <p:fltVal val="0"/>
                                          </p:val>
                                        </p:tav>
                                        <p:tav tm="100000">
                                          <p:val>
                                            <p:fltVal val="1"/>
                                          </p:val>
                                        </p:tav>
                                      </p:tavLst>
                                    </p:anim>
                                    <p:anim calcmode="lin" valueType="num">
                                      <p:cBhvr>
                                        <p:cTn id="94" dur="5000" fill="hold"/>
                                        <p:tgtEl>
                                          <p:spTgt spid="30310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5">
            <a:extLst>
              <a:ext uri="{FF2B5EF4-FFF2-40B4-BE49-F238E27FC236}">
                <a16:creationId xmlns:a16="http://schemas.microsoft.com/office/drawing/2014/main" id="{62F31297-AE11-6A3B-42C2-073B63BF689C}"/>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469E06C4-F1EE-4A50-B4DF-044374A2C066}" type="slidenum">
              <a:rPr lang="en-US" altLang="vi-VN" sz="1000">
                <a:latin typeface="Verdana" panose="020B0604030504040204" pitchFamily="34" charset="0"/>
              </a:rPr>
              <a:pPr algn="r" eaLnBrk="1" hangingPunct="1">
                <a:spcBef>
                  <a:spcPct val="0"/>
                </a:spcBef>
                <a:buFontTx/>
                <a:buNone/>
              </a:pPr>
              <a:t>32</a:t>
            </a:fld>
            <a:endParaRPr lang="en-US" altLang="vi-VN" sz="1000">
              <a:latin typeface="Verdana" panose="020B0604030504040204" pitchFamily="34" charset="0"/>
            </a:endParaRPr>
          </a:p>
        </p:txBody>
      </p:sp>
      <p:sp>
        <p:nvSpPr>
          <p:cNvPr id="48131" name="Rectangle 2">
            <a:extLst>
              <a:ext uri="{FF2B5EF4-FFF2-40B4-BE49-F238E27FC236}">
                <a16:creationId xmlns:a16="http://schemas.microsoft.com/office/drawing/2014/main" id="{E77D1FB6-2D5E-6101-7AB4-C05FEE04F8AE}"/>
              </a:ext>
            </a:extLst>
          </p:cNvPr>
          <p:cNvSpPr>
            <a:spLocks noGrp="1" noChangeArrowheads="1"/>
          </p:cNvSpPr>
          <p:nvPr>
            <p:ph type="title" idx="4294967295"/>
          </p:nvPr>
        </p:nvSpPr>
        <p:spPr>
          <a:xfrm>
            <a:off x="1447800" y="468313"/>
            <a:ext cx="6858000" cy="212725"/>
          </a:xfrm>
        </p:spPr>
        <p:txBody>
          <a:bodyPr anchor="b"/>
          <a:lstStyle/>
          <a:p>
            <a:pPr eaLnBrk="1" hangingPunct="1"/>
            <a:r>
              <a:rPr lang="en-US" altLang="vi-VN" sz="2800" b="1">
                <a:solidFill>
                  <a:srgbClr val="FF0000"/>
                </a:solidFill>
                <a:latin typeface="Times New Roman" panose="02020603050405020304" pitchFamily="18" charset="0"/>
              </a:rPr>
              <a:t>I. XỬ LÝ TRÊN VÙNG (TT)</a:t>
            </a:r>
          </a:p>
        </p:txBody>
      </p:sp>
      <p:sp>
        <p:nvSpPr>
          <p:cNvPr id="304131" name="Rectangle 3">
            <a:extLst>
              <a:ext uri="{FF2B5EF4-FFF2-40B4-BE49-F238E27FC236}">
                <a16:creationId xmlns:a16="http://schemas.microsoft.com/office/drawing/2014/main" id="{0E4BDE79-C8CC-E67D-7D71-7E5322460959}"/>
              </a:ext>
            </a:extLst>
          </p:cNvPr>
          <p:cNvSpPr>
            <a:spLocks noGrp="1" noChangeArrowheads="1"/>
          </p:cNvSpPr>
          <p:nvPr>
            <p:ph type="body" idx="4294967295"/>
          </p:nvPr>
        </p:nvSpPr>
        <p:spPr>
          <a:xfrm>
            <a:off x="304800" y="1066800"/>
            <a:ext cx="8839200" cy="5791200"/>
          </a:xfrm>
        </p:spPr>
        <p:txBody>
          <a:bodyPr/>
          <a:lstStyle/>
          <a:p>
            <a:pPr eaLnBrk="1" hangingPunct="1">
              <a:buFont typeface="Wingdings" panose="05000000000000000000" pitchFamily="2" charset="2"/>
              <a:buNone/>
            </a:pPr>
            <a:r>
              <a:rPr lang="en-US" altLang="vi-VN" sz="2800" b="1">
                <a:solidFill>
                  <a:srgbClr val="FF0000"/>
                </a:solidFill>
              </a:rPr>
              <a:t>6. Điền dữ liệu tự động bằng tính năng AutoFill</a:t>
            </a:r>
            <a:r>
              <a:rPr lang="en-US" altLang="vi-VN" sz="2800" b="1" u="sng">
                <a:solidFill>
                  <a:srgbClr val="FF0000"/>
                </a:solidFill>
              </a:rPr>
              <a:t>:</a:t>
            </a:r>
            <a:r>
              <a:rPr lang="en-US" altLang="vi-VN" sz="2800"/>
              <a:t> </a:t>
            </a:r>
          </a:p>
          <a:p>
            <a:pPr eaLnBrk="1" hangingPunct="1">
              <a:buFont typeface="Wingdings" panose="05000000000000000000" pitchFamily="2" charset="2"/>
              <a:buChar char="Ø"/>
            </a:pPr>
            <a:r>
              <a:rPr lang="en-US" altLang="vi-VN" sz="2800">
                <a:latin typeface="Times New Roman" panose="02020603050405020304" pitchFamily="18" charset="0"/>
              </a:rPr>
              <a:t>Khi Drag chuột tại </a:t>
            </a:r>
            <a:r>
              <a:rPr lang="en-US" altLang="vi-VN" sz="2800" b="1">
                <a:latin typeface="Times New Roman" panose="02020603050405020304" pitchFamily="18" charset="0"/>
              </a:rPr>
              <a:t>Fill handle</a:t>
            </a:r>
            <a:r>
              <a:rPr lang="en-US" altLang="vi-VN" sz="2800">
                <a:latin typeface="Times New Roman" panose="02020603050405020304" pitchFamily="18" charset="0"/>
              </a:rPr>
              <a:t> xuống phía dưới thì </a:t>
            </a:r>
            <a:r>
              <a:rPr lang="en-US" altLang="vi-VN" sz="2800" b="1">
                <a:latin typeface="Times New Roman" panose="02020603050405020304" pitchFamily="18" charset="0"/>
              </a:rPr>
              <a:t>Auto fill</a:t>
            </a:r>
            <a:r>
              <a:rPr lang="en-US" altLang="vi-VN" sz="2800">
                <a:latin typeface="Times New Roman" panose="02020603050405020304" pitchFamily="18" charset="0"/>
              </a:rPr>
              <a:t> sẽ tạo ra các giá trị tăng lên.</a:t>
            </a:r>
          </a:p>
          <a:p>
            <a:pPr eaLnBrk="1" hangingPunct="1"/>
            <a:endParaRPr lang="en-US" altLang="vi-VN" sz="2800">
              <a:latin typeface="Times New Roman" panose="02020603050405020304" pitchFamily="18" charset="0"/>
            </a:endParaRPr>
          </a:p>
        </p:txBody>
      </p:sp>
      <p:pic>
        <p:nvPicPr>
          <p:cNvPr id="304132" name="Picture 4">
            <a:extLst>
              <a:ext uri="{FF2B5EF4-FFF2-40B4-BE49-F238E27FC236}">
                <a16:creationId xmlns:a16="http://schemas.microsoft.com/office/drawing/2014/main" id="{834E856E-CD79-A3D3-BF3C-0B4C3E657C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2895600"/>
            <a:ext cx="7848600"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304131">
                                            <p:txEl>
                                              <p:pRg st="0" end="0"/>
                                            </p:txEl>
                                          </p:spTgt>
                                        </p:tgtEl>
                                        <p:attrNameLst>
                                          <p:attrName>style.visibility</p:attrName>
                                        </p:attrNameLst>
                                      </p:cBhvr>
                                      <p:to>
                                        <p:strVal val="visible"/>
                                      </p:to>
                                    </p:set>
                                    <p:anim calcmode="lin" valueType="num">
                                      <p:cBhvr>
                                        <p:cTn id="7" dur="500" fill="hold"/>
                                        <p:tgtEl>
                                          <p:spTgt spid="304131">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04131">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304131">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04131">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04131">
                                            <p:txEl>
                                              <p:pRg st="0" end="0"/>
                                            </p:txEl>
                                          </p:spTgt>
                                        </p:tgtEl>
                                      </p:cBhvr>
                                    </p:animEffect>
                                  </p:childTnLst>
                                </p:cTn>
                              </p:par>
                              <p:par>
                                <p:cTn id="12" presetID="41" presetClass="entr" presetSubtype="0" fill="hold" nodeType="withEffect">
                                  <p:stCondLst>
                                    <p:cond delay="0"/>
                                  </p:stCondLst>
                                  <p:iterate type="lt">
                                    <p:tmPct val="10000"/>
                                  </p:iterate>
                                  <p:childTnLst>
                                    <p:set>
                                      <p:cBhvr>
                                        <p:cTn id="13" dur="1" fill="hold">
                                          <p:stCondLst>
                                            <p:cond delay="0"/>
                                          </p:stCondLst>
                                        </p:cTn>
                                        <p:tgtEl>
                                          <p:spTgt spid="304131">
                                            <p:txEl>
                                              <p:pRg st="1" end="1"/>
                                            </p:txEl>
                                          </p:spTgt>
                                        </p:tgtEl>
                                        <p:attrNameLst>
                                          <p:attrName>style.visibility</p:attrName>
                                        </p:attrNameLst>
                                      </p:cBhvr>
                                      <p:to>
                                        <p:strVal val="visible"/>
                                      </p:to>
                                    </p:set>
                                    <p:anim calcmode="lin" valueType="num">
                                      <p:cBhvr>
                                        <p:cTn id="14" dur="500" fill="hold"/>
                                        <p:tgtEl>
                                          <p:spTgt spid="304131">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15" dur="500" fill="hold"/>
                                        <p:tgtEl>
                                          <p:spTgt spid="304131">
                                            <p:txEl>
                                              <p:pRg st="1" end="1"/>
                                            </p:txEl>
                                          </p:spTgt>
                                        </p:tgtEl>
                                        <p:attrNameLst>
                                          <p:attrName>ppt_y</p:attrName>
                                        </p:attrNameLst>
                                      </p:cBhvr>
                                      <p:tavLst>
                                        <p:tav tm="0">
                                          <p:val>
                                            <p:strVal val="#ppt_y"/>
                                          </p:val>
                                        </p:tav>
                                        <p:tav tm="100000">
                                          <p:val>
                                            <p:strVal val="#ppt_y"/>
                                          </p:val>
                                        </p:tav>
                                      </p:tavLst>
                                    </p:anim>
                                    <p:anim calcmode="lin" valueType="num">
                                      <p:cBhvr>
                                        <p:cTn id="16" dur="500" fill="hold"/>
                                        <p:tgtEl>
                                          <p:spTgt spid="304131">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7" dur="500" fill="hold"/>
                                        <p:tgtEl>
                                          <p:spTgt spid="304131">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8" dur="500" tmFilter="0,0; .5, 1; 1, 1"/>
                                        <p:tgtEl>
                                          <p:spTgt spid="304131">
                                            <p:txEl>
                                              <p:pRg st="1" end="1"/>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9" presetClass="entr" presetSubtype="10" fill="hold" nodeType="clickEffect">
                                  <p:stCondLst>
                                    <p:cond delay="0"/>
                                  </p:stCondLst>
                                  <p:childTnLst>
                                    <p:set>
                                      <p:cBhvr>
                                        <p:cTn id="22" dur="1" fill="hold">
                                          <p:stCondLst>
                                            <p:cond delay="0"/>
                                          </p:stCondLst>
                                        </p:cTn>
                                        <p:tgtEl>
                                          <p:spTgt spid="304132"/>
                                        </p:tgtEl>
                                        <p:attrNameLst>
                                          <p:attrName>style.visibility</p:attrName>
                                        </p:attrNameLst>
                                      </p:cBhvr>
                                      <p:to>
                                        <p:strVal val="visible"/>
                                      </p:to>
                                    </p:set>
                                    <p:anim calcmode="lin" valueType="num">
                                      <p:cBhvr>
                                        <p:cTn id="23" dur="5000" fill="hold"/>
                                        <p:tgtEl>
                                          <p:spTgt spid="304132"/>
                                        </p:tgtEl>
                                        <p:attrNameLst>
                                          <p:attrName>ppt_w</p:attrName>
                                        </p:attrNameLst>
                                      </p:cBhvr>
                                      <p:tavLst>
                                        <p:tav tm="0" fmla="#ppt_w*sin(2.5*pi*$)">
                                          <p:val>
                                            <p:fltVal val="0"/>
                                          </p:val>
                                        </p:tav>
                                        <p:tav tm="100000">
                                          <p:val>
                                            <p:fltVal val="1"/>
                                          </p:val>
                                        </p:tav>
                                      </p:tavLst>
                                    </p:anim>
                                    <p:anim calcmode="lin" valueType="num">
                                      <p:cBhvr>
                                        <p:cTn id="24" dur="5000" fill="hold"/>
                                        <p:tgtEl>
                                          <p:spTgt spid="30413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a:extLst>
              <a:ext uri="{FF2B5EF4-FFF2-40B4-BE49-F238E27FC236}">
                <a16:creationId xmlns:a16="http://schemas.microsoft.com/office/drawing/2014/main" id="{A6F196B0-8D09-9A33-98CD-94EE104E6AEB}"/>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F8EFCD9D-48B7-4966-8650-8D897A0E1554}" type="slidenum">
              <a:rPr lang="en-US" altLang="vi-VN" sz="1000">
                <a:latin typeface="Verdana" panose="020B0604030504040204" pitchFamily="34" charset="0"/>
              </a:rPr>
              <a:pPr algn="r" eaLnBrk="1" hangingPunct="1">
                <a:spcBef>
                  <a:spcPct val="0"/>
                </a:spcBef>
                <a:buFontTx/>
                <a:buNone/>
              </a:pPr>
              <a:t>33</a:t>
            </a:fld>
            <a:endParaRPr lang="en-US" altLang="vi-VN" sz="1000">
              <a:latin typeface="Verdana" panose="020B0604030504040204" pitchFamily="34" charset="0"/>
            </a:endParaRPr>
          </a:p>
        </p:txBody>
      </p:sp>
      <p:sp>
        <p:nvSpPr>
          <p:cNvPr id="49155" name="Rectangle 2">
            <a:extLst>
              <a:ext uri="{FF2B5EF4-FFF2-40B4-BE49-F238E27FC236}">
                <a16:creationId xmlns:a16="http://schemas.microsoft.com/office/drawing/2014/main" id="{E687FDAC-84E6-466B-610E-14BA3576777A}"/>
              </a:ext>
            </a:extLst>
          </p:cNvPr>
          <p:cNvSpPr>
            <a:spLocks noGrp="1" noChangeArrowheads="1"/>
          </p:cNvSpPr>
          <p:nvPr>
            <p:ph type="title" idx="4294967295"/>
          </p:nvPr>
        </p:nvSpPr>
        <p:spPr>
          <a:xfrm>
            <a:off x="1447800" y="490538"/>
            <a:ext cx="6858000" cy="249237"/>
          </a:xfrm>
        </p:spPr>
        <p:txBody>
          <a:bodyPr anchor="b"/>
          <a:lstStyle/>
          <a:p>
            <a:pPr eaLnBrk="1" hangingPunct="1"/>
            <a:r>
              <a:rPr lang="en-US" altLang="vi-VN" sz="2800" b="1">
                <a:solidFill>
                  <a:srgbClr val="FF0000"/>
                </a:solidFill>
                <a:latin typeface="Times New Roman" panose="02020603050405020304" pitchFamily="18" charset="0"/>
              </a:rPr>
              <a:t>I. XỬ LÝ TRÊN VÙNG (TT)</a:t>
            </a:r>
          </a:p>
        </p:txBody>
      </p:sp>
      <p:sp>
        <p:nvSpPr>
          <p:cNvPr id="305155" name="Rectangle 3">
            <a:extLst>
              <a:ext uri="{FF2B5EF4-FFF2-40B4-BE49-F238E27FC236}">
                <a16:creationId xmlns:a16="http://schemas.microsoft.com/office/drawing/2014/main" id="{59B37830-BD72-EEB1-DA1D-287ADA31897E}"/>
              </a:ext>
            </a:extLst>
          </p:cNvPr>
          <p:cNvSpPr>
            <a:spLocks noGrp="1" noChangeArrowheads="1"/>
          </p:cNvSpPr>
          <p:nvPr>
            <p:ph type="body" idx="4294967295"/>
          </p:nvPr>
        </p:nvSpPr>
        <p:spPr>
          <a:xfrm>
            <a:off x="457200" y="1066800"/>
            <a:ext cx="8458200" cy="5486400"/>
          </a:xfrm>
        </p:spPr>
        <p:txBody>
          <a:bodyPr/>
          <a:lstStyle/>
          <a:p>
            <a:pPr marL="0" indent="0" eaLnBrk="1" hangingPunct="1">
              <a:buFont typeface="Wingdings" panose="05000000000000000000" pitchFamily="2" charset="2"/>
              <a:buNone/>
            </a:pPr>
            <a:r>
              <a:rPr lang="en-US" altLang="vi-VN" sz="2800" b="1">
                <a:solidFill>
                  <a:srgbClr val="FF0000"/>
                </a:solidFill>
                <a:latin typeface="Times New Roman" panose="02020603050405020304" pitchFamily="18" charset="0"/>
              </a:rPr>
              <a:t>7. </a:t>
            </a:r>
            <a:r>
              <a:rPr lang="en-US" altLang="vi-VN" sz="2800">
                <a:solidFill>
                  <a:srgbClr val="FF0000"/>
                </a:solidFill>
                <a:latin typeface="Times New Roman" panose="02020603050405020304" pitchFamily="18" charset="0"/>
              </a:rPr>
              <a:t>Sử dụng chức năng Edit \ Fill</a:t>
            </a:r>
          </a:p>
          <a:p>
            <a:pPr marL="0" indent="0" eaLnBrk="1" hangingPunct="1">
              <a:buFont typeface="Wingdings" panose="05000000000000000000" pitchFamily="2" charset="2"/>
              <a:buNone/>
            </a:pPr>
            <a:r>
              <a:rPr lang="en-US" altLang="vi-VN" sz="2800">
                <a:latin typeface="Times New Roman" panose="02020603050405020304" pitchFamily="18" charset="0"/>
              </a:rPr>
              <a:t>Ngoài tính năng của AutoFill, có thể sử dụng bộ lệnh Fill từ menu Edit để sao chép:</a:t>
            </a:r>
          </a:p>
          <a:p>
            <a:pPr marL="0" indent="0" eaLnBrk="1" hangingPunct="1">
              <a:buFont typeface="Wingdings" panose="05000000000000000000" pitchFamily="2" charset="2"/>
              <a:buNone/>
            </a:pPr>
            <a:r>
              <a:rPr lang="en-US" altLang="vi-VN" sz="2800">
                <a:latin typeface="Times New Roman" panose="02020603050405020304" pitchFamily="18" charset="0"/>
              </a:rPr>
              <a:t>+ Điền lên ( </a:t>
            </a:r>
            <a:r>
              <a:rPr lang="en-US" altLang="vi-VN" sz="2800" b="1">
                <a:latin typeface="Times New Roman" panose="02020603050405020304" pitchFamily="18" charset="0"/>
              </a:rPr>
              <a:t>Up</a:t>
            </a:r>
            <a:r>
              <a:rPr lang="en-US" altLang="vi-VN" sz="2800">
                <a:latin typeface="Times New Roman" panose="02020603050405020304" pitchFamily="18" charset="0"/>
              </a:rPr>
              <a:t>), </a:t>
            </a:r>
          </a:p>
          <a:p>
            <a:pPr marL="0" indent="0" eaLnBrk="1" hangingPunct="1">
              <a:buFont typeface="Wingdings" panose="05000000000000000000" pitchFamily="2" charset="2"/>
              <a:buNone/>
            </a:pPr>
            <a:r>
              <a:rPr lang="en-US" altLang="vi-VN" sz="2800">
                <a:latin typeface="Times New Roman" panose="02020603050405020304" pitchFamily="18" charset="0"/>
              </a:rPr>
              <a:t>+ Xuống (</a:t>
            </a:r>
            <a:r>
              <a:rPr lang="en-US" altLang="vi-VN" sz="2800" b="1">
                <a:latin typeface="Times New Roman" panose="02020603050405020304" pitchFamily="18" charset="0"/>
              </a:rPr>
              <a:t>Down</a:t>
            </a:r>
            <a:r>
              <a:rPr lang="en-US" altLang="vi-VN" sz="2800">
                <a:latin typeface="Times New Roman" panose="02020603050405020304" pitchFamily="18" charset="0"/>
              </a:rPr>
              <a:t>), </a:t>
            </a:r>
          </a:p>
          <a:p>
            <a:pPr marL="0" indent="0" eaLnBrk="1" hangingPunct="1">
              <a:buFont typeface="Wingdings" panose="05000000000000000000" pitchFamily="2" charset="2"/>
              <a:buNone/>
            </a:pPr>
            <a:r>
              <a:rPr lang="en-US" altLang="vi-VN" sz="2800">
                <a:latin typeface="Times New Roman" panose="02020603050405020304" pitchFamily="18" charset="0"/>
              </a:rPr>
              <a:t>+ Sang phải (</a:t>
            </a:r>
            <a:r>
              <a:rPr lang="en-US" altLang="vi-VN" sz="2800" b="1">
                <a:latin typeface="Times New Roman" panose="02020603050405020304" pitchFamily="18" charset="0"/>
              </a:rPr>
              <a:t>Right</a:t>
            </a:r>
            <a:r>
              <a:rPr lang="en-US" altLang="vi-VN" sz="2800">
                <a:latin typeface="Times New Roman" panose="02020603050405020304" pitchFamily="18" charset="0"/>
              </a:rPr>
              <a:t>), </a:t>
            </a:r>
          </a:p>
          <a:p>
            <a:pPr marL="0" indent="0" eaLnBrk="1" hangingPunct="1">
              <a:buFont typeface="Wingdings" panose="05000000000000000000" pitchFamily="2" charset="2"/>
              <a:buNone/>
            </a:pPr>
            <a:r>
              <a:rPr lang="en-US" altLang="vi-VN" sz="2800">
                <a:latin typeface="Times New Roman" panose="02020603050405020304" pitchFamily="18" charset="0"/>
              </a:rPr>
              <a:t>+ Sang trái (</a:t>
            </a:r>
            <a:r>
              <a:rPr lang="en-US" altLang="vi-VN" sz="2800" b="1">
                <a:latin typeface="Times New Roman" panose="02020603050405020304" pitchFamily="18" charset="0"/>
              </a:rPr>
              <a:t>Left</a:t>
            </a:r>
            <a:r>
              <a:rPr lang="en-US" altLang="vi-VN" sz="2800">
                <a:latin typeface="Times New Roman" panose="02020603050405020304" pitchFamily="18" charset="0"/>
              </a:rPr>
              <a:t>). </a:t>
            </a:r>
            <a:endParaRPr lang="en-US" altLang="vi-VN" sz="2800" u="sng">
              <a:latin typeface="Times New Roman" panose="02020603050405020304" pitchFamily="18" charset="0"/>
            </a:endParaRPr>
          </a:p>
          <a:p>
            <a:pPr marL="0" indent="0" eaLnBrk="1" hangingPunct="1">
              <a:buFont typeface="Wingdings" panose="05000000000000000000" pitchFamily="2" charset="2"/>
              <a:buNone/>
            </a:pPr>
            <a:endParaRPr lang="en-US" altLang="vi-VN" sz="2800" u="sng">
              <a:latin typeface="Times New Roman" panose="02020603050405020304" pitchFamily="18" charset="0"/>
            </a:endParaRPr>
          </a:p>
        </p:txBody>
      </p:sp>
      <p:grpSp>
        <p:nvGrpSpPr>
          <p:cNvPr id="305156" name="Group 4">
            <a:extLst>
              <a:ext uri="{FF2B5EF4-FFF2-40B4-BE49-F238E27FC236}">
                <a16:creationId xmlns:a16="http://schemas.microsoft.com/office/drawing/2014/main" id="{A67C40DD-20FD-2D9C-F869-EE59C223FF25}"/>
              </a:ext>
            </a:extLst>
          </p:cNvPr>
          <p:cNvGrpSpPr>
            <a:grpSpLocks/>
          </p:cNvGrpSpPr>
          <p:nvPr/>
        </p:nvGrpSpPr>
        <p:grpSpPr bwMode="auto">
          <a:xfrm>
            <a:off x="2362200" y="4724400"/>
            <a:ext cx="6400800" cy="1905000"/>
            <a:chOff x="2301" y="5610"/>
            <a:chExt cx="6090" cy="1545"/>
          </a:xfrm>
        </p:grpSpPr>
        <p:pic>
          <p:nvPicPr>
            <p:cNvPr id="49158" name="Picture 5" descr="untitled79+74+">
              <a:extLst>
                <a:ext uri="{FF2B5EF4-FFF2-40B4-BE49-F238E27FC236}">
                  <a16:creationId xmlns:a16="http://schemas.microsoft.com/office/drawing/2014/main" id="{34DCC7E4-396C-D47D-8E8B-65D9B2D8B2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1" y="5610"/>
              <a:ext cx="1905" cy="1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59" name="Picture 6" descr="untitleddfgdf">
              <a:extLst>
                <a:ext uri="{FF2B5EF4-FFF2-40B4-BE49-F238E27FC236}">
                  <a16:creationId xmlns:a16="http://schemas.microsoft.com/office/drawing/2014/main" id="{F0F3A131-E1F3-0A78-5DE9-946FCE1556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1" y="5610"/>
              <a:ext cx="2130" cy="1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60" name="Line 7">
              <a:extLst>
                <a:ext uri="{FF2B5EF4-FFF2-40B4-BE49-F238E27FC236}">
                  <a16:creationId xmlns:a16="http://schemas.microsoft.com/office/drawing/2014/main" id="{0664BA60-828E-8F9D-BF84-9C9068D5899A}"/>
                </a:ext>
              </a:extLst>
            </p:cNvPr>
            <p:cNvSpPr>
              <a:spLocks noChangeShapeType="1"/>
            </p:cNvSpPr>
            <p:nvPr/>
          </p:nvSpPr>
          <p:spPr bwMode="auto">
            <a:xfrm>
              <a:off x="4821" y="6330"/>
              <a:ext cx="72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305155">
                                            <p:txEl>
                                              <p:pRg st="0" end="0"/>
                                            </p:txEl>
                                          </p:spTgt>
                                        </p:tgtEl>
                                        <p:attrNameLst>
                                          <p:attrName>style.visibility</p:attrName>
                                        </p:attrNameLst>
                                      </p:cBhvr>
                                      <p:to>
                                        <p:strVal val="visible"/>
                                      </p:to>
                                    </p:set>
                                    <p:animEffect transition="in" filter="wheel(4)">
                                      <p:cBhvr>
                                        <p:cTn id="7" dur="2000"/>
                                        <p:tgtEl>
                                          <p:spTgt spid="305155">
                                            <p:txEl>
                                              <p:pRg st="0" end="0"/>
                                            </p:txEl>
                                          </p:spTgt>
                                        </p:tgtEl>
                                      </p:cBhvr>
                                    </p:animEffect>
                                  </p:childTnLst>
                                </p:cTn>
                              </p:par>
                              <p:par>
                                <p:cTn id="8" presetID="21" presetClass="entr" presetSubtype="4" fill="hold" nodeType="withEffect">
                                  <p:stCondLst>
                                    <p:cond delay="0"/>
                                  </p:stCondLst>
                                  <p:childTnLst>
                                    <p:set>
                                      <p:cBhvr>
                                        <p:cTn id="9" dur="1" fill="hold">
                                          <p:stCondLst>
                                            <p:cond delay="0"/>
                                          </p:stCondLst>
                                        </p:cTn>
                                        <p:tgtEl>
                                          <p:spTgt spid="305155">
                                            <p:txEl>
                                              <p:pRg st="1" end="1"/>
                                            </p:txEl>
                                          </p:spTgt>
                                        </p:tgtEl>
                                        <p:attrNameLst>
                                          <p:attrName>style.visibility</p:attrName>
                                        </p:attrNameLst>
                                      </p:cBhvr>
                                      <p:to>
                                        <p:strVal val="visible"/>
                                      </p:to>
                                    </p:set>
                                    <p:animEffect transition="in" filter="wheel(4)">
                                      <p:cBhvr>
                                        <p:cTn id="10" dur="2000"/>
                                        <p:tgtEl>
                                          <p:spTgt spid="305155">
                                            <p:txEl>
                                              <p:pRg st="1" end="1"/>
                                            </p:txEl>
                                          </p:spTgt>
                                        </p:tgtEl>
                                      </p:cBhvr>
                                    </p:animEffect>
                                  </p:childTnLst>
                                </p:cTn>
                              </p:par>
                              <p:par>
                                <p:cTn id="11" presetID="21" presetClass="entr" presetSubtype="4" fill="hold" nodeType="withEffect">
                                  <p:stCondLst>
                                    <p:cond delay="0"/>
                                  </p:stCondLst>
                                  <p:childTnLst>
                                    <p:set>
                                      <p:cBhvr>
                                        <p:cTn id="12" dur="1" fill="hold">
                                          <p:stCondLst>
                                            <p:cond delay="0"/>
                                          </p:stCondLst>
                                        </p:cTn>
                                        <p:tgtEl>
                                          <p:spTgt spid="305155">
                                            <p:txEl>
                                              <p:pRg st="2" end="2"/>
                                            </p:txEl>
                                          </p:spTgt>
                                        </p:tgtEl>
                                        <p:attrNameLst>
                                          <p:attrName>style.visibility</p:attrName>
                                        </p:attrNameLst>
                                      </p:cBhvr>
                                      <p:to>
                                        <p:strVal val="visible"/>
                                      </p:to>
                                    </p:set>
                                    <p:animEffect transition="in" filter="wheel(4)">
                                      <p:cBhvr>
                                        <p:cTn id="13" dur="2000"/>
                                        <p:tgtEl>
                                          <p:spTgt spid="305155">
                                            <p:txEl>
                                              <p:pRg st="2" end="2"/>
                                            </p:txEl>
                                          </p:spTgt>
                                        </p:tgtEl>
                                      </p:cBhvr>
                                    </p:animEffect>
                                  </p:childTnLst>
                                </p:cTn>
                              </p:par>
                              <p:par>
                                <p:cTn id="14" presetID="21" presetClass="entr" presetSubtype="4" fill="hold" nodeType="withEffect">
                                  <p:stCondLst>
                                    <p:cond delay="0"/>
                                  </p:stCondLst>
                                  <p:childTnLst>
                                    <p:set>
                                      <p:cBhvr>
                                        <p:cTn id="15" dur="1" fill="hold">
                                          <p:stCondLst>
                                            <p:cond delay="0"/>
                                          </p:stCondLst>
                                        </p:cTn>
                                        <p:tgtEl>
                                          <p:spTgt spid="305155">
                                            <p:txEl>
                                              <p:pRg st="3" end="3"/>
                                            </p:txEl>
                                          </p:spTgt>
                                        </p:tgtEl>
                                        <p:attrNameLst>
                                          <p:attrName>style.visibility</p:attrName>
                                        </p:attrNameLst>
                                      </p:cBhvr>
                                      <p:to>
                                        <p:strVal val="visible"/>
                                      </p:to>
                                    </p:set>
                                    <p:animEffect transition="in" filter="wheel(4)">
                                      <p:cBhvr>
                                        <p:cTn id="16" dur="2000"/>
                                        <p:tgtEl>
                                          <p:spTgt spid="305155">
                                            <p:txEl>
                                              <p:pRg st="3" end="3"/>
                                            </p:txEl>
                                          </p:spTgt>
                                        </p:tgtEl>
                                      </p:cBhvr>
                                    </p:animEffect>
                                  </p:childTnLst>
                                </p:cTn>
                              </p:par>
                              <p:par>
                                <p:cTn id="17" presetID="21" presetClass="entr" presetSubtype="4" fill="hold" nodeType="withEffect">
                                  <p:stCondLst>
                                    <p:cond delay="0"/>
                                  </p:stCondLst>
                                  <p:childTnLst>
                                    <p:set>
                                      <p:cBhvr>
                                        <p:cTn id="18" dur="1" fill="hold">
                                          <p:stCondLst>
                                            <p:cond delay="0"/>
                                          </p:stCondLst>
                                        </p:cTn>
                                        <p:tgtEl>
                                          <p:spTgt spid="305155">
                                            <p:txEl>
                                              <p:pRg st="4" end="4"/>
                                            </p:txEl>
                                          </p:spTgt>
                                        </p:tgtEl>
                                        <p:attrNameLst>
                                          <p:attrName>style.visibility</p:attrName>
                                        </p:attrNameLst>
                                      </p:cBhvr>
                                      <p:to>
                                        <p:strVal val="visible"/>
                                      </p:to>
                                    </p:set>
                                    <p:animEffect transition="in" filter="wheel(4)">
                                      <p:cBhvr>
                                        <p:cTn id="19" dur="2000"/>
                                        <p:tgtEl>
                                          <p:spTgt spid="305155">
                                            <p:txEl>
                                              <p:pRg st="4" end="4"/>
                                            </p:txEl>
                                          </p:spTgt>
                                        </p:tgtEl>
                                      </p:cBhvr>
                                    </p:animEffect>
                                  </p:childTnLst>
                                </p:cTn>
                              </p:par>
                              <p:par>
                                <p:cTn id="20" presetID="21" presetClass="entr" presetSubtype="4" fill="hold" nodeType="withEffect">
                                  <p:stCondLst>
                                    <p:cond delay="0"/>
                                  </p:stCondLst>
                                  <p:childTnLst>
                                    <p:set>
                                      <p:cBhvr>
                                        <p:cTn id="21" dur="1" fill="hold">
                                          <p:stCondLst>
                                            <p:cond delay="0"/>
                                          </p:stCondLst>
                                        </p:cTn>
                                        <p:tgtEl>
                                          <p:spTgt spid="305155">
                                            <p:txEl>
                                              <p:pRg st="5" end="5"/>
                                            </p:txEl>
                                          </p:spTgt>
                                        </p:tgtEl>
                                        <p:attrNameLst>
                                          <p:attrName>style.visibility</p:attrName>
                                        </p:attrNameLst>
                                      </p:cBhvr>
                                      <p:to>
                                        <p:strVal val="visible"/>
                                      </p:to>
                                    </p:set>
                                    <p:animEffect transition="in" filter="wheel(4)">
                                      <p:cBhvr>
                                        <p:cTn id="22" dur="2000"/>
                                        <p:tgtEl>
                                          <p:spTgt spid="305155">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1" presetClass="entr" presetSubtype="4" fill="hold" nodeType="clickEffect">
                                  <p:stCondLst>
                                    <p:cond delay="0"/>
                                  </p:stCondLst>
                                  <p:childTnLst>
                                    <p:set>
                                      <p:cBhvr>
                                        <p:cTn id="26" dur="1" fill="hold">
                                          <p:stCondLst>
                                            <p:cond delay="0"/>
                                          </p:stCondLst>
                                        </p:cTn>
                                        <p:tgtEl>
                                          <p:spTgt spid="305156"/>
                                        </p:tgtEl>
                                        <p:attrNameLst>
                                          <p:attrName>style.visibility</p:attrName>
                                        </p:attrNameLst>
                                      </p:cBhvr>
                                      <p:to>
                                        <p:strVal val="visible"/>
                                      </p:to>
                                    </p:set>
                                    <p:animEffect transition="in" filter="wheel(4)">
                                      <p:cBhvr>
                                        <p:cTn id="27" dur="2000"/>
                                        <p:tgtEl>
                                          <p:spTgt spid="305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5">
            <a:extLst>
              <a:ext uri="{FF2B5EF4-FFF2-40B4-BE49-F238E27FC236}">
                <a16:creationId xmlns:a16="http://schemas.microsoft.com/office/drawing/2014/main" id="{F35A475A-91EE-A82E-4AA2-11F0BD19AB1F}"/>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D06E2367-194E-4E50-B462-49133CA57F10}" type="slidenum">
              <a:rPr lang="en-US" altLang="vi-VN" sz="1000">
                <a:latin typeface="Verdana" panose="020B0604030504040204" pitchFamily="34" charset="0"/>
              </a:rPr>
              <a:pPr algn="r" eaLnBrk="1" hangingPunct="1">
                <a:spcBef>
                  <a:spcPct val="0"/>
                </a:spcBef>
                <a:buFontTx/>
                <a:buNone/>
              </a:pPr>
              <a:t>34</a:t>
            </a:fld>
            <a:endParaRPr lang="en-US" altLang="vi-VN" sz="1000">
              <a:latin typeface="Verdana" panose="020B0604030504040204" pitchFamily="34" charset="0"/>
            </a:endParaRPr>
          </a:p>
        </p:txBody>
      </p:sp>
      <p:sp>
        <p:nvSpPr>
          <p:cNvPr id="50179" name="Rectangle 2">
            <a:extLst>
              <a:ext uri="{FF2B5EF4-FFF2-40B4-BE49-F238E27FC236}">
                <a16:creationId xmlns:a16="http://schemas.microsoft.com/office/drawing/2014/main" id="{4CF5CB3A-9106-8E7E-A5A4-5C8563082A0A}"/>
              </a:ext>
            </a:extLst>
          </p:cNvPr>
          <p:cNvSpPr>
            <a:spLocks noGrp="1" noChangeArrowheads="1"/>
          </p:cNvSpPr>
          <p:nvPr>
            <p:ph type="title" idx="4294967295"/>
          </p:nvPr>
        </p:nvSpPr>
        <p:spPr>
          <a:xfrm>
            <a:off x="304800" y="228600"/>
            <a:ext cx="8229600" cy="533400"/>
          </a:xfrm>
        </p:spPr>
        <p:txBody>
          <a:bodyPr anchor="b"/>
          <a:lstStyle/>
          <a:p>
            <a:pPr eaLnBrk="1" hangingPunct="1"/>
            <a:r>
              <a:rPr lang="en-US" altLang="vi-VN" sz="2800" b="1">
                <a:solidFill>
                  <a:srgbClr val="FF0000"/>
                </a:solidFill>
                <a:latin typeface="Times New Roman" panose="02020603050405020304" pitchFamily="18" charset="0"/>
              </a:rPr>
              <a:t>I. XỬ LÝ TRÊN VÙNG (TT</a:t>
            </a:r>
            <a:r>
              <a:rPr lang="en-US" altLang="vi-VN" sz="2000" b="1">
                <a:solidFill>
                  <a:srgbClr val="FF0000"/>
                </a:solidFill>
                <a:latin typeface="Times New Roman" panose="02020603050405020304" pitchFamily="18" charset="0"/>
              </a:rPr>
              <a:t>)</a:t>
            </a:r>
          </a:p>
        </p:txBody>
      </p:sp>
      <p:sp>
        <p:nvSpPr>
          <p:cNvPr id="306179" name="Rectangle 3">
            <a:extLst>
              <a:ext uri="{FF2B5EF4-FFF2-40B4-BE49-F238E27FC236}">
                <a16:creationId xmlns:a16="http://schemas.microsoft.com/office/drawing/2014/main" id="{08CBEE83-4EC3-9DB2-33CF-6B4CB1BB2D6A}"/>
              </a:ext>
            </a:extLst>
          </p:cNvPr>
          <p:cNvSpPr>
            <a:spLocks noGrp="1" noChangeArrowheads="1"/>
          </p:cNvSpPr>
          <p:nvPr>
            <p:ph type="body" idx="4294967295"/>
          </p:nvPr>
        </p:nvSpPr>
        <p:spPr>
          <a:xfrm>
            <a:off x="228600" y="1143000"/>
            <a:ext cx="8915400" cy="5257800"/>
          </a:xfrm>
        </p:spPr>
        <p:txBody>
          <a:bodyPr/>
          <a:lstStyle/>
          <a:p>
            <a:pPr marL="231775" indent="-231775" eaLnBrk="1" hangingPunct="1">
              <a:lnSpc>
                <a:spcPct val="90000"/>
              </a:lnSpc>
              <a:buFont typeface="Wingdings" panose="05000000000000000000" pitchFamily="2" charset="2"/>
              <a:buNone/>
            </a:pPr>
            <a:r>
              <a:rPr lang="en-US" altLang="vi-VN" sz="2800" b="1">
                <a:solidFill>
                  <a:srgbClr val="FF0000"/>
                </a:solidFill>
                <a:latin typeface="Times New Roman" panose="02020603050405020304" pitchFamily="18" charset="0"/>
              </a:rPr>
              <a:t>8. Di chuyển dữ liệu</a:t>
            </a:r>
          </a:p>
          <a:p>
            <a:pPr marL="231775" indent="-231775" eaLnBrk="1" hangingPunct="1">
              <a:lnSpc>
                <a:spcPct val="90000"/>
              </a:lnSpc>
              <a:buClr>
                <a:srgbClr val="FF0000"/>
              </a:buClr>
              <a:buFont typeface="Wingdings" panose="05000000000000000000" pitchFamily="2" charset="2"/>
              <a:buNone/>
            </a:pPr>
            <a:r>
              <a:rPr lang="en-US" altLang="vi-VN" sz="2800">
                <a:latin typeface="Times New Roman" panose="02020603050405020304" pitchFamily="18" charset="0"/>
              </a:rPr>
              <a:t>Chọn vùng dữ liệu nguồn cần di chuyển.</a:t>
            </a:r>
            <a:endParaRPr lang="en-US" altLang="vi-VN" sz="2800" u="sng">
              <a:latin typeface="Times New Roman" panose="02020603050405020304" pitchFamily="18" charset="0"/>
            </a:endParaRPr>
          </a:p>
          <a:p>
            <a:pPr marL="231775" indent="-231775" eaLnBrk="1" hangingPunct="1">
              <a:lnSpc>
                <a:spcPct val="90000"/>
              </a:lnSpc>
              <a:buFont typeface="Wingdings" panose="05000000000000000000" pitchFamily="2" charset="2"/>
              <a:buNone/>
            </a:pPr>
            <a:r>
              <a:rPr lang="en-US" altLang="vi-VN" sz="2800" b="1">
                <a:solidFill>
                  <a:srgbClr val="0000FF"/>
                </a:solidFill>
                <a:latin typeface="Times New Roman" panose="02020603050405020304" pitchFamily="18" charset="0"/>
              </a:rPr>
              <a:t>Cách 1</a:t>
            </a:r>
          </a:p>
          <a:p>
            <a:pPr marL="231775" indent="-231775" eaLnBrk="1" hangingPunct="1">
              <a:lnSpc>
                <a:spcPct val="90000"/>
              </a:lnSpc>
              <a:buFont typeface="Wingdings" panose="05000000000000000000" pitchFamily="2" charset="2"/>
              <a:buNone/>
            </a:pPr>
            <a:r>
              <a:rPr lang="en-US" altLang="vi-VN" sz="2800" b="1">
                <a:solidFill>
                  <a:srgbClr val="0000FF"/>
                </a:solidFill>
                <a:latin typeface="Times New Roman" panose="02020603050405020304" pitchFamily="18" charset="0"/>
              </a:rPr>
              <a:t>B1:</a:t>
            </a:r>
          </a:p>
          <a:p>
            <a:pPr marL="231775" indent="-231775" eaLnBrk="1" hangingPunct="1">
              <a:lnSpc>
                <a:spcPct val="90000"/>
              </a:lnSpc>
              <a:buFont typeface="Wingdings" panose="05000000000000000000" pitchFamily="2" charset="2"/>
              <a:buNone/>
            </a:pPr>
            <a:r>
              <a:rPr lang="en-US" altLang="vi-VN" sz="2800">
                <a:latin typeface="Times New Roman" panose="02020603050405020304" pitchFamily="18" charset="0"/>
              </a:rPr>
              <a:t>+ Vào lệnh </a:t>
            </a:r>
            <a:r>
              <a:rPr lang="en-US" altLang="vi-VN" sz="2800" b="1">
                <a:latin typeface="Times New Roman" panose="02020603050405020304" pitchFamily="18" charset="0"/>
              </a:rPr>
              <a:t>Edit/ Cut</a:t>
            </a:r>
            <a:r>
              <a:rPr lang="en-US" altLang="vi-VN" sz="2800">
                <a:latin typeface="Times New Roman" panose="02020603050405020304" pitchFamily="18" charset="0"/>
              </a:rPr>
              <a:t>; </a:t>
            </a:r>
          </a:p>
          <a:p>
            <a:pPr marL="231775" indent="-231775" eaLnBrk="1" hangingPunct="1">
              <a:lnSpc>
                <a:spcPct val="90000"/>
              </a:lnSpc>
              <a:buFont typeface="Wingdings" panose="05000000000000000000" pitchFamily="2" charset="2"/>
              <a:buNone/>
            </a:pPr>
            <a:r>
              <a:rPr lang="en-US" altLang="vi-VN" sz="2800">
                <a:latin typeface="Times New Roman" panose="02020603050405020304" pitchFamily="18" charset="0"/>
              </a:rPr>
              <a:t>+ Nhấn </a:t>
            </a:r>
            <a:r>
              <a:rPr lang="en-US" altLang="vi-VN" sz="2800" b="1">
                <a:latin typeface="Times New Roman" panose="02020603050405020304" pitchFamily="18" charset="0"/>
              </a:rPr>
              <a:t>Ctrl + X</a:t>
            </a:r>
            <a:r>
              <a:rPr lang="en-US" altLang="vi-VN" sz="2800">
                <a:latin typeface="Times New Roman" panose="02020603050405020304" pitchFamily="18" charset="0"/>
              </a:rPr>
              <a:t> ;</a:t>
            </a:r>
          </a:p>
          <a:p>
            <a:pPr marL="231775" indent="-231775" eaLnBrk="1" hangingPunct="1">
              <a:lnSpc>
                <a:spcPct val="90000"/>
              </a:lnSpc>
              <a:buFont typeface="Wingdings" panose="05000000000000000000" pitchFamily="2" charset="2"/>
              <a:buNone/>
            </a:pPr>
            <a:r>
              <a:rPr lang="en-US" altLang="vi-VN" sz="2800">
                <a:latin typeface="Times New Roman" panose="02020603050405020304" pitchFamily="18" charset="0"/>
              </a:rPr>
              <a:t>+ Click chuột vào nút</a:t>
            </a:r>
          </a:p>
          <a:p>
            <a:pPr marL="231775" indent="-231775" eaLnBrk="1" hangingPunct="1">
              <a:lnSpc>
                <a:spcPct val="90000"/>
              </a:lnSpc>
              <a:buFont typeface="Wingdings" panose="05000000000000000000" pitchFamily="2" charset="2"/>
              <a:buNone/>
            </a:pPr>
            <a:r>
              <a:rPr lang="en-US" altLang="vi-VN" sz="2800">
                <a:solidFill>
                  <a:srgbClr val="0000FF"/>
                </a:solidFill>
                <a:latin typeface="Times New Roman" panose="02020603050405020304" pitchFamily="18" charset="0"/>
              </a:rPr>
              <a:t>B2:</a:t>
            </a:r>
          </a:p>
          <a:p>
            <a:pPr marL="231775" indent="-231775" eaLnBrk="1" hangingPunct="1">
              <a:lnSpc>
                <a:spcPct val="90000"/>
              </a:lnSpc>
              <a:buFont typeface="Wingdings" panose="05000000000000000000" pitchFamily="2" charset="2"/>
              <a:buNone/>
            </a:pPr>
            <a:r>
              <a:rPr lang="en-US" altLang="vi-VN" sz="2800">
                <a:latin typeface="Times New Roman" panose="02020603050405020304" pitchFamily="18" charset="0"/>
              </a:rPr>
              <a:t>+ Di chuyển con trỏ ô đến ô đầu tiên của vùng đích.</a:t>
            </a:r>
          </a:p>
          <a:p>
            <a:pPr marL="231775" indent="-231775" eaLnBrk="1" hangingPunct="1">
              <a:lnSpc>
                <a:spcPct val="90000"/>
              </a:lnSpc>
              <a:buFont typeface="Wingdings" panose="05000000000000000000" pitchFamily="2" charset="2"/>
              <a:buNone/>
            </a:pPr>
            <a:r>
              <a:rPr lang="en-US" altLang="vi-VN" sz="2800">
                <a:latin typeface="Times New Roman" panose="02020603050405020304" pitchFamily="18" charset="0"/>
              </a:rPr>
              <a:t>+ Vào lệnh </a:t>
            </a:r>
            <a:r>
              <a:rPr lang="en-US" altLang="vi-VN" sz="2800" b="1">
                <a:latin typeface="Times New Roman" panose="02020603050405020304" pitchFamily="18" charset="0"/>
              </a:rPr>
              <a:t>Edit / Paste </a:t>
            </a:r>
          </a:p>
          <a:p>
            <a:pPr marL="231775" indent="-231775" eaLnBrk="1" hangingPunct="1">
              <a:lnSpc>
                <a:spcPct val="90000"/>
              </a:lnSpc>
              <a:buFont typeface="Wingdings" panose="05000000000000000000" pitchFamily="2" charset="2"/>
              <a:buNone/>
            </a:pPr>
            <a:r>
              <a:rPr lang="en-US" altLang="vi-VN" sz="2800">
                <a:latin typeface="Times New Roman" panose="02020603050405020304" pitchFamily="18" charset="0"/>
              </a:rPr>
              <a:t>+ Nhấn </a:t>
            </a:r>
            <a:r>
              <a:rPr lang="en-US" altLang="vi-VN" sz="2800" b="1">
                <a:latin typeface="Times New Roman" panose="02020603050405020304" pitchFamily="18" charset="0"/>
              </a:rPr>
              <a:t>Ctrl + V</a:t>
            </a:r>
            <a:r>
              <a:rPr lang="en-US" altLang="vi-VN" sz="2800">
                <a:latin typeface="Times New Roman" panose="02020603050405020304" pitchFamily="18" charset="0"/>
              </a:rPr>
              <a:t> </a:t>
            </a:r>
          </a:p>
          <a:p>
            <a:pPr marL="231775" indent="-231775" eaLnBrk="1" hangingPunct="1">
              <a:lnSpc>
                <a:spcPct val="90000"/>
              </a:lnSpc>
              <a:buFont typeface="Wingdings" panose="05000000000000000000" pitchFamily="2" charset="2"/>
              <a:buNone/>
            </a:pPr>
            <a:r>
              <a:rPr lang="en-US" altLang="vi-VN" sz="2800">
                <a:latin typeface="Times New Roman" panose="02020603050405020304" pitchFamily="18" charset="0"/>
              </a:rPr>
              <a:t>+ Click vào biểu tượng 	</a:t>
            </a:r>
            <a:endParaRPr lang="en-US" altLang="vi-VN" sz="2800" u="sng">
              <a:latin typeface="Times New Roman" panose="02020603050405020304" pitchFamily="18" charset="0"/>
            </a:endParaRPr>
          </a:p>
        </p:txBody>
      </p:sp>
      <p:pic>
        <p:nvPicPr>
          <p:cNvPr id="306180" name="Picture 4" descr="cut">
            <a:extLst>
              <a:ext uri="{FF2B5EF4-FFF2-40B4-BE49-F238E27FC236}">
                <a16:creationId xmlns:a16="http://schemas.microsoft.com/office/drawing/2014/main" id="{423208D6-DC21-4451-330A-E3454A1F7D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0" y="4038600"/>
            <a:ext cx="60960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6181" name="Picture 5" descr="untitled2">
            <a:extLst>
              <a:ext uri="{FF2B5EF4-FFF2-40B4-BE49-F238E27FC236}">
                <a16:creationId xmlns:a16="http://schemas.microsoft.com/office/drawing/2014/main" id="{EBB7A882-8288-8D41-0A63-78D8446025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6337300"/>
            <a:ext cx="74930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306179">
                                            <p:txEl>
                                              <p:pRg st="0" end="0"/>
                                            </p:txEl>
                                          </p:spTgt>
                                        </p:tgtEl>
                                        <p:attrNameLst>
                                          <p:attrName>style.visibility</p:attrName>
                                        </p:attrNameLst>
                                      </p:cBhvr>
                                      <p:to>
                                        <p:strVal val="visible"/>
                                      </p:to>
                                    </p:set>
                                    <p:animEffect transition="in" filter="wheel(4)">
                                      <p:cBhvr>
                                        <p:cTn id="7" dur="2000"/>
                                        <p:tgtEl>
                                          <p:spTgt spid="3061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1" presetClass="entr" presetSubtype="0" fill="hold" nodeType="clickEffect">
                                  <p:stCondLst>
                                    <p:cond delay="0"/>
                                  </p:stCondLst>
                                  <p:iterate type="lt">
                                    <p:tmPct val="10000"/>
                                  </p:iterate>
                                  <p:childTnLst>
                                    <p:set>
                                      <p:cBhvr>
                                        <p:cTn id="11" dur="1" fill="hold">
                                          <p:stCondLst>
                                            <p:cond delay="0"/>
                                          </p:stCondLst>
                                        </p:cTn>
                                        <p:tgtEl>
                                          <p:spTgt spid="306179">
                                            <p:txEl>
                                              <p:pRg st="1" end="1"/>
                                            </p:txEl>
                                          </p:spTgt>
                                        </p:tgtEl>
                                        <p:attrNameLst>
                                          <p:attrName>style.visibility</p:attrName>
                                        </p:attrNameLst>
                                      </p:cBhvr>
                                      <p:to>
                                        <p:strVal val="visible"/>
                                      </p:to>
                                    </p:set>
                                    <p:anim calcmode="lin" valueType="num">
                                      <p:cBhvr>
                                        <p:cTn id="12" dur="500" fill="hold"/>
                                        <p:tgtEl>
                                          <p:spTgt spid="306179">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13" dur="500" fill="hold"/>
                                        <p:tgtEl>
                                          <p:spTgt spid="306179">
                                            <p:txEl>
                                              <p:pRg st="1" end="1"/>
                                            </p:txEl>
                                          </p:spTgt>
                                        </p:tgtEl>
                                        <p:attrNameLst>
                                          <p:attrName>ppt_y</p:attrName>
                                        </p:attrNameLst>
                                      </p:cBhvr>
                                      <p:tavLst>
                                        <p:tav tm="0">
                                          <p:val>
                                            <p:strVal val="#ppt_y"/>
                                          </p:val>
                                        </p:tav>
                                        <p:tav tm="100000">
                                          <p:val>
                                            <p:strVal val="#ppt_y"/>
                                          </p:val>
                                        </p:tav>
                                      </p:tavLst>
                                    </p:anim>
                                    <p:anim calcmode="lin" valueType="num">
                                      <p:cBhvr>
                                        <p:cTn id="14" dur="500" fill="hold"/>
                                        <p:tgtEl>
                                          <p:spTgt spid="306179">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5" dur="500" fill="hold"/>
                                        <p:tgtEl>
                                          <p:spTgt spid="306179">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6" dur="500" tmFilter="0,0; .5, 1; 1, 1"/>
                                        <p:tgtEl>
                                          <p:spTgt spid="306179">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1" presetClass="entr" presetSubtype="4" fill="hold" nodeType="clickEffect">
                                  <p:stCondLst>
                                    <p:cond delay="0"/>
                                  </p:stCondLst>
                                  <p:childTnLst>
                                    <p:set>
                                      <p:cBhvr>
                                        <p:cTn id="20" dur="1" fill="hold">
                                          <p:stCondLst>
                                            <p:cond delay="0"/>
                                          </p:stCondLst>
                                        </p:cTn>
                                        <p:tgtEl>
                                          <p:spTgt spid="306179">
                                            <p:txEl>
                                              <p:pRg st="2" end="2"/>
                                            </p:txEl>
                                          </p:spTgt>
                                        </p:tgtEl>
                                        <p:attrNameLst>
                                          <p:attrName>style.visibility</p:attrName>
                                        </p:attrNameLst>
                                      </p:cBhvr>
                                      <p:to>
                                        <p:strVal val="visible"/>
                                      </p:to>
                                    </p:set>
                                    <p:animEffect transition="in" filter="wheel(4)">
                                      <p:cBhvr>
                                        <p:cTn id="21" dur="2000"/>
                                        <p:tgtEl>
                                          <p:spTgt spid="306179">
                                            <p:txEl>
                                              <p:pRg st="2" end="2"/>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41" presetClass="entr" presetSubtype="0" fill="hold" nodeType="clickEffect">
                                  <p:stCondLst>
                                    <p:cond delay="0"/>
                                  </p:stCondLst>
                                  <p:iterate type="lt">
                                    <p:tmPct val="10000"/>
                                  </p:iterate>
                                  <p:childTnLst>
                                    <p:set>
                                      <p:cBhvr>
                                        <p:cTn id="25" dur="1" fill="hold">
                                          <p:stCondLst>
                                            <p:cond delay="0"/>
                                          </p:stCondLst>
                                        </p:cTn>
                                        <p:tgtEl>
                                          <p:spTgt spid="306179">
                                            <p:txEl>
                                              <p:pRg st="3" end="3"/>
                                            </p:txEl>
                                          </p:spTgt>
                                        </p:tgtEl>
                                        <p:attrNameLst>
                                          <p:attrName>style.visibility</p:attrName>
                                        </p:attrNameLst>
                                      </p:cBhvr>
                                      <p:to>
                                        <p:strVal val="visible"/>
                                      </p:to>
                                    </p:set>
                                    <p:anim calcmode="lin" valueType="num">
                                      <p:cBhvr>
                                        <p:cTn id="26" dur="500" fill="hold"/>
                                        <p:tgtEl>
                                          <p:spTgt spid="306179">
                                            <p:txEl>
                                              <p:pRg st="3" end="3"/>
                                            </p:txEl>
                                          </p:spTgt>
                                        </p:tgtEl>
                                        <p:attrNameLst>
                                          <p:attrName>ppt_x</p:attrName>
                                        </p:attrNameLst>
                                      </p:cBhvr>
                                      <p:tavLst>
                                        <p:tav tm="0">
                                          <p:val>
                                            <p:strVal val="#ppt_x"/>
                                          </p:val>
                                        </p:tav>
                                        <p:tav tm="50000">
                                          <p:val>
                                            <p:strVal val="#ppt_x+.1"/>
                                          </p:val>
                                        </p:tav>
                                        <p:tav tm="100000">
                                          <p:val>
                                            <p:strVal val="#ppt_x"/>
                                          </p:val>
                                        </p:tav>
                                      </p:tavLst>
                                    </p:anim>
                                    <p:anim calcmode="lin" valueType="num">
                                      <p:cBhvr>
                                        <p:cTn id="27" dur="500" fill="hold"/>
                                        <p:tgtEl>
                                          <p:spTgt spid="306179">
                                            <p:txEl>
                                              <p:pRg st="3" end="3"/>
                                            </p:txEl>
                                          </p:spTgt>
                                        </p:tgtEl>
                                        <p:attrNameLst>
                                          <p:attrName>ppt_y</p:attrName>
                                        </p:attrNameLst>
                                      </p:cBhvr>
                                      <p:tavLst>
                                        <p:tav tm="0">
                                          <p:val>
                                            <p:strVal val="#ppt_y"/>
                                          </p:val>
                                        </p:tav>
                                        <p:tav tm="100000">
                                          <p:val>
                                            <p:strVal val="#ppt_y"/>
                                          </p:val>
                                        </p:tav>
                                      </p:tavLst>
                                    </p:anim>
                                    <p:anim calcmode="lin" valueType="num">
                                      <p:cBhvr>
                                        <p:cTn id="28" dur="500" fill="hold"/>
                                        <p:tgtEl>
                                          <p:spTgt spid="306179">
                                            <p:txEl>
                                              <p:pRg st="3" end="3"/>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9" dur="500" fill="hold"/>
                                        <p:tgtEl>
                                          <p:spTgt spid="306179">
                                            <p:txEl>
                                              <p:pRg st="3" end="3"/>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0" dur="500" tmFilter="0,0; .5, 1; 1, 1"/>
                                        <p:tgtEl>
                                          <p:spTgt spid="306179">
                                            <p:txEl>
                                              <p:pRg st="3" end="3"/>
                                            </p:txEl>
                                          </p:spTgt>
                                        </p:tgtEl>
                                      </p:cBhvr>
                                    </p:animEffect>
                                  </p:childTnLst>
                                </p:cTn>
                              </p:par>
                              <p:par>
                                <p:cTn id="31" presetID="41" presetClass="entr" presetSubtype="0" fill="hold" nodeType="withEffect">
                                  <p:stCondLst>
                                    <p:cond delay="0"/>
                                  </p:stCondLst>
                                  <p:iterate type="lt">
                                    <p:tmPct val="10000"/>
                                  </p:iterate>
                                  <p:childTnLst>
                                    <p:set>
                                      <p:cBhvr>
                                        <p:cTn id="32" dur="1" fill="hold">
                                          <p:stCondLst>
                                            <p:cond delay="0"/>
                                          </p:stCondLst>
                                        </p:cTn>
                                        <p:tgtEl>
                                          <p:spTgt spid="306179">
                                            <p:txEl>
                                              <p:pRg st="4" end="4"/>
                                            </p:txEl>
                                          </p:spTgt>
                                        </p:tgtEl>
                                        <p:attrNameLst>
                                          <p:attrName>style.visibility</p:attrName>
                                        </p:attrNameLst>
                                      </p:cBhvr>
                                      <p:to>
                                        <p:strVal val="visible"/>
                                      </p:to>
                                    </p:set>
                                    <p:anim calcmode="lin" valueType="num">
                                      <p:cBhvr>
                                        <p:cTn id="33" dur="500" fill="hold"/>
                                        <p:tgtEl>
                                          <p:spTgt spid="306179">
                                            <p:txEl>
                                              <p:pRg st="4" end="4"/>
                                            </p:txEl>
                                          </p:spTgt>
                                        </p:tgtEl>
                                        <p:attrNameLst>
                                          <p:attrName>ppt_x</p:attrName>
                                        </p:attrNameLst>
                                      </p:cBhvr>
                                      <p:tavLst>
                                        <p:tav tm="0">
                                          <p:val>
                                            <p:strVal val="#ppt_x"/>
                                          </p:val>
                                        </p:tav>
                                        <p:tav tm="50000">
                                          <p:val>
                                            <p:strVal val="#ppt_x+.1"/>
                                          </p:val>
                                        </p:tav>
                                        <p:tav tm="100000">
                                          <p:val>
                                            <p:strVal val="#ppt_x"/>
                                          </p:val>
                                        </p:tav>
                                      </p:tavLst>
                                    </p:anim>
                                    <p:anim calcmode="lin" valueType="num">
                                      <p:cBhvr>
                                        <p:cTn id="34" dur="500" fill="hold"/>
                                        <p:tgtEl>
                                          <p:spTgt spid="306179">
                                            <p:txEl>
                                              <p:pRg st="4" end="4"/>
                                            </p:txEl>
                                          </p:spTgt>
                                        </p:tgtEl>
                                        <p:attrNameLst>
                                          <p:attrName>ppt_y</p:attrName>
                                        </p:attrNameLst>
                                      </p:cBhvr>
                                      <p:tavLst>
                                        <p:tav tm="0">
                                          <p:val>
                                            <p:strVal val="#ppt_y"/>
                                          </p:val>
                                        </p:tav>
                                        <p:tav tm="100000">
                                          <p:val>
                                            <p:strVal val="#ppt_y"/>
                                          </p:val>
                                        </p:tav>
                                      </p:tavLst>
                                    </p:anim>
                                    <p:anim calcmode="lin" valueType="num">
                                      <p:cBhvr>
                                        <p:cTn id="35" dur="500" fill="hold"/>
                                        <p:tgtEl>
                                          <p:spTgt spid="306179">
                                            <p:txEl>
                                              <p:pRg st="4" end="4"/>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6" dur="500" fill="hold"/>
                                        <p:tgtEl>
                                          <p:spTgt spid="306179">
                                            <p:txEl>
                                              <p:pRg st="4" end="4"/>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7" dur="500" tmFilter="0,0; .5, 1; 1, 1"/>
                                        <p:tgtEl>
                                          <p:spTgt spid="306179">
                                            <p:txEl>
                                              <p:pRg st="4" end="4"/>
                                            </p:txEl>
                                          </p:spTgt>
                                        </p:tgtEl>
                                      </p:cBhvr>
                                    </p:animEffect>
                                  </p:childTnLst>
                                </p:cTn>
                              </p:par>
                              <p:par>
                                <p:cTn id="38" presetID="41" presetClass="entr" presetSubtype="0" fill="hold" nodeType="withEffect">
                                  <p:stCondLst>
                                    <p:cond delay="0"/>
                                  </p:stCondLst>
                                  <p:iterate type="lt">
                                    <p:tmPct val="10000"/>
                                  </p:iterate>
                                  <p:childTnLst>
                                    <p:set>
                                      <p:cBhvr>
                                        <p:cTn id="39" dur="1" fill="hold">
                                          <p:stCondLst>
                                            <p:cond delay="0"/>
                                          </p:stCondLst>
                                        </p:cTn>
                                        <p:tgtEl>
                                          <p:spTgt spid="306179">
                                            <p:txEl>
                                              <p:pRg st="5" end="5"/>
                                            </p:txEl>
                                          </p:spTgt>
                                        </p:tgtEl>
                                        <p:attrNameLst>
                                          <p:attrName>style.visibility</p:attrName>
                                        </p:attrNameLst>
                                      </p:cBhvr>
                                      <p:to>
                                        <p:strVal val="visible"/>
                                      </p:to>
                                    </p:set>
                                    <p:anim calcmode="lin" valueType="num">
                                      <p:cBhvr>
                                        <p:cTn id="40" dur="500" fill="hold"/>
                                        <p:tgtEl>
                                          <p:spTgt spid="306179">
                                            <p:txEl>
                                              <p:pRg st="5" end="5"/>
                                            </p:txEl>
                                          </p:spTgt>
                                        </p:tgtEl>
                                        <p:attrNameLst>
                                          <p:attrName>ppt_x</p:attrName>
                                        </p:attrNameLst>
                                      </p:cBhvr>
                                      <p:tavLst>
                                        <p:tav tm="0">
                                          <p:val>
                                            <p:strVal val="#ppt_x"/>
                                          </p:val>
                                        </p:tav>
                                        <p:tav tm="50000">
                                          <p:val>
                                            <p:strVal val="#ppt_x+.1"/>
                                          </p:val>
                                        </p:tav>
                                        <p:tav tm="100000">
                                          <p:val>
                                            <p:strVal val="#ppt_x"/>
                                          </p:val>
                                        </p:tav>
                                      </p:tavLst>
                                    </p:anim>
                                    <p:anim calcmode="lin" valueType="num">
                                      <p:cBhvr>
                                        <p:cTn id="41" dur="500" fill="hold"/>
                                        <p:tgtEl>
                                          <p:spTgt spid="306179">
                                            <p:txEl>
                                              <p:pRg st="5" end="5"/>
                                            </p:txEl>
                                          </p:spTgt>
                                        </p:tgtEl>
                                        <p:attrNameLst>
                                          <p:attrName>ppt_y</p:attrName>
                                        </p:attrNameLst>
                                      </p:cBhvr>
                                      <p:tavLst>
                                        <p:tav tm="0">
                                          <p:val>
                                            <p:strVal val="#ppt_y"/>
                                          </p:val>
                                        </p:tav>
                                        <p:tav tm="100000">
                                          <p:val>
                                            <p:strVal val="#ppt_y"/>
                                          </p:val>
                                        </p:tav>
                                      </p:tavLst>
                                    </p:anim>
                                    <p:anim calcmode="lin" valueType="num">
                                      <p:cBhvr>
                                        <p:cTn id="42" dur="500" fill="hold"/>
                                        <p:tgtEl>
                                          <p:spTgt spid="306179">
                                            <p:txEl>
                                              <p:pRg st="5" end="5"/>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43" dur="500" fill="hold"/>
                                        <p:tgtEl>
                                          <p:spTgt spid="306179">
                                            <p:txEl>
                                              <p:pRg st="5" end="5"/>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44" dur="500" tmFilter="0,0; .5, 1; 1, 1"/>
                                        <p:tgtEl>
                                          <p:spTgt spid="306179">
                                            <p:txEl>
                                              <p:pRg st="5" end="5"/>
                                            </p:txEl>
                                          </p:spTgt>
                                        </p:tgtEl>
                                      </p:cBhvr>
                                    </p:animEffect>
                                  </p:childTnLst>
                                </p:cTn>
                              </p:par>
                              <p:par>
                                <p:cTn id="45" presetID="41" presetClass="entr" presetSubtype="0" fill="hold" nodeType="withEffect">
                                  <p:stCondLst>
                                    <p:cond delay="0"/>
                                  </p:stCondLst>
                                  <p:iterate type="lt">
                                    <p:tmPct val="10000"/>
                                  </p:iterate>
                                  <p:childTnLst>
                                    <p:set>
                                      <p:cBhvr>
                                        <p:cTn id="46" dur="1" fill="hold">
                                          <p:stCondLst>
                                            <p:cond delay="0"/>
                                          </p:stCondLst>
                                        </p:cTn>
                                        <p:tgtEl>
                                          <p:spTgt spid="306179">
                                            <p:txEl>
                                              <p:pRg st="6" end="6"/>
                                            </p:txEl>
                                          </p:spTgt>
                                        </p:tgtEl>
                                        <p:attrNameLst>
                                          <p:attrName>style.visibility</p:attrName>
                                        </p:attrNameLst>
                                      </p:cBhvr>
                                      <p:to>
                                        <p:strVal val="visible"/>
                                      </p:to>
                                    </p:set>
                                    <p:anim calcmode="lin" valueType="num">
                                      <p:cBhvr>
                                        <p:cTn id="47" dur="500" fill="hold"/>
                                        <p:tgtEl>
                                          <p:spTgt spid="306179">
                                            <p:txEl>
                                              <p:pRg st="6" end="6"/>
                                            </p:txEl>
                                          </p:spTgt>
                                        </p:tgtEl>
                                        <p:attrNameLst>
                                          <p:attrName>ppt_x</p:attrName>
                                        </p:attrNameLst>
                                      </p:cBhvr>
                                      <p:tavLst>
                                        <p:tav tm="0">
                                          <p:val>
                                            <p:strVal val="#ppt_x"/>
                                          </p:val>
                                        </p:tav>
                                        <p:tav tm="50000">
                                          <p:val>
                                            <p:strVal val="#ppt_x+.1"/>
                                          </p:val>
                                        </p:tav>
                                        <p:tav tm="100000">
                                          <p:val>
                                            <p:strVal val="#ppt_x"/>
                                          </p:val>
                                        </p:tav>
                                      </p:tavLst>
                                    </p:anim>
                                    <p:anim calcmode="lin" valueType="num">
                                      <p:cBhvr>
                                        <p:cTn id="48" dur="500" fill="hold"/>
                                        <p:tgtEl>
                                          <p:spTgt spid="306179">
                                            <p:txEl>
                                              <p:pRg st="6" end="6"/>
                                            </p:txEl>
                                          </p:spTgt>
                                        </p:tgtEl>
                                        <p:attrNameLst>
                                          <p:attrName>ppt_y</p:attrName>
                                        </p:attrNameLst>
                                      </p:cBhvr>
                                      <p:tavLst>
                                        <p:tav tm="0">
                                          <p:val>
                                            <p:strVal val="#ppt_y"/>
                                          </p:val>
                                        </p:tav>
                                        <p:tav tm="100000">
                                          <p:val>
                                            <p:strVal val="#ppt_y"/>
                                          </p:val>
                                        </p:tav>
                                      </p:tavLst>
                                    </p:anim>
                                    <p:anim calcmode="lin" valueType="num">
                                      <p:cBhvr>
                                        <p:cTn id="49" dur="500" fill="hold"/>
                                        <p:tgtEl>
                                          <p:spTgt spid="306179">
                                            <p:txEl>
                                              <p:pRg st="6" end="6"/>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50" dur="500" fill="hold"/>
                                        <p:tgtEl>
                                          <p:spTgt spid="306179">
                                            <p:txEl>
                                              <p:pRg st="6" end="6"/>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51" dur="500" tmFilter="0,0; .5, 1; 1, 1"/>
                                        <p:tgtEl>
                                          <p:spTgt spid="306179">
                                            <p:txEl>
                                              <p:pRg st="6" end="6"/>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1" presetClass="entr" presetSubtype="4" fill="hold" nodeType="clickEffect">
                                  <p:stCondLst>
                                    <p:cond delay="0"/>
                                  </p:stCondLst>
                                  <p:childTnLst>
                                    <p:set>
                                      <p:cBhvr>
                                        <p:cTn id="55" dur="1" fill="hold">
                                          <p:stCondLst>
                                            <p:cond delay="0"/>
                                          </p:stCondLst>
                                        </p:cTn>
                                        <p:tgtEl>
                                          <p:spTgt spid="306180"/>
                                        </p:tgtEl>
                                        <p:attrNameLst>
                                          <p:attrName>style.visibility</p:attrName>
                                        </p:attrNameLst>
                                      </p:cBhvr>
                                      <p:to>
                                        <p:strVal val="visible"/>
                                      </p:to>
                                    </p:set>
                                    <p:animEffect transition="in" filter="wheel(4)">
                                      <p:cBhvr>
                                        <p:cTn id="56" dur="2000"/>
                                        <p:tgtEl>
                                          <p:spTgt spid="306180"/>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41" presetClass="entr" presetSubtype="0" fill="hold" nodeType="clickEffect">
                                  <p:stCondLst>
                                    <p:cond delay="0"/>
                                  </p:stCondLst>
                                  <p:iterate type="lt">
                                    <p:tmPct val="10000"/>
                                  </p:iterate>
                                  <p:childTnLst>
                                    <p:set>
                                      <p:cBhvr>
                                        <p:cTn id="60" dur="1" fill="hold">
                                          <p:stCondLst>
                                            <p:cond delay="0"/>
                                          </p:stCondLst>
                                        </p:cTn>
                                        <p:tgtEl>
                                          <p:spTgt spid="306179">
                                            <p:txEl>
                                              <p:pRg st="7" end="7"/>
                                            </p:txEl>
                                          </p:spTgt>
                                        </p:tgtEl>
                                        <p:attrNameLst>
                                          <p:attrName>style.visibility</p:attrName>
                                        </p:attrNameLst>
                                      </p:cBhvr>
                                      <p:to>
                                        <p:strVal val="visible"/>
                                      </p:to>
                                    </p:set>
                                    <p:anim calcmode="lin" valueType="num">
                                      <p:cBhvr>
                                        <p:cTn id="61" dur="500" fill="hold"/>
                                        <p:tgtEl>
                                          <p:spTgt spid="306179">
                                            <p:txEl>
                                              <p:pRg st="7" end="7"/>
                                            </p:txEl>
                                          </p:spTgt>
                                        </p:tgtEl>
                                        <p:attrNameLst>
                                          <p:attrName>ppt_x</p:attrName>
                                        </p:attrNameLst>
                                      </p:cBhvr>
                                      <p:tavLst>
                                        <p:tav tm="0">
                                          <p:val>
                                            <p:strVal val="#ppt_x"/>
                                          </p:val>
                                        </p:tav>
                                        <p:tav tm="50000">
                                          <p:val>
                                            <p:strVal val="#ppt_x+.1"/>
                                          </p:val>
                                        </p:tav>
                                        <p:tav tm="100000">
                                          <p:val>
                                            <p:strVal val="#ppt_x"/>
                                          </p:val>
                                        </p:tav>
                                      </p:tavLst>
                                    </p:anim>
                                    <p:anim calcmode="lin" valueType="num">
                                      <p:cBhvr>
                                        <p:cTn id="62" dur="500" fill="hold"/>
                                        <p:tgtEl>
                                          <p:spTgt spid="306179">
                                            <p:txEl>
                                              <p:pRg st="7" end="7"/>
                                            </p:txEl>
                                          </p:spTgt>
                                        </p:tgtEl>
                                        <p:attrNameLst>
                                          <p:attrName>ppt_y</p:attrName>
                                        </p:attrNameLst>
                                      </p:cBhvr>
                                      <p:tavLst>
                                        <p:tav tm="0">
                                          <p:val>
                                            <p:strVal val="#ppt_y"/>
                                          </p:val>
                                        </p:tav>
                                        <p:tav tm="100000">
                                          <p:val>
                                            <p:strVal val="#ppt_y"/>
                                          </p:val>
                                        </p:tav>
                                      </p:tavLst>
                                    </p:anim>
                                    <p:anim calcmode="lin" valueType="num">
                                      <p:cBhvr>
                                        <p:cTn id="63" dur="500" fill="hold"/>
                                        <p:tgtEl>
                                          <p:spTgt spid="306179">
                                            <p:txEl>
                                              <p:pRg st="7" end="7"/>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64" dur="500" fill="hold"/>
                                        <p:tgtEl>
                                          <p:spTgt spid="306179">
                                            <p:txEl>
                                              <p:pRg st="7" end="7"/>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65" dur="500" tmFilter="0,0; .5, 1; 1, 1"/>
                                        <p:tgtEl>
                                          <p:spTgt spid="306179">
                                            <p:txEl>
                                              <p:pRg st="7" end="7"/>
                                            </p:txEl>
                                          </p:spTgt>
                                        </p:tgtEl>
                                      </p:cBhvr>
                                    </p:animEffect>
                                  </p:childTnLst>
                                </p:cTn>
                              </p:par>
                              <p:par>
                                <p:cTn id="66" presetID="41" presetClass="entr" presetSubtype="0" fill="hold" nodeType="withEffect">
                                  <p:stCondLst>
                                    <p:cond delay="0"/>
                                  </p:stCondLst>
                                  <p:iterate type="lt">
                                    <p:tmPct val="10000"/>
                                  </p:iterate>
                                  <p:childTnLst>
                                    <p:set>
                                      <p:cBhvr>
                                        <p:cTn id="67" dur="1" fill="hold">
                                          <p:stCondLst>
                                            <p:cond delay="0"/>
                                          </p:stCondLst>
                                        </p:cTn>
                                        <p:tgtEl>
                                          <p:spTgt spid="306179">
                                            <p:txEl>
                                              <p:pRg st="8" end="8"/>
                                            </p:txEl>
                                          </p:spTgt>
                                        </p:tgtEl>
                                        <p:attrNameLst>
                                          <p:attrName>style.visibility</p:attrName>
                                        </p:attrNameLst>
                                      </p:cBhvr>
                                      <p:to>
                                        <p:strVal val="visible"/>
                                      </p:to>
                                    </p:set>
                                    <p:anim calcmode="lin" valueType="num">
                                      <p:cBhvr>
                                        <p:cTn id="68" dur="500" fill="hold"/>
                                        <p:tgtEl>
                                          <p:spTgt spid="306179">
                                            <p:txEl>
                                              <p:pRg st="8" end="8"/>
                                            </p:txEl>
                                          </p:spTgt>
                                        </p:tgtEl>
                                        <p:attrNameLst>
                                          <p:attrName>ppt_x</p:attrName>
                                        </p:attrNameLst>
                                      </p:cBhvr>
                                      <p:tavLst>
                                        <p:tav tm="0">
                                          <p:val>
                                            <p:strVal val="#ppt_x"/>
                                          </p:val>
                                        </p:tav>
                                        <p:tav tm="50000">
                                          <p:val>
                                            <p:strVal val="#ppt_x+.1"/>
                                          </p:val>
                                        </p:tav>
                                        <p:tav tm="100000">
                                          <p:val>
                                            <p:strVal val="#ppt_x"/>
                                          </p:val>
                                        </p:tav>
                                      </p:tavLst>
                                    </p:anim>
                                    <p:anim calcmode="lin" valueType="num">
                                      <p:cBhvr>
                                        <p:cTn id="69" dur="500" fill="hold"/>
                                        <p:tgtEl>
                                          <p:spTgt spid="306179">
                                            <p:txEl>
                                              <p:pRg st="8" end="8"/>
                                            </p:txEl>
                                          </p:spTgt>
                                        </p:tgtEl>
                                        <p:attrNameLst>
                                          <p:attrName>ppt_y</p:attrName>
                                        </p:attrNameLst>
                                      </p:cBhvr>
                                      <p:tavLst>
                                        <p:tav tm="0">
                                          <p:val>
                                            <p:strVal val="#ppt_y"/>
                                          </p:val>
                                        </p:tav>
                                        <p:tav tm="100000">
                                          <p:val>
                                            <p:strVal val="#ppt_y"/>
                                          </p:val>
                                        </p:tav>
                                      </p:tavLst>
                                    </p:anim>
                                    <p:anim calcmode="lin" valueType="num">
                                      <p:cBhvr>
                                        <p:cTn id="70" dur="500" fill="hold"/>
                                        <p:tgtEl>
                                          <p:spTgt spid="306179">
                                            <p:txEl>
                                              <p:pRg st="8" end="8"/>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71" dur="500" fill="hold"/>
                                        <p:tgtEl>
                                          <p:spTgt spid="306179">
                                            <p:txEl>
                                              <p:pRg st="8" end="8"/>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72" dur="500" tmFilter="0,0; .5, 1; 1, 1"/>
                                        <p:tgtEl>
                                          <p:spTgt spid="306179">
                                            <p:txEl>
                                              <p:pRg st="8" end="8"/>
                                            </p:txEl>
                                          </p:spTgt>
                                        </p:tgtEl>
                                      </p:cBhvr>
                                    </p:animEffect>
                                  </p:childTnLst>
                                </p:cTn>
                              </p:par>
                              <p:par>
                                <p:cTn id="73" presetID="41" presetClass="entr" presetSubtype="0" fill="hold" nodeType="withEffect">
                                  <p:stCondLst>
                                    <p:cond delay="0"/>
                                  </p:stCondLst>
                                  <p:iterate type="lt">
                                    <p:tmPct val="10000"/>
                                  </p:iterate>
                                  <p:childTnLst>
                                    <p:set>
                                      <p:cBhvr>
                                        <p:cTn id="74" dur="1" fill="hold">
                                          <p:stCondLst>
                                            <p:cond delay="0"/>
                                          </p:stCondLst>
                                        </p:cTn>
                                        <p:tgtEl>
                                          <p:spTgt spid="306179">
                                            <p:txEl>
                                              <p:pRg st="9" end="9"/>
                                            </p:txEl>
                                          </p:spTgt>
                                        </p:tgtEl>
                                        <p:attrNameLst>
                                          <p:attrName>style.visibility</p:attrName>
                                        </p:attrNameLst>
                                      </p:cBhvr>
                                      <p:to>
                                        <p:strVal val="visible"/>
                                      </p:to>
                                    </p:set>
                                    <p:anim calcmode="lin" valueType="num">
                                      <p:cBhvr>
                                        <p:cTn id="75" dur="500" fill="hold"/>
                                        <p:tgtEl>
                                          <p:spTgt spid="306179">
                                            <p:txEl>
                                              <p:pRg st="9" end="9"/>
                                            </p:txEl>
                                          </p:spTgt>
                                        </p:tgtEl>
                                        <p:attrNameLst>
                                          <p:attrName>ppt_x</p:attrName>
                                        </p:attrNameLst>
                                      </p:cBhvr>
                                      <p:tavLst>
                                        <p:tav tm="0">
                                          <p:val>
                                            <p:strVal val="#ppt_x"/>
                                          </p:val>
                                        </p:tav>
                                        <p:tav tm="50000">
                                          <p:val>
                                            <p:strVal val="#ppt_x+.1"/>
                                          </p:val>
                                        </p:tav>
                                        <p:tav tm="100000">
                                          <p:val>
                                            <p:strVal val="#ppt_x"/>
                                          </p:val>
                                        </p:tav>
                                      </p:tavLst>
                                    </p:anim>
                                    <p:anim calcmode="lin" valueType="num">
                                      <p:cBhvr>
                                        <p:cTn id="76" dur="500" fill="hold"/>
                                        <p:tgtEl>
                                          <p:spTgt spid="306179">
                                            <p:txEl>
                                              <p:pRg st="9" end="9"/>
                                            </p:txEl>
                                          </p:spTgt>
                                        </p:tgtEl>
                                        <p:attrNameLst>
                                          <p:attrName>ppt_y</p:attrName>
                                        </p:attrNameLst>
                                      </p:cBhvr>
                                      <p:tavLst>
                                        <p:tav tm="0">
                                          <p:val>
                                            <p:strVal val="#ppt_y"/>
                                          </p:val>
                                        </p:tav>
                                        <p:tav tm="100000">
                                          <p:val>
                                            <p:strVal val="#ppt_y"/>
                                          </p:val>
                                        </p:tav>
                                      </p:tavLst>
                                    </p:anim>
                                    <p:anim calcmode="lin" valueType="num">
                                      <p:cBhvr>
                                        <p:cTn id="77" dur="500" fill="hold"/>
                                        <p:tgtEl>
                                          <p:spTgt spid="306179">
                                            <p:txEl>
                                              <p:pRg st="9" end="9"/>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78" dur="500" fill="hold"/>
                                        <p:tgtEl>
                                          <p:spTgt spid="306179">
                                            <p:txEl>
                                              <p:pRg st="9" end="9"/>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79" dur="500" tmFilter="0,0; .5, 1; 1, 1"/>
                                        <p:tgtEl>
                                          <p:spTgt spid="306179">
                                            <p:txEl>
                                              <p:pRg st="9" end="9"/>
                                            </p:txEl>
                                          </p:spTgt>
                                        </p:tgtEl>
                                      </p:cBhvr>
                                    </p:animEffect>
                                  </p:childTnLst>
                                </p:cTn>
                              </p:par>
                              <p:par>
                                <p:cTn id="80" presetID="41" presetClass="entr" presetSubtype="0" fill="hold" nodeType="withEffect">
                                  <p:stCondLst>
                                    <p:cond delay="0"/>
                                  </p:stCondLst>
                                  <p:iterate type="lt">
                                    <p:tmPct val="10000"/>
                                  </p:iterate>
                                  <p:childTnLst>
                                    <p:set>
                                      <p:cBhvr>
                                        <p:cTn id="81" dur="1" fill="hold">
                                          <p:stCondLst>
                                            <p:cond delay="0"/>
                                          </p:stCondLst>
                                        </p:cTn>
                                        <p:tgtEl>
                                          <p:spTgt spid="306179">
                                            <p:txEl>
                                              <p:pRg st="10" end="10"/>
                                            </p:txEl>
                                          </p:spTgt>
                                        </p:tgtEl>
                                        <p:attrNameLst>
                                          <p:attrName>style.visibility</p:attrName>
                                        </p:attrNameLst>
                                      </p:cBhvr>
                                      <p:to>
                                        <p:strVal val="visible"/>
                                      </p:to>
                                    </p:set>
                                    <p:anim calcmode="lin" valueType="num">
                                      <p:cBhvr>
                                        <p:cTn id="82" dur="500" fill="hold"/>
                                        <p:tgtEl>
                                          <p:spTgt spid="306179">
                                            <p:txEl>
                                              <p:pRg st="10" end="1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3" dur="500" fill="hold"/>
                                        <p:tgtEl>
                                          <p:spTgt spid="306179">
                                            <p:txEl>
                                              <p:pRg st="10" end="10"/>
                                            </p:txEl>
                                          </p:spTgt>
                                        </p:tgtEl>
                                        <p:attrNameLst>
                                          <p:attrName>ppt_y</p:attrName>
                                        </p:attrNameLst>
                                      </p:cBhvr>
                                      <p:tavLst>
                                        <p:tav tm="0">
                                          <p:val>
                                            <p:strVal val="#ppt_y"/>
                                          </p:val>
                                        </p:tav>
                                        <p:tav tm="100000">
                                          <p:val>
                                            <p:strVal val="#ppt_y"/>
                                          </p:val>
                                        </p:tav>
                                      </p:tavLst>
                                    </p:anim>
                                    <p:anim calcmode="lin" valueType="num">
                                      <p:cBhvr>
                                        <p:cTn id="84" dur="500" fill="hold"/>
                                        <p:tgtEl>
                                          <p:spTgt spid="306179">
                                            <p:txEl>
                                              <p:pRg st="10" end="1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85" dur="500" fill="hold"/>
                                        <p:tgtEl>
                                          <p:spTgt spid="306179">
                                            <p:txEl>
                                              <p:pRg st="10" end="1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86" dur="500" tmFilter="0,0; .5, 1; 1, 1"/>
                                        <p:tgtEl>
                                          <p:spTgt spid="306179">
                                            <p:txEl>
                                              <p:pRg st="10" end="10"/>
                                            </p:txEl>
                                          </p:spTgt>
                                        </p:tgtEl>
                                      </p:cBhvr>
                                    </p:animEffect>
                                  </p:childTnLst>
                                </p:cTn>
                              </p:par>
                              <p:par>
                                <p:cTn id="87" presetID="41" presetClass="entr" presetSubtype="0" fill="hold" nodeType="withEffect">
                                  <p:stCondLst>
                                    <p:cond delay="0"/>
                                  </p:stCondLst>
                                  <p:iterate type="lt">
                                    <p:tmPct val="10000"/>
                                  </p:iterate>
                                  <p:childTnLst>
                                    <p:set>
                                      <p:cBhvr>
                                        <p:cTn id="88" dur="1" fill="hold">
                                          <p:stCondLst>
                                            <p:cond delay="0"/>
                                          </p:stCondLst>
                                        </p:cTn>
                                        <p:tgtEl>
                                          <p:spTgt spid="306179">
                                            <p:txEl>
                                              <p:pRg st="11" end="11"/>
                                            </p:txEl>
                                          </p:spTgt>
                                        </p:tgtEl>
                                        <p:attrNameLst>
                                          <p:attrName>style.visibility</p:attrName>
                                        </p:attrNameLst>
                                      </p:cBhvr>
                                      <p:to>
                                        <p:strVal val="visible"/>
                                      </p:to>
                                    </p:set>
                                    <p:anim calcmode="lin" valueType="num">
                                      <p:cBhvr>
                                        <p:cTn id="89" dur="500" fill="hold"/>
                                        <p:tgtEl>
                                          <p:spTgt spid="306179">
                                            <p:txEl>
                                              <p:pRg st="11" end="11"/>
                                            </p:txEl>
                                          </p:spTgt>
                                        </p:tgtEl>
                                        <p:attrNameLst>
                                          <p:attrName>ppt_x</p:attrName>
                                        </p:attrNameLst>
                                      </p:cBhvr>
                                      <p:tavLst>
                                        <p:tav tm="0">
                                          <p:val>
                                            <p:strVal val="#ppt_x"/>
                                          </p:val>
                                        </p:tav>
                                        <p:tav tm="50000">
                                          <p:val>
                                            <p:strVal val="#ppt_x+.1"/>
                                          </p:val>
                                        </p:tav>
                                        <p:tav tm="100000">
                                          <p:val>
                                            <p:strVal val="#ppt_x"/>
                                          </p:val>
                                        </p:tav>
                                      </p:tavLst>
                                    </p:anim>
                                    <p:anim calcmode="lin" valueType="num">
                                      <p:cBhvr>
                                        <p:cTn id="90" dur="500" fill="hold"/>
                                        <p:tgtEl>
                                          <p:spTgt spid="306179">
                                            <p:txEl>
                                              <p:pRg st="11" end="11"/>
                                            </p:txEl>
                                          </p:spTgt>
                                        </p:tgtEl>
                                        <p:attrNameLst>
                                          <p:attrName>ppt_y</p:attrName>
                                        </p:attrNameLst>
                                      </p:cBhvr>
                                      <p:tavLst>
                                        <p:tav tm="0">
                                          <p:val>
                                            <p:strVal val="#ppt_y"/>
                                          </p:val>
                                        </p:tav>
                                        <p:tav tm="100000">
                                          <p:val>
                                            <p:strVal val="#ppt_y"/>
                                          </p:val>
                                        </p:tav>
                                      </p:tavLst>
                                    </p:anim>
                                    <p:anim calcmode="lin" valueType="num">
                                      <p:cBhvr>
                                        <p:cTn id="91" dur="500" fill="hold"/>
                                        <p:tgtEl>
                                          <p:spTgt spid="306179">
                                            <p:txEl>
                                              <p:pRg st="11" end="1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92" dur="500" fill="hold"/>
                                        <p:tgtEl>
                                          <p:spTgt spid="306179">
                                            <p:txEl>
                                              <p:pRg st="11" end="1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93" dur="500" tmFilter="0,0; .5, 1; 1, 1"/>
                                        <p:tgtEl>
                                          <p:spTgt spid="306179">
                                            <p:txEl>
                                              <p:pRg st="11" end="11"/>
                                            </p:txEl>
                                          </p:spTgt>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1" presetClass="entr" presetSubtype="4" fill="hold" nodeType="clickEffect">
                                  <p:stCondLst>
                                    <p:cond delay="0"/>
                                  </p:stCondLst>
                                  <p:childTnLst>
                                    <p:set>
                                      <p:cBhvr>
                                        <p:cTn id="97" dur="1" fill="hold">
                                          <p:stCondLst>
                                            <p:cond delay="0"/>
                                          </p:stCondLst>
                                        </p:cTn>
                                        <p:tgtEl>
                                          <p:spTgt spid="306181"/>
                                        </p:tgtEl>
                                        <p:attrNameLst>
                                          <p:attrName>style.visibility</p:attrName>
                                        </p:attrNameLst>
                                      </p:cBhvr>
                                      <p:to>
                                        <p:strVal val="visible"/>
                                      </p:to>
                                    </p:set>
                                    <p:animEffect transition="in" filter="wheel(4)">
                                      <p:cBhvr>
                                        <p:cTn id="98" dur="2000"/>
                                        <p:tgtEl>
                                          <p:spTgt spid="306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5">
            <a:extLst>
              <a:ext uri="{FF2B5EF4-FFF2-40B4-BE49-F238E27FC236}">
                <a16:creationId xmlns:a16="http://schemas.microsoft.com/office/drawing/2014/main" id="{E7877850-A47E-3174-516F-BAE18FCC33E1}"/>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46E7FDF5-0F61-4ABC-9067-7275704621E2}" type="slidenum">
              <a:rPr lang="en-US" altLang="vi-VN" sz="1000">
                <a:latin typeface="Verdana" panose="020B0604030504040204" pitchFamily="34" charset="0"/>
              </a:rPr>
              <a:pPr algn="r" eaLnBrk="1" hangingPunct="1">
                <a:spcBef>
                  <a:spcPct val="0"/>
                </a:spcBef>
                <a:buFontTx/>
                <a:buNone/>
              </a:pPr>
              <a:t>35</a:t>
            </a:fld>
            <a:endParaRPr lang="en-US" altLang="vi-VN" sz="1000">
              <a:latin typeface="Verdana" panose="020B0604030504040204" pitchFamily="34" charset="0"/>
            </a:endParaRPr>
          </a:p>
        </p:txBody>
      </p:sp>
      <p:sp>
        <p:nvSpPr>
          <p:cNvPr id="51203" name="Rectangle 2">
            <a:extLst>
              <a:ext uri="{FF2B5EF4-FFF2-40B4-BE49-F238E27FC236}">
                <a16:creationId xmlns:a16="http://schemas.microsoft.com/office/drawing/2014/main" id="{D50F22FC-8635-E8AD-A401-E96B365C00CD}"/>
              </a:ext>
            </a:extLst>
          </p:cNvPr>
          <p:cNvSpPr>
            <a:spLocks noGrp="1" noChangeArrowheads="1"/>
          </p:cNvSpPr>
          <p:nvPr>
            <p:ph type="title" idx="4294967295"/>
          </p:nvPr>
        </p:nvSpPr>
        <p:spPr>
          <a:xfrm>
            <a:off x="228600" y="0"/>
            <a:ext cx="8229600" cy="685800"/>
          </a:xfrm>
        </p:spPr>
        <p:txBody>
          <a:bodyPr anchor="b"/>
          <a:lstStyle/>
          <a:p>
            <a:pPr eaLnBrk="1" hangingPunct="1"/>
            <a:r>
              <a:rPr lang="en-US" altLang="vi-VN" sz="2800" b="1">
                <a:solidFill>
                  <a:srgbClr val="FF0000"/>
                </a:solidFill>
                <a:latin typeface="Times New Roman" panose="02020603050405020304" pitchFamily="18" charset="0"/>
              </a:rPr>
              <a:t>I. XỬ LÝ TRÊN VÙNG (TT)</a:t>
            </a:r>
          </a:p>
        </p:txBody>
      </p:sp>
      <p:sp>
        <p:nvSpPr>
          <p:cNvPr id="307203" name="Rectangle 3">
            <a:extLst>
              <a:ext uri="{FF2B5EF4-FFF2-40B4-BE49-F238E27FC236}">
                <a16:creationId xmlns:a16="http://schemas.microsoft.com/office/drawing/2014/main" id="{DF1F75F8-657F-B66D-5279-C06A2DB6BD5D}"/>
              </a:ext>
            </a:extLst>
          </p:cNvPr>
          <p:cNvSpPr>
            <a:spLocks noGrp="1" noChangeArrowheads="1"/>
          </p:cNvSpPr>
          <p:nvPr>
            <p:ph type="body" idx="4294967295"/>
          </p:nvPr>
        </p:nvSpPr>
        <p:spPr>
          <a:xfrm>
            <a:off x="165100" y="990600"/>
            <a:ext cx="9525000" cy="5638800"/>
          </a:xfrm>
        </p:spPr>
        <p:txBody>
          <a:bodyPr/>
          <a:lstStyle/>
          <a:p>
            <a:pPr eaLnBrk="1" hangingPunct="1">
              <a:buFont typeface="Wingdings" panose="05000000000000000000" pitchFamily="2" charset="2"/>
              <a:buNone/>
            </a:pPr>
            <a:r>
              <a:rPr lang="en-US" altLang="vi-VN" sz="2600" b="1">
                <a:solidFill>
                  <a:srgbClr val="0000FF"/>
                </a:solidFill>
                <a:latin typeface="Times New Roman" panose="02020603050405020304" pitchFamily="18" charset="0"/>
              </a:rPr>
              <a:t>Cách 2</a:t>
            </a:r>
          </a:p>
          <a:p>
            <a:pPr eaLnBrk="1" hangingPunct="1">
              <a:buFont typeface="Wingdings" panose="05000000000000000000" pitchFamily="2" charset="2"/>
              <a:buChar char="Ø"/>
            </a:pPr>
            <a:r>
              <a:rPr lang="en-US" altLang="vi-VN" sz="2600">
                <a:latin typeface="Times New Roman" panose="02020603050405020304" pitchFamily="18" charset="0"/>
              </a:rPr>
              <a:t>Đưa chuột đến đường biên của vùng dữ liệu nguồn được chọn.</a:t>
            </a:r>
          </a:p>
          <a:p>
            <a:pPr eaLnBrk="1" hangingPunct="1">
              <a:buFont typeface="Wingdings" panose="05000000000000000000" pitchFamily="2" charset="2"/>
              <a:buChar char="Ø"/>
            </a:pPr>
            <a:r>
              <a:rPr lang="en-US" altLang="vi-VN" sz="2600">
                <a:latin typeface="Times New Roman" panose="02020603050405020304" pitchFamily="18" charset="0"/>
              </a:rPr>
              <a:t>Drag chuột đến vị trí mới.</a:t>
            </a:r>
          </a:p>
          <a:p>
            <a:pPr eaLnBrk="1" hangingPunct="1">
              <a:buFont typeface="Wingdings" panose="05000000000000000000" pitchFamily="2" charset="2"/>
              <a:buChar char="Ø"/>
            </a:pPr>
            <a:endParaRPr lang="en-US" altLang="vi-VN" sz="2600">
              <a:latin typeface="Times New Roman" panose="02020603050405020304" pitchFamily="18" charset="0"/>
            </a:endParaRPr>
          </a:p>
          <a:p>
            <a:pPr eaLnBrk="1" hangingPunct="1"/>
            <a:endParaRPr lang="en-US" altLang="vi-VN" sz="2400" b="1"/>
          </a:p>
        </p:txBody>
      </p:sp>
      <p:pic>
        <p:nvPicPr>
          <p:cNvPr id="307214" name="Picture 14">
            <a:extLst>
              <a:ext uri="{FF2B5EF4-FFF2-40B4-BE49-F238E27FC236}">
                <a16:creationId xmlns:a16="http://schemas.microsoft.com/office/drawing/2014/main" id="{9DB41FC4-ED8B-FFB4-229B-6705A595E7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3733800"/>
            <a:ext cx="777240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307203">
                                            <p:txEl>
                                              <p:pRg st="0" end="0"/>
                                            </p:txEl>
                                          </p:spTgt>
                                        </p:tgtEl>
                                        <p:attrNameLst>
                                          <p:attrName>style.visibility</p:attrName>
                                        </p:attrNameLst>
                                      </p:cBhvr>
                                      <p:to>
                                        <p:strVal val="visible"/>
                                      </p:to>
                                    </p:set>
                                    <p:anim calcmode="lin" valueType="num">
                                      <p:cBhvr>
                                        <p:cTn id="7" dur="500" fill="hold"/>
                                        <p:tgtEl>
                                          <p:spTgt spid="307203">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07203">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307203">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07203">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07203">
                                            <p:txEl>
                                              <p:pRg st="0" end="0"/>
                                            </p:txEl>
                                          </p:spTgt>
                                        </p:tgtEl>
                                      </p:cBhvr>
                                    </p:animEffect>
                                  </p:childTnLst>
                                </p:cTn>
                              </p:par>
                              <p:par>
                                <p:cTn id="12" presetID="41" presetClass="entr" presetSubtype="0" fill="hold" nodeType="withEffect">
                                  <p:stCondLst>
                                    <p:cond delay="0"/>
                                  </p:stCondLst>
                                  <p:iterate type="lt">
                                    <p:tmPct val="10000"/>
                                  </p:iterate>
                                  <p:childTnLst>
                                    <p:set>
                                      <p:cBhvr>
                                        <p:cTn id="13" dur="1" fill="hold">
                                          <p:stCondLst>
                                            <p:cond delay="0"/>
                                          </p:stCondLst>
                                        </p:cTn>
                                        <p:tgtEl>
                                          <p:spTgt spid="307203">
                                            <p:txEl>
                                              <p:pRg st="1" end="1"/>
                                            </p:txEl>
                                          </p:spTgt>
                                        </p:tgtEl>
                                        <p:attrNameLst>
                                          <p:attrName>style.visibility</p:attrName>
                                        </p:attrNameLst>
                                      </p:cBhvr>
                                      <p:to>
                                        <p:strVal val="visible"/>
                                      </p:to>
                                    </p:set>
                                    <p:anim calcmode="lin" valueType="num">
                                      <p:cBhvr>
                                        <p:cTn id="14" dur="500" fill="hold"/>
                                        <p:tgtEl>
                                          <p:spTgt spid="307203">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15" dur="500" fill="hold"/>
                                        <p:tgtEl>
                                          <p:spTgt spid="307203">
                                            <p:txEl>
                                              <p:pRg st="1" end="1"/>
                                            </p:txEl>
                                          </p:spTgt>
                                        </p:tgtEl>
                                        <p:attrNameLst>
                                          <p:attrName>ppt_y</p:attrName>
                                        </p:attrNameLst>
                                      </p:cBhvr>
                                      <p:tavLst>
                                        <p:tav tm="0">
                                          <p:val>
                                            <p:strVal val="#ppt_y"/>
                                          </p:val>
                                        </p:tav>
                                        <p:tav tm="100000">
                                          <p:val>
                                            <p:strVal val="#ppt_y"/>
                                          </p:val>
                                        </p:tav>
                                      </p:tavLst>
                                    </p:anim>
                                    <p:anim calcmode="lin" valueType="num">
                                      <p:cBhvr>
                                        <p:cTn id="16" dur="500" fill="hold"/>
                                        <p:tgtEl>
                                          <p:spTgt spid="307203">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7" dur="500" fill="hold"/>
                                        <p:tgtEl>
                                          <p:spTgt spid="307203">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8" dur="500" tmFilter="0,0; .5, 1; 1, 1"/>
                                        <p:tgtEl>
                                          <p:spTgt spid="307203">
                                            <p:txEl>
                                              <p:pRg st="1" end="1"/>
                                            </p:txEl>
                                          </p:spTgt>
                                        </p:tgtEl>
                                      </p:cBhvr>
                                    </p:animEffect>
                                  </p:childTnLst>
                                </p:cTn>
                              </p:par>
                              <p:par>
                                <p:cTn id="19" presetID="41" presetClass="entr" presetSubtype="0" fill="hold" nodeType="withEffect">
                                  <p:stCondLst>
                                    <p:cond delay="0"/>
                                  </p:stCondLst>
                                  <p:iterate type="lt">
                                    <p:tmPct val="10000"/>
                                  </p:iterate>
                                  <p:childTnLst>
                                    <p:set>
                                      <p:cBhvr>
                                        <p:cTn id="20" dur="1" fill="hold">
                                          <p:stCondLst>
                                            <p:cond delay="0"/>
                                          </p:stCondLst>
                                        </p:cTn>
                                        <p:tgtEl>
                                          <p:spTgt spid="307203">
                                            <p:txEl>
                                              <p:pRg st="2" end="2"/>
                                            </p:txEl>
                                          </p:spTgt>
                                        </p:tgtEl>
                                        <p:attrNameLst>
                                          <p:attrName>style.visibility</p:attrName>
                                        </p:attrNameLst>
                                      </p:cBhvr>
                                      <p:to>
                                        <p:strVal val="visible"/>
                                      </p:to>
                                    </p:set>
                                    <p:anim calcmode="lin" valueType="num">
                                      <p:cBhvr>
                                        <p:cTn id="21" dur="500" fill="hold"/>
                                        <p:tgtEl>
                                          <p:spTgt spid="307203">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307203">
                                            <p:txEl>
                                              <p:pRg st="2" end="2"/>
                                            </p:txEl>
                                          </p:spTgt>
                                        </p:tgtEl>
                                        <p:attrNameLst>
                                          <p:attrName>ppt_y</p:attrName>
                                        </p:attrNameLst>
                                      </p:cBhvr>
                                      <p:tavLst>
                                        <p:tav tm="0">
                                          <p:val>
                                            <p:strVal val="#ppt_y"/>
                                          </p:val>
                                        </p:tav>
                                        <p:tav tm="100000">
                                          <p:val>
                                            <p:strVal val="#ppt_y"/>
                                          </p:val>
                                        </p:tav>
                                      </p:tavLst>
                                    </p:anim>
                                    <p:anim calcmode="lin" valueType="num">
                                      <p:cBhvr>
                                        <p:cTn id="23" dur="500" fill="hold"/>
                                        <p:tgtEl>
                                          <p:spTgt spid="307203">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307203">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307203">
                                            <p:txEl>
                                              <p:pRg st="2" end="2"/>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1" presetClass="entr" presetSubtype="4" fill="hold" nodeType="clickEffect">
                                  <p:stCondLst>
                                    <p:cond delay="0"/>
                                  </p:stCondLst>
                                  <p:childTnLst>
                                    <p:set>
                                      <p:cBhvr>
                                        <p:cTn id="29" dur="1" fill="hold">
                                          <p:stCondLst>
                                            <p:cond delay="0"/>
                                          </p:stCondLst>
                                        </p:cTn>
                                        <p:tgtEl>
                                          <p:spTgt spid="307214"/>
                                        </p:tgtEl>
                                        <p:attrNameLst>
                                          <p:attrName>style.visibility</p:attrName>
                                        </p:attrNameLst>
                                      </p:cBhvr>
                                      <p:to>
                                        <p:strVal val="visible"/>
                                      </p:to>
                                    </p:set>
                                    <p:animEffect transition="in" filter="wheel(4)">
                                      <p:cBhvr>
                                        <p:cTn id="30" dur="2000"/>
                                        <p:tgtEl>
                                          <p:spTgt spid="3072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5">
            <a:extLst>
              <a:ext uri="{FF2B5EF4-FFF2-40B4-BE49-F238E27FC236}">
                <a16:creationId xmlns:a16="http://schemas.microsoft.com/office/drawing/2014/main" id="{1435E9E9-672F-1ED3-CA09-606419BA7C51}"/>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558F8B96-82A9-469D-B640-49D878A75A5C}" type="slidenum">
              <a:rPr lang="en-US" altLang="vi-VN" sz="1000">
                <a:latin typeface="Verdana" panose="020B0604030504040204" pitchFamily="34" charset="0"/>
              </a:rPr>
              <a:pPr algn="r" eaLnBrk="1" hangingPunct="1">
                <a:spcBef>
                  <a:spcPct val="0"/>
                </a:spcBef>
                <a:buFontTx/>
                <a:buNone/>
              </a:pPr>
              <a:t>36</a:t>
            </a:fld>
            <a:endParaRPr lang="en-US" altLang="vi-VN" sz="1000">
              <a:latin typeface="Verdana" panose="020B0604030504040204" pitchFamily="34" charset="0"/>
            </a:endParaRPr>
          </a:p>
        </p:txBody>
      </p:sp>
      <p:sp>
        <p:nvSpPr>
          <p:cNvPr id="52227" name="Rectangle 2">
            <a:extLst>
              <a:ext uri="{FF2B5EF4-FFF2-40B4-BE49-F238E27FC236}">
                <a16:creationId xmlns:a16="http://schemas.microsoft.com/office/drawing/2014/main" id="{430FB26B-C875-6AC4-1614-281BBD09E3B0}"/>
              </a:ext>
            </a:extLst>
          </p:cNvPr>
          <p:cNvSpPr>
            <a:spLocks noGrp="1" noChangeArrowheads="1"/>
          </p:cNvSpPr>
          <p:nvPr>
            <p:ph type="title" idx="4294967295"/>
          </p:nvPr>
        </p:nvSpPr>
        <p:spPr>
          <a:xfrm>
            <a:off x="381000" y="50800"/>
            <a:ext cx="8229600" cy="609600"/>
          </a:xfrm>
        </p:spPr>
        <p:txBody>
          <a:bodyPr anchor="b"/>
          <a:lstStyle/>
          <a:p>
            <a:pPr eaLnBrk="1" hangingPunct="1"/>
            <a:r>
              <a:rPr lang="en-US" altLang="vi-VN" sz="2800" b="1">
                <a:solidFill>
                  <a:srgbClr val="FF0000"/>
                </a:solidFill>
                <a:latin typeface="Times New Roman" panose="02020603050405020304" pitchFamily="18" charset="0"/>
              </a:rPr>
              <a:t>II. THAO TÁC TRÊN CỘT VÀ HÀNG</a:t>
            </a:r>
          </a:p>
        </p:txBody>
      </p:sp>
      <p:sp>
        <p:nvSpPr>
          <p:cNvPr id="308227" name="Rectangle 3">
            <a:extLst>
              <a:ext uri="{FF2B5EF4-FFF2-40B4-BE49-F238E27FC236}">
                <a16:creationId xmlns:a16="http://schemas.microsoft.com/office/drawing/2014/main" id="{F0598916-09EF-27D1-AF1E-2E0DFD003DA0}"/>
              </a:ext>
            </a:extLst>
          </p:cNvPr>
          <p:cNvSpPr>
            <a:spLocks noGrp="1" noChangeArrowheads="1"/>
          </p:cNvSpPr>
          <p:nvPr>
            <p:ph type="body" idx="4294967295"/>
          </p:nvPr>
        </p:nvSpPr>
        <p:spPr>
          <a:xfrm>
            <a:off x="381000" y="990600"/>
            <a:ext cx="8763000" cy="5486400"/>
          </a:xfrm>
        </p:spPr>
        <p:txBody>
          <a:bodyPr/>
          <a:lstStyle/>
          <a:p>
            <a:pPr eaLnBrk="1" hangingPunct="1">
              <a:lnSpc>
                <a:spcPct val="90000"/>
              </a:lnSpc>
              <a:buFont typeface="Wingdings" panose="05000000000000000000" pitchFamily="2" charset="2"/>
              <a:buNone/>
            </a:pPr>
            <a:r>
              <a:rPr lang="en-US" altLang="vi-VN" sz="2800" b="1">
                <a:solidFill>
                  <a:srgbClr val="FF0000"/>
                </a:solidFill>
                <a:latin typeface="Times New Roman" panose="02020603050405020304" pitchFamily="18" charset="0"/>
              </a:rPr>
              <a:t>1. Thêm hàng, cột mới vào bảng tính</a:t>
            </a:r>
          </a:p>
          <a:p>
            <a:pPr eaLnBrk="1" hangingPunct="1">
              <a:lnSpc>
                <a:spcPct val="90000"/>
              </a:lnSpc>
              <a:buFont typeface="Wingdings" panose="05000000000000000000" pitchFamily="2" charset="2"/>
              <a:buNone/>
            </a:pPr>
            <a:r>
              <a:rPr lang="en-US" altLang="vi-VN" sz="2800">
                <a:solidFill>
                  <a:srgbClr val="0000FF"/>
                </a:solidFill>
                <a:latin typeface="Times New Roman" panose="02020603050405020304" pitchFamily="18" charset="0"/>
              </a:rPr>
              <a:t>Thêm hàng (Row)</a:t>
            </a:r>
          </a:p>
          <a:p>
            <a:pPr eaLnBrk="1" hangingPunct="1">
              <a:lnSpc>
                <a:spcPct val="90000"/>
              </a:lnSpc>
              <a:buFont typeface="Wingdings" panose="05000000000000000000" pitchFamily="2" charset="2"/>
              <a:buChar char="Ø"/>
            </a:pPr>
            <a:r>
              <a:rPr lang="en-US" altLang="vi-VN" sz="2800">
                <a:latin typeface="Times New Roman" panose="02020603050405020304" pitchFamily="18" charset="0"/>
              </a:rPr>
              <a:t>Chọn  hàng  tại đó muốn chèn thêm hàng mới vào.</a:t>
            </a:r>
          </a:p>
          <a:p>
            <a:pPr eaLnBrk="1" hangingPunct="1">
              <a:lnSpc>
                <a:spcPct val="90000"/>
              </a:lnSpc>
              <a:buFont typeface="Wingdings" panose="05000000000000000000" pitchFamily="2" charset="2"/>
              <a:buChar char="Ø"/>
            </a:pPr>
            <a:r>
              <a:rPr lang="en-US" altLang="vi-VN" sz="2800">
                <a:latin typeface="Times New Roman" panose="02020603050405020304" pitchFamily="18" charset="0"/>
              </a:rPr>
              <a:t>Vào menu </a:t>
            </a:r>
            <a:r>
              <a:rPr lang="en-US" altLang="vi-VN" sz="2800" b="1">
                <a:latin typeface="Times New Roman" panose="02020603050405020304" pitchFamily="18" charset="0"/>
              </a:rPr>
              <a:t>Insert \ Row</a:t>
            </a:r>
            <a:endParaRPr lang="en-US" altLang="vi-VN" sz="2800">
              <a:latin typeface="Times New Roman" panose="02020603050405020304" pitchFamily="18" charset="0"/>
            </a:endParaRPr>
          </a:p>
          <a:p>
            <a:pPr eaLnBrk="1" hangingPunct="1">
              <a:lnSpc>
                <a:spcPct val="90000"/>
              </a:lnSpc>
              <a:buFont typeface="Wingdings" panose="05000000000000000000" pitchFamily="2" charset="2"/>
              <a:buChar char="Ø"/>
            </a:pPr>
            <a:r>
              <a:rPr lang="en-US" altLang="vi-VN" sz="2800">
                <a:latin typeface="Times New Roman" panose="02020603050405020304" pitchFamily="18" charset="0"/>
              </a:rPr>
              <a:t>Hoặc R_Click, chọn </a:t>
            </a:r>
            <a:r>
              <a:rPr lang="en-US" altLang="vi-VN" sz="2800" b="1">
                <a:latin typeface="Times New Roman" panose="02020603050405020304" pitchFamily="18" charset="0"/>
              </a:rPr>
              <a:t>Insert</a:t>
            </a:r>
            <a:endParaRPr lang="en-US" altLang="vi-VN" sz="2800" b="1" i="1">
              <a:latin typeface="Times New Roman" panose="02020603050405020304" pitchFamily="18" charset="0"/>
            </a:endParaRPr>
          </a:p>
          <a:p>
            <a:pPr eaLnBrk="1" hangingPunct="1">
              <a:lnSpc>
                <a:spcPct val="90000"/>
              </a:lnSpc>
              <a:buFont typeface="Wingdings" panose="05000000000000000000" pitchFamily="2" charset="2"/>
              <a:buNone/>
            </a:pPr>
            <a:r>
              <a:rPr lang="en-US" altLang="vi-VN" sz="2800">
                <a:solidFill>
                  <a:srgbClr val="0000FF"/>
                </a:solidFill>
                <a:latin typeface="Times New Roman" panose="02020603050405020304" pitchFamily="18" charset="0"/>
              </a:rPr>
              <a:t>Thêm cột (Column)</a:t>
            </a:r>
          </a:p>
          <a:p>
            <a:pPr eaLnBrk="1" hangingPunct="1">
              <a:lnSpc>
                <a:spcPct val="90000"/>
              </a:lnSpc>
              <a:buFont typeface="Wingdings" panose="05000000000000000000" pitchFamily="2" charset="2"/>
              <a:buChar char="Ø"/>
            </a:pPr>
            <a:r>
              <a:rPr lang="en-US" altLang="vi-VN" sz="2800">
                <a:latin typeface="Times New Roman" panose="02020603050405020304" pitchFamily="18" charset="0"/>
              </a:rPr>
              <a:t>Chọn cột mà tại đó muốn chèn thêm cột mới vào.</a:t>
            </a:r>
          </a:p>
          <a:p>
            <a:pPr eaLnBrk="1" hangingPunct="1">
              <a:lnSpc>
                <a:spcPct val="90000"/>
              </a:lnSpc>
              <a:buFont typeface="Wingdings" panose="05000000000000000000" pitchFamily="2" charset="2"/>
              <a:buChar char="Ø"/>
            </a:pPr>
            <a:r>
              <a:rPr lang="en-US" altLang="vi-VN" sz="2800">
                <a:latin typeface="Times New Roman" panose="02020603050405020304" pitchFamily="18" charset="0"/>
              </a:rPr>
              <a:t>Vào menu </a:t>
            </a:r>
            <a:r>
              <a:rPr lang="en-US" altLang="vi-VN" sz="2800" b="1">
                <a:latin typeface="Times New Roman" panose="02020603050405020304" pitchFamily="18" charset="0"/>
              </a:rPr>
              <a:t>Insert \ Columns</a:t>
            </a:r>
          </a:p>
          <a:p>
            <a:pPr eaLnBrk="1" hangingPunct="1">
              <a:lnSpc>
                <a:spcPct val="90000"/>
              </a:lnSpc>
              <a:buFont typeface="Wingdings" panose="05000000000000000000" pitchFamily="2" charset="2"/>
              <a:buChar char="Ø"/>
            </a:pPr>
            <a:r>
              <a:rPr lang="en-US" altLang="vi-VN" sz="2800">
                <a:latin typeface="Times New Roman" panose="02020603050405020304" pitchFamily="18" charset="0"/>
              </a:rPr>
              <a:t>Hoặc R_Click, chọn </a:t>
            </a:r>
            <a:r>
              <a:rPr lang="en-US" altLang="vi-VN" sz="2800" b="1">
                <a:latin typeface="Times New Roman" panose="02020603050405020304" pitchFamily="18" charset="0"/>
              </a:rPr>
              <a:t>Insert.</a:t>
            </a:r>
            <a:endParaRPr lang="en-US" altLang="vi-VN" sz="2800" b="1" i="1">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308227">
                                            <p:txEl>
                                              <p:pRg st="0" end="0"/>
                                            </p:txEl>
                                          </p:spTgt>
                                        </p:tgtEl>
                                        <p:attrNameLst>
                                          <p:attrName>style.visibility</p:attrName>
                                        </p:attrNameLst>
                                      </p:cBhvr>
                                      <p:to>
                                        <p:strVal val="visible"/>
                                      </p:to>
                                    </p:set>
                                    <p:animEffect transition="in" filter="wheel(4)">
                                      <p:cBhvr>
                                        <p:cTn id="7" dur="2000"/>
                                        <p:tgtEl>
                                          <p:spTgt spid="3082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1" presetClass="entr" presetSubtype="0" fill="hold" nodeType="clickEffect">
                                  <p:stCondLst>
                                    <p:cond delay="0"/>
                                  </p:stCondLst>
                                  <p:iterate type="lt">
                                    <p:tmPct val="10000"/>
                                  </p:iterate>
                                  <p:childTnLst>
                                    <p:set>
                                      <p:cBhvr>
                                        <p:cTn id="11" dur="1" fill="hold">
                                          <p:stCondLst>
                                            <p:cond delay="0"/>
                                          </p:stCondLst>
                                        </p:cTn>
                                        <p:tgtEl>
                                          <p:spTgt spid="308227">
                                            <p:txEl>
                                              <p:pRg st="1" end="1"/>
                                            </p:txEl>
                                          </p:spTgt>
                                        </p:tgtEl>
                                        <p:attrNameLst>
                                          <p:attrName>style.visibility</p:attrName>
                                        </p:attrNameLst>
                                      </p:cBhvr>
                                      <p:to>
                                        <p:strVal val="visible"/>
                                      </p:to>
                                    </p:set>
                                    <p:anim calcmode="lin" valueType="num">
                                      <p:cBhvr>
                                        <p:cTn id="12" dur="500" fill="hold"/>
                                        <p:tgtEl>
                                          <p:spTgt spid="308227">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13" dur="500" fill="hold"/>
                                        <p:tgtEl>
                                          <p:spTgt spid="308227">
                                            <p:txEl>
                                              <p:pRg st="1" end="1"/>
                                            </p:txEl>
                                          </p:spTgt>
                                        </p:tgtEl>
                                        <p:attrNameLst>
                                          <p:attrName>ppt_y</p:attrName>
                                        </p:attrNameLst>
                                      </p:cBhvr>
                                      <p:tavLst>
                                        <p:tav tm="0">
                                          <p:val>
                                            <p:strVal val="#ppt_y"/>
                                          </p:val>
                                        </p:tav>
                                        <p:tav tm="100000">
                                          <p:val>
                                            <p:strVal val="#ppt_y"/>
                                          </p:val>
                                        </p:tav>
                                      </p:tavLst>
                                    </p:anim>
                                    <p:anim calcmode="lin" valueType="num">
                                      <p:cBhvr>
                                        <p:cTn id="14" dur="500" fill="hold"/>
                                        <p:tgtEl>
                                          <p:spTgt spid="308227">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5" dur="500" fill="hold"/>
                                        <p:tgtEl>
                                          <p:spTgt spid="308227">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6" dur="500" tmFilter="0,0; .5, 1; 1, 1"/>
                                        <p:tgtEl>
                                          <p:spTgt spid="308227">
                                            <p:txEl>
                                              <p:pRg st="1" end="1"/>
                                            </p:txEl>
                                          </p:spTgt>
                                        </p:tgtEl>
                                      </p:cBhvr>
                                    </p:animEffect>
                                  </p:childTnLst>
                                </p:cTn>
                              </p:par>
                              <p:par>
                                <p:cTn id="17" presetID="41" presetClass="entr" presetSubtype="0" fill="hold" nodeType="withEffect">
                                  <p:stCondLst>
                                    <p:cond delay="0"/>
                                  </p:stCondLst>
                                  <p:iterate type="lt">
                                    <p:tmPct val="10000"/>
                                  </p:iterate>
                                  <p:childTnLst>
                                    <p:set>
                                      <p:cBhvr>
                                        <p:cTn id="18" dur="1" fill="hold">
                                          <p:stCondLst>
                                            <p:cond delay="0"/>
                                          </p:stCondLst>
                                        </p:cTn>
                                        <p:tgtEl>
                                          <p:spTgt spid="308227">
                                            <p:txEl>
                                              <p:pRg st="2" end="2"/>
                                            </p:txEl>
                                          </p:spTgt>
                                        </p:tgtEl>
                                        <p:attrNameLst>
                                          <p:attrName>style.visibility</p:attrName>
                                        </p:attrNameLst>
                                      </p:cBhvr>
                                      <p:to>
                                        <p:strVal val="visible"/>
                                      </p:to>
                                    </p:set>
                                    <p:anim calcmode="lin" valueType="num">
                                      <p:cBhvr>
                                        <p:cTn id="19" dur="500" fill="hold"/>
                                        <p:tgtEl>
                                          <p:spTgt spid="308227">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20" dur="500" fill="hold"/>
                                        <p:tgtEl>
                                          <p:spTgt spid="308227">
                                            <p:txEl>
                                              <p:pRg st="2" end="2"/>
                                            </p:txEl>
                                          </p:spTgt>
                                        </p:tgtEl>
                                        <p:attrNameLst>
                                          <p:attrName>ppt_y</p:attrName>
                                        </p:attrNameLst>
                                      </p:cBhvr>
                                      <p:tavLst>
                                        <p:tav tm="0">
                                          <p:val>
                                            <p:strVal val="#ppt_y"/>
                                          </p:val>
                                        </p:tav>
                                        <p:tav tm="100000">
                                          <p:val>
                                            <p:strVal val="#ppt_y"/>
                                          </p:val>
                                        </p:tav>
                                      </p:tavLst>
                                    </p:anim>
                                    <p:anim calcmode="lin" valueType="num">
                                      <p:cBhvr>
                                        <p:cTn id="21" dur="500" fill="hold"/>
                                        <p:tgtEl>
                                          <p:spTgt spid="308227">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2" dur="500" fill="hold"/>
                                        <p:tgtEl>
                                          <p:spTgt spid="308227">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3" dur="500" tmFilter="0,0; .5, 1; 1, 1"/>
                                        <p:tgtEl>
                                          <p:spTgt spid="308227">
                                            <p:txEl>
                                              <p:pRg st="2" end="2"/>
                                            </p:txEl>
                                          </p:spTgt>
                                        </p:tgtEl>
                                      </p:cBhvr>
                                    </p:animEffect>
                                  </p:childTnLst>
                                </p:cTn>
                              </p:par>
                              <p:par>
                                <p:cTn id="24" presetID="41" presetClass="entr" presetSubtype="0" fill="hold" nodeType="withEffect">
                                  <p:stCondLst>
                                    <p:cond delay="0"/>
                                  </p:stCondLst>
                                  <p:iterate type="lt">
                                    <p:tmPct val="10000"/>
                                  </p:iterate>
                                  <p:childTnLst>
                                    <p:set>
                                      <p:cBhvr>
                                        <p:cTn id="25" dur="1" fill="hold">
                                          <p:stCondLst>
                                            <p:cond delay="0"/>
                                          </p:stCondLst>
                                        </p:cTn>
                                        <p:tgtEl>
                                          <p:spTgt spid="308227">
                                            <p:txEl>
                                              <p:pRg st="3" end="3"/>
                                            </p:txEl>
                                          </p:spTgt>
                                        </p:tgtEl>
                                        <p:attrNameLst>
                                          <p:attrName>style.visibility</p:attrName>
                                        </p:attrNameLst>
                                      </p:cBhvr>
                                      <p:to>
                                        <p:strVal val="visible"/>
                                      </p:to>
                                    </p:set>
                                    <p:anim calcmode="lin" valueType="num">
                                      <p:cBhvr>
                                        <p:cTn id="26" dur="500" fill="hold"/>
                                        <p:tgtEl>
                                          <p:spTgt spid="308227">
                                            <p:txEl>
                                              <p:pRg st="3" end="3"/>
                                            </p:txEl>
                                          </p:spTgt>
                                        </p:tgtEl>
                                        <p:attrNameLst>
                                          <p:attrName>ppt_x</p:attrName>
                                        </p:attrNameLst>
                                      </p:cBhvr>
                                      <p:tavLst>
                                        <p:tav tm="0">
                                          <p:val>
                                            <p:strVal val="#ppt_x"/>
                                          </p:val>
                                        </p:tav>
                                        <p:tav tm="50000">
                                          <p:val>
                                            <p:strVal val="#ppt_x+.1"/>
                                          </p:val>
                                        </p:tav>
                                        <p:tav tm="100000">
                                          <p:val>
                                            <p:strVal val="#ppt_x"/>
                                          </p:val>
                                        </p:tav>
                                      </p:tavLst>
                                    </p:anim>
                                    <p:anim calcmode="lin" valueType="num">
                                      <p:cBhvr>
                                        <p:cTn id="27" dur="500" fill="hold"/>
                                        <p:tgtEl>
                                          <p:spTgt spid="308227">
                                            <p:txEl>
                                              <p:pRg st="3" end="3"/>
                                            </p:txEl>
                                          </p:spTgt>
                                        </p:tgtEl>
                                        <p:attrNameLst>
                                          <p:attrName>ppt_y</p:attrName>
                                        </p:attrNameLst>
                                      </p:cBhvr>
                                      <p:tavLst>
                                        <p:tav tm="0">
                                          <p:val>
                                            <p:strVal val="#ppt_y"/>
                                          </p:val>
                                        </p:tav>
                                        <p:tav tm="100000">
                                          <p:val>
                                            <p:strVal val="#ppt_y"/>
                                          </p:val>
                                        </p:tav>
                                      </p:tavLst>
                                    </p:anim>
                                    <p:anim calcmode="lin" valueType="num">
                                      <p:cBhvr>
                                        <p:cTn id="28" dur="500" fill="hold"/>
                                        <p:tgtEl>
                                          <p:spTgt spid="308227">
                                            <p:txEl>
                                              <p:pRg st="3" end="3"/>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9" dur="500" fill="hold"/>
                                        <p:tgtEl>
                                          <p:spTgt spid="308227">
                                            <p:txEl>
                                              <p:pRg st="3" end="3"/>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0" dur="500" tmFilter="0,0; .5, 1; 1, 1"/>
                                        <p:tgtEl>
                                          <p:spTgt spid="308227">
                                            <p:txEl>
                                              <p:pRg st="3" end="3"/>
                                            </p:txEl>
                                          </p:spTgt>
                                        </p:tgtEl>
                                      </p:cBhvr>
                                    </p:animEffect>
                                  </p:childTnLst>
                                </p:cTn>
                              </p:par>
                              <p:par>
                                <p:cTn id="31" presetID="41" presetClass="entr" presetSubtype="0" fill="hold" nodeType="withEffect">
                                  <p:stCondLst>
                                    <p:cond delay="0"/>
                                  </p:stCondLst>
                                  <p:iterate type="lt">
                                    <p:tmPct val="10000"/>
                                  </p:iterate>
                                  <p:childTnLst>
                                    <p:set>
                                      <p:cBhvr>
                                        <p:cTn id="32" dur="1" fill="hold">
                                          <p:stCondLst>
                                            <p:cond delay="0"/>
                                          </p:stCondLst>
                                        </p:cTn>
                                        <p:tgtEl>
                                          <p:spTgt spid="308227">
                                            <p:txEl>
                                              <p:pRg st="4" end="4"/>
                                            </p:txEl>
                                          </p:spTgt>
                                        </p:tgtEl>
                                        <p:attrNameLst>
                                          <p:attrName>style.visibility</p:attrName>
                                        </p:attrNameLst>
                                      </p:cBhvr>
                                      <p:to>
                                        <p:strVal val="visible"/>
                                      </p:to>
                                    </p:set>
                                    <p:anim calcmode="lin" valueType="num">
                                      <p:cBhvr>
                                        <p:cTn id="33" dur="500" fill="hold"/>
                                        <p:tgtEl>
                                          <p:spTgt spid="308227">
                                            <p:txEl>
                                              <p:pRg st="4" end="4"/>
                                            </p:txEl>
                                          </p:spTgt>
                                        </p:tgtEl>
                                        <p:attrNameLst>
                                          <p:attrName>ppt_x</p:attrName>
                                        </p:attrNameLst>
                                      </p:cBhvr>
                                      <p:tavLst>
                                        <p:tav tm="0">
                                          <p:val>
                                            <p:strVal val="#ppt_x"/>
                                          </p:val>
                                        </p:tav>
                                        <p:tav tm="50000">
                                          <p:val>
                                            <p:strVal val="#ppt_x+.1"/>
                                          </p:val>
                                        </p:tav>
                                        <p:tav tm="100000">
                                          <p:val>
                                            <p:strVal val="#ppt_x"/>
                                          </p:val>
                                        </p:tav>
                                      </p:tavLst>
                                    </p:anim>
                                    <p:anim calcmode="lin" valueType="num">
                                      <p:cBhvr>
                                        <p:cTn id="34" dur="500" fill="hold"/>
                                        <p:tgtEl>
                                          <p:spTgt spid="308227">
                                            <p:txEl>
                                              <p:pRg st="4" end="4"/>
                                            </p:txEl>
                                          </p:spTgt>
                                        </p:tgtEl>
                                        <p:attrNameLst>
                                          <p:attrName>ppt_y</p:attrName>
                                        </p:attrNameLst>
                                      </p:cBhvr>
                                      <p:tavLst>
                                        <p:tav tm="0">
                                          <p:val>
                                            <p:strVal val="#ppt_y"/>
                                          </p:val>
                                        </p:tav>
                                        <p:tav tm="100000">
                                          <p:val>
                                            <p:strVal val="#ppt_y"/>
                                          </p:val>
                                        </p:tav>
                                      </p:tavLst>
                                    </p:anim>
                                    <p:anim calcmode="lin" valueType="num">
                                      <p:cBhvr>
                                        <p:cTn id="35" dur="500" fill="hold"/>
                                        <p:tgtEl>
                                          <p:spTgt spid="308227">
                                            <p:txEl>
                                              <p:pRg st="4" end="4"/>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6" dur="500" fill="hold"/>
                                        <p:tgtEl>
                                          <p:spTgt spid="308227">
                                            <p:txEl>
                                              <p:pRg st="4" end="4"/>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7" dur="500" tmFilter="0,0; .5, 1; 1, 1"/>
                                        <p:tgtEl>
                                          <p:spTgt spid="308227">
                                            <p:txEl>
                                              <p:pRg st="4" end="4"/>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1" presetClass="entr" presetSubtype="0" fill="hold" nodeType="clickEffect">
                                  <p:stCondLst>
                                    <p:cond delay="0"/>
                                  </p:stCondLst>
                                  <p:iterate type="lt">
                                    <p:tmPct val="10000"/>
                                  </p:iterate>
                                  <p:childTnLst>
                                    <p:set>
                                      <p:cBhvr>
                                        <p:cTn id="41" dur="1" fill="hold">
                                          <p:stCondLst>
                                            <p:cond delay="0"/>
                                          </p:stCondLst>
                                        </p:cTn>
                                        <p:tgtEl>
                                          <p:spTgt spid="308227">
                                            <p:txEl>
                                              <p:pRg st="5" end="5"/>
                                            </p:txEl>
                                          </p:spTgt>
                                        </p:tgtEl>
                                        <p:attrNameLst>
                                          <p:attrName>style.visibility</p:attrName>
                                        </p:attrNameLst>
                                      </p:cBhvr>
                                      <p:to>
                                        <p:strVal val="visible"/>
                                      </p:to>
                                    </p:set>
                                    <p:anim calcmode="lin" valueType="num">
                                      <p:cBhvr>
                                        <p:cTn id="42" dur="500" fill="hold"/>
                                        <p:tgtEl>
                                          <p:spTgt spid="308227">
                                            <p:txEl>
                                              <p:pRg st="5" end="5"/>
                                            </p:txEl>
                                          </p:spTgt>
                                        </p:tgtEl>
                                        <p:attrNameLst>
                                          <p:attrName>ppt_x</p:attrName>
                                        </p:attrNameLst>
                                      </p:cBhvr>
                                      <p:tavLst>
                                        <p:tav tm="0">
                                          <p:val>
                                            <p:strVal val="#ppt_x"/>
                                          </p:val>
                                        </p:tav>
                                        <p:tav tm="50000">
                                          <p:val>
                                            <p:strVal val="#ppt_x+.1"/>
                                          </p:val>
                                        </p:tav>
                                        <p:tav tm="100000">
                                          <p:val>
                                            <p:strVal val="#ppt_x"/>
                                          </p:val>
                                        </p:tav>
                                      </p:tavLst>
                                    </p:anim>
                                    <p:anim calcmode="lin" valueType="num">
                                      <p:cBhvr>
                                        <p:cTn id="43" dur="500" fill="hold"/>
                                        <p:tgtEl>
                                          <p:spTgt spid="308227">
                                            <p:txEl>
                                              <p:pRg st="5" end="5"/>
                                            </p:txEl>
                                          </p:spTgt>
                                        </p:tgtEl>
                                        <p:attrNameLst>
                                          <p:attrName>ppt_y</p:attrName>
                                        </p:attrNameLst>
                                      </p:cBhvr>
                                      <p:tavLst>
                                        <p:tav tm="0">
                                          <p:val>
                                            <p:strVal val="#ppt_y"/>
                                          </p:val>
                                        </p:tav>
                                        <p:tav tm="100000">
                                          <p:val>
                                            <p:strVal val="#ppt_y"/>
                                          </p:val>
                                        </p:tav>
                                      </p:tavLst>
                                    </p:anim>
                                    <p:anim calcmode="lin" valueType="num">
                                      <p:cBhvr>
                                        <p:cTn id="44" dur="500" fill="hold"/>
                                        <p:tgtEl>
                                          <p:spTgt spid="308227">
                                            <p:txEl>
                                              <p:pRg st="5" end="5"/>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45" dur="500" fill="hold"/>
                                        <p:tgtEl>
                                          <p:spTgt spid="308227">
                                            <p:txEl>
                                              <p:pRg st="5" end="5"/>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46" dur="500" tmFilter="0,0; .5, 1; 1, 1"/>
                                        <p:tgtEl>
                                          <p:spTgt spid="308227">
                                            <p:txEl>
                                              <p:pRg st="5" end="5"/>
                                            </p:txEl>
                                          </p:spTgt>
                                        </p:tgtEl>
                                      </p:cBhvr>
                                    </p:animEffect>
                                  </p:childTnLst>
                                </p:cTn>
                              </p:par>
                              <p:par>
                                <p:cTn id="47" presetID="41" presetClass="entr" presetSubtype="0" fill="hold" nodeType="withEffect">
                                  <p:stCondLst>
                                    <p:cond delay="0"/>
                                  </p:stCondLst>
                                  <p:iterate type="lt">
                                    <p:tmPct val="10000"/>
                                  </p:iterate>
                                  <p:childTnLst>
                                    <p:set>
                                      <p:cBhvr>
                                        <p:cTn id="48" dur="1" fill="hold">
                                          <p:stCondLst>
                                            <p:cond delay="0"/>
                                          </p:stCondLst>
                                        </p:cTn>
                                        <p:tgtEl>
                                          <p:spTgt spid="308227">
                                            <p:txEl>
                                              <p:pRg st="6" end="6"/>
                                            </p:txEl>
                                          </p:spTgt>
                                        </p:tgtEl>
                                        <p:attrNameLst>
                                          <p:attrName>style.visibility</p:attrName>
                                        </p:attrNameLst>
                                      </p:cBhvr>
                                      <p:to>
                                        <p:strVal val="visible"/>
                                      </p:to>
                                    </p:set>
                                    <p:anim calcmode="lin" valueType="num">
                                      <p:cBhvr>
                                        <p:cTn id="49" dur="500" fill="hold"/>
                                        <p:tgtEl>
                                          <p:spTgt spid="308227">
                                            <p:txEl>
                                              <p:pRg st="6" end="6"/>
                                            </p:txEl>
                                          </p:spTgt>
                                        </p:tgtEl>
                                        <p:attrNameLst>
                                          <p:attrName>ppt_x</p:attrName>
                                        </p:attrNameLst>
                                      </p:cBhvr>
                                      <p:tavLst>
                                        <p:tav tm="0">
                                          <p:val>
                                            <p:strVal val="#ppt_x"/>
                                          </p:val>
                                        </p:tav>
                                        <p:tav tm="50000">
                                          <p:val>
                                            <p:strVal val="#ppt_x+.1"/>
                                          </p:val>
                                        </p:tav>
                                        <p:tav tm="100000">
                                          <p:val>
                                            <p:strVal val="#ppt_x"/>
                                          </p:val>
                                        </p:tav>
                                      </p:tavLst>
                                    </p:anim>
                                    <p:anim calcmode="lin" valueType="num">
                                      <p:cBhvr>
                                        <p:cTn id="50" dur="500" fill="hold"/>
                                        <p:tgtEl>
                                          <p:spTgt spid="308227">
                                            <p:txEl>
                                              <p:pRg st="6" end="6"/>
                                            </p:txEl>
                                          </p:spTgt>
                                        </p:tgtEl>
                                        <p:attrNameLst>
                                          <p:attrName>ppt_y</p:attrName>
                                        </p:attrNameLst>
                                      </p:cBhvr>
                                      <p:tavLst>
                                        <p:tav tm="0">
                                          <p:val>
                                            <p:strVal val="#ppt_y"/>
                                          </p:val>
                                        </p:tav>
                                        <p:tav tm="100000">
                                          <p:val>
                                            <p:strVal val="#ppt_y"/>
                                          </p:val>
                                        </p:tav>
                                      </p:tavLst>
                                    </p:anim>
                                    <p:anim calcmode="lin" valueType="num">
                                      <p:cBhvr>
                                        <p:cTn id="51" dur="500" fill="hold"/>
                                        <p:tgtEl>
                                          <p:spTgt spid="308227">
                                            <p:txEl>
                                              <p:pRg st="6" end="6"/>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52" dur="500" fill="hold"/>
                                        <p:tgtEl>
                                          <p:spTgt spid="308227">
                                            <p:txEl>
                                              <p:pRg st="6" end="6"/>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53" dur="500" tmFilter="0,0; .5, 1; 1, 1"/>
                                        <p:tgtEl>
                                          <p:spTgt spid="308227">
                                            <p:txEl>
                                              <p:pRg st="6" end="6"/>
                                            </p:txEl>
                                          </p:spTgt>
                                        </p:tgtEl>
                                      </p:cBhvr>
                                    </p:animEffect>
                                  </p:childTnLst>
                                </p:cTn>
                              </p:par>
                              <p:par>
                                <p:cTn id="54" presetID="41" presetClass="entr" presetSubtype="0" fill="hold" nodeType="withEffect">
                                  <p:stCondLst>
                                    <p:cond delay="0"/>
                                  </p:stCondLst>
                                  <p:iterate type="lt">
                                    <p:tmPct val="10000"/>
                                  </p:iterate>
                                  <p:childTnLst>
                                    <p:set>
                                      <p:cBhvr>
                                        <p:cTn id="55" dur="1" fill="hold">
                                          <p:stCondLst>
                                            <p:cond delay="0"/>
                                          </p:stCondLst>
                                        </p:cTn>
                                        <p:tgtEl>
                                          <p:spTgt spid="308227">
                                            <p:txEl>
                                              <p:pRg st="7" end="7"/>
                                            </p:txEl>
                                          </p:spTgt>
                                        </p:tgtEl>
                                        <p:attrNameLst>
                                          <p:attrName>style.visibility</p:attrName>
                                        </p:attrNameLst>
                                      </p:cBhvr>
                                      <p:to>
                                        <p:strVal val="visible"/>
                                      </p:to>
                                    </p:set>
                                    <p:anim calcmode="lin" valueType="num">
                                      <p:cBhvr>
                                        <p:cTn id="56" dur="500" fill="hold"/>
                                        <p:tgtEl>
                                          <p:spTgt spid="308227">
                                            <p:txEl>
                                              <p:pRg st="7" end="7"/>
                                            </p:txEl>
                                          </p:spTgt>
                                        </p:tgtEl>
                                        <p:attrNameLst>
                                          <p:attrName>ppt_x</p:attrName>
                                        </p:attrNameLst>
                                      </p:cBhvr>
                                      <p:tavLst>
                                        <p:tav tm="0">
                                          <p:val>
                                            <p:strVal val="#ppt_x"/>
                                          </p:val>
                                        </p:tav>
                                        <p:tav tm="50000">
                                          <p:val>
                                            <p:strVal val="#ppt_x+.1"/>
                                          </p:val>
                                        </p:tav>
                                        <p:tav tm="100000">
                                          <p:val>
                                            <p:strVal val="#ppt_x"/>
                                          </p:val>
                                        </p:tav>
                                      </p:tavLst>
                                    </p:anim>
                                    <p:anim calcmode="lin" valueType="num">
                                      <p:cBhvr>
                                        <p:cTn id="57" dur="500" fill="hold"/>
                                        <p:tgtEl>
                                          <p:spTgt spid="308227">
                                            <p:txEl>
                                              <p:pRg st="7" end="7"/>
                                            </p:txEl>
                                          </p:spTgt>
                                        </p:tgtEl>
                                        <p:attrNameLst>
                                          <p:attrName>ppt_y</p:attrName>
                                        </p:attrNameLst>
                                      </p:cBhvr>
                                      <p:tavLst>
                                        <p:tav tm="0">
                                          <p:val>
                                            <p:strVal val="#ppt_y"/>
                                          </p:val>
                                        </p:tav>
                                        <p:tav tm="100000">
                                          <p:val>
                                            <p:strVal val="#ppt_y"/>
                                          </p:val>
                                        </p:tav>
                                      </p:tavLst>
                                    </p:anim>
                                    <p:anim calcmode="lin" valueType="num">
                                      <p:cBhvr>
                                        <p:cTn id="58" dur="500" fill="hold"/>
                                        <p:tgtEl>
                                          <p:spTgt spid="308227">
                                            <p:txEl>
                                              <p:pRg st="7" end="7"/>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59" dur="500" fill="hold"/>
                                        <p:tgtEl>
                                          <p:spTgt spid="308227">
                                            <p:txEl>
                                              <p:pRg st="7" end="7"/>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60" dur="500" tmFilter="0,0; .5, 1; 1, 1"/>
                                        <p:tgtEl>
                                          <p:spTgt spid="308227">
                                            <p:txEl>
                                              <p:pRg st="7" end="7"/>
                                            </p:txEl>
                                          </p:spTgt>
                                        </p:tgtEl>
                                      </p:cBhvr>
                                    </p:animEffect>
                                  </p:childTnLst>
                                </p:cTn>
                              </p:par>
                              <p:par>
                                <p:cTn id="61" presetID="41" presetClass="entr" presetSubtype="0" fill="hold" nodeType="withEffect">
                                  <p:stCondLst>
                                    <p:cond delay="0"/>
                                  </p:stCondLst>
                                  <p:iterate type="lt">
                                    <p:tmPct val="10000"/>
                                  </p:iterate>
                                  <p:childTnLst>
                                    <p:set>
                                      <p:cBhvr>
                                        <p:cTn id="62" dur="1" fill="hold">
                                          <p:stCondLst>
                                            <p:cond delay="0"/>
                                          </p:stCondLst>
                                        </p:cTn>
                                        <p:tgtEl>
                                          <p:spTgt spid="308227">
                                            <p:txEl>
                                              <p:pRg st="8" end="8"/>
                                            </p:txEl>
                                          </p:spTgt>
                                        </p:tgtEl>
                                        <p:attrNameLst>
                                          <p:attrName>style.visibility</p:attrName>
                                        </p:attrNameLst>
                                      </p:cBhvr>
                                      <p:to>
                                        <p:strVal val="visible"/>
                                      </p:to>
                                    </p:set>
                                    <p:anim calcmode="lin" valueType="num">
                                      <p:cBhvr>
                                        <p:cTn id="63" dur="500" fill="hold"/>
                                        <p:tgtEl>
                                          <p:spTgt spid="308227">
                                            <p:txEl>
                                              <p:pRg st="8" end="8"/>
                                            </p:txEl>
                                          </p:spTgt>
                                        </p:tgtEl>
                                        <p:attrNameLst>
                                          <p:attrName>ppt_x</p:attrName>
                                        </p:attrNameLst>
                                      </p:cBhvr>
                                      <p:tavLst>
                                        <p:tav tm="0">
                                          <p:val>
                                            <p:strVal val="#ppt_x"/>
                                          </p:val>
                                        </p:tav>
                                        <p:tav tm="50000">
                                          <p:val>
                                            <p:strVal val="#ppt_x+.1"/>
                                          </p:val>
                                        </p:tav>
                                        <p:tav tm="100000">
                                          <p:val>
                                            <p:strVal val="#ppt_x"/>
                                          </p:val>
                                        </p:tav>
                                      </p:tavLst>
                                    </p:anim>
                                    <p:anim calcmode="lin" valueType="num">
                                      <p:cBhvr>
                                        <p:cTn id="64" dur="500" fill="hold"/>
                                        <p:tgtEl>
                                          <p:spTgt spid="308227">
                                            <p:txEl>
                                              <p:pRg st="8" end="8"/>
                                            </p:txEl>
                                          </p:spTgt>
                                        </p:tgtEl>
                                        <p:attrNameLst>
                                          <p:attrName>ppt_y</p:attrName>
                                        </p:attrNameLst>
                                      </p:cBhvr>
                                      <p:tavLst>
                                        <p:tav tm="0">
                                          <p:val>
                                            <p:strVal val="#ppt_y"/>
                                          </p:val>
                                        </p:tav>
                                        <p:tav tm="100000">
                                          <p:val>
                                            <p:strVal val="#ppt_y"/>
                                          </p:val>
                                        </p:tav>
                                      </p:tavLst>
                                    </p:anim>
                                    <p:anim calcmode="lin" valueType="num">
                                      <p:cBhvr>
                                        <p:cTn id="65" dur="500" fill="hold"/>
                                        <p:tgtEl>
                                          <p:spTgt spid="308227">
                                            <p:txEl>
                                              <p:pRg st="8" end="8"/>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66" dur="500" fill="hold"/>
                                        <p:tgtEl>
                                          <p:spTgt spid="308227">
                                            <p:txEl>
                                              <p:pRg st="8" end="8"/>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67" dur="500" tmFilter="0,0; .5, 1; 1, 1"/>
                                        <p:tgtEl>
                                          <p:spTgt spid="30822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5">
            <a:extLst>
              <a:ext uri="{FF2B5EF4-FFF2-40B4-BE49-F238E27FC236}">
                <a16:creationId xmlns:a16="http://schemas.microsoft.com/office/drawing/2014/main" id="{E1169B7E-E96B-B741-35B5-E460026BCAB9}"/>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F3217FA7-B798-49BD-A7F6-195B24302DD2}" type="slidenum">
              <a:rPr lang="en-US" altLang="vi-VN" sz="1000">
                <a:latin typeface="Verdana" panose="020B0604030504040204" pitchFamily="34" charset="0"/>
              </a:rPr>
              <a:pPr algn="r" eaLnBrk="1" hangingPunct="1">
                <a:spcBef>
                  <a:spcPct val="0"/>
                </a:spcBef>
                <a:buFontTx/>
                <a:buNone/>
              </a:pPr>
              <a:t>37</a:t>
            </a:fld>
            <a:endParaRPr lang="en-US" altLang="vi-VN" sz="1000">
              <a:latin typeface="Verdana" panose="020B0604030504040204" pitchFamily="34" charset="0"/>
            </a:endParaRPr>
          </a:p>
        </p:txBody>
      </p:sp>
      <p:sp>
        <p:nvSpPr>
          <p:cNvPr id="53251" name="Rectangle 2">
            <a:extLst>
              <a:ext uri="{FF2B5EF4-FFF2-40B4-BE49-F238E27FC236}">
                <a16:creationId xmlns:a16="http://schemas.microsoft.com/office/drawing/2014/main" id="{5BE7351E-6CC3-EF66-CF00-8A8C323A1440}"/>
              </a:ext>
            </a:extLst>
          </p:cNvPr>
          <p:cNvSpPr>
            <a:spLocks noGrp="1" noChangeArrowheads="1"/>
          </p:cNvSpPr>
          <p:nvPr>
            <p:ph type="title" idx="4294967295"/>
          </p:nvPr>
        </p:nvSpPr>
        <p:spPr>
          <a:xfrm>
            <a:off x="1574800" y="433388"/>
            <a:ext cx="6667500" cy="284162"/>
          </a:xfrm>
        </p:spPr>
        <p:txBody>
          <a:bodyPr anchor="b"/>
          <a:lstStyle/>
          <a:p>
            <a:pPr eaLnBrk="1" hangingPunct="1"/>
            <a:r>
              <a:rPr lang="en-US" altLang="vi-VN" sz="2800" b="1">
                <a:solidFill>
                  <a:srgbClr val="FF0000"/>
                </a:solidFill>
                <a:latin typeface="Times New Roman" panose="02020603050405020304" pitchFamily="18" charset="0"/>
              </a:rPr>
              <a:t>II. THAO TÁC TRÊN CỘT VÀ HÀNG</a:t>
            </a:r>
          </a:p>
        </p:txBody>
      </p:sp>
      <p:sp>
        <p:nvSpPr>
          <p:cNvPr id="309251" name="Rectangle 3">
            <a:extLst>
              <a:ext uri="{FF2B5EF4-FFF2-40B4-BE49-F238E27FC236}">
                <a16:creationId xmlns:a16="http://schemas.microsoft.com/office/drawing/2014/main" id="{555F1E7B-002D-6F64-D393-D8EF941D431D}"/>
              </a:ext>
            </a:extLst>
          </p:cNvPr>
          <p:cNvSpPr>
            <a:spLocks noGrp="1" noChangeArrowheads="1"/>
          </p:cNvSpPr>
          <p:nvPr>
            <p:ph type="body" idx="4294967295"/>
          </p:nvPr>
        </p:nvSpPr>
        <p:spPr>
          <a:xfrm>
            <a:off x="304800" y="1219200"/>
            <a:ext cx="8839200" cy="5257800"/>
          </a:xfrm>
        </p:spPr>
        <p:txBody>
          <a:bodyPr/>
          <a:lstStyle/>
          <a:p>
            <a:pPr eaLnBrk="1" hangingPunct="1">
              <a:buFont typeface="Wingdings" panose="05000000000000000000" pitchFamily="2" charset="2"/>
              <a:buNone/>
            </a:pPr>
            <a:r>
              <a:rPr lang="en-US" altLang="vi-VN" sz="2800" b="1">
                <a:solidFill>
                  <a:srgbClr val="FF0000"/>
                </a:solidFill>
                <a:latin typeface="Times New Roman" panose="02020603050405020304" pitchFamily="18" charset="0"/>
              </a:rPr>
              <a:t>2. Xóa hàng, cột</a:t>
            </a:r>
            <a:r>
              <a:rPr lang="en-US" altLang="vi-VN" sz="2800">
                <a:latin typeface="Times New Roman" panose="02020603050405020304" pitchFamily="18" charset="0"/>
              </a:rPr>
              <a:t> </a:t>
            </a:r>
          </a:p>
          <a:p>
            <a:pPr eaLnBrk="1" hangingPunct="1">
              <a:buFont typeface="Wingdings" panose="05000000000000000000" pitchFamily="2" charset="2"/>
              <a:buNone/>
            </a:pPr>
            <a:r>
              <a:rPr lang="en-US" altLang="vi-VN" sz="2800">
                <a:solidFill>
                  <a:srgbClr val="0000FF"/>
                </a:solidFill>
                <a:latin typeface="Times New Roman" panose="02020603050405020304" pitchFamily="18" charset="0"/>
              </a:rPr>
              <a:t>Chọn các hàng, cột cần xóa:</a:t>
            </a:r>
          </a:p>
          <a:p>
            <a:pPr eaLnBrk="1" hangingPunct="1">
              <a:buFont typeface="Wingdings" panose="05000000000000000000" pitchFamily="2" charset="2"/>
              <a:buChar char="Ø"/>
            </a:pPr>
            <a:r>
              <a:rPr lang="en-US" altLang="vi-VN" sz="2800">
                <a:latin typeface="Times New Roman" panose="02020603050405020304" pitchFamily="18" charset="0"/>
              </a:rPr>
              <a:t>Vào menu Edit \ </a:t>
            </a:r>
            <a:r>
              <a:rPr lang="en-US" altLang="vi-VN" sz="2800" b="1">
                <a:latin typeface="Times New Roman" panose="02020603050405020304" pitchFamily="18" charset="0"/>
              </a:rPr>
              <a:t>Delete</a:t>
            </a:r>
            <a:endParaRPr lang="en-US" altLang="vi-VN" sz="2800">
              <a:latin typeface="Times New Roman" panose="02020603050405020304" pitchFamily="18" charset="0"/>
            </a:endParaRPr>
          </a:p>
          <a:p>
            <a:pPr eaLnBrk="1" hangingPunct="1">
              <a:buFont typeface="Wingdings" panose="05000000000000000000" pitchFamily="2" charset="2"/>
              <a:buChar char="Ø"/>
            </a:pPr>
            <a:r>
              <a:rPr lang="en-US" altLang="vi-VN" sz="2800">
                <a:latin typeface="Times New Roman" panose="02020603050405020304" pitchFamily="18" charset="0"/>
              </a:rPr>
              <a:t>Hoặc </a:t>
            </a:r>
            <a:r>
              <a:rPr lang="en-US" altLang="vi-VN" sz="2800" b="1">
                <a:latin typeface="Times New Roman" panose="02020603050405020304" pitchFamily="18" charset="0"/>
              </a:rPr>
              <a:t>R_Click</a:t>
            </a:r>
            <a:r>
              <a:rPr lang="en-US" altLang="vi-VN" sz="2800">
                <a:latin typeface="Times New Roman" panose="02020603050405020304" pitchFamily="18" charset="0"/>
              </a:rPr>
              <a:t> chọn </a:t>
            </a:r>
            <a:r>
              <a:rPr lang="en-US" altLang="vi-VN" sz="2800" b="1">
                <a:latin typeface="Times New Roman" panose="02020603050405020304" pitchFamily="18" charset="0"/>
              </a:rPr>
              <a:t>Delete</a:t>
            </a:r>
            <a:endParaRPr lang="en-US" altLang="vi-VN" sz="2800">
              <a:latin typeface="Times New Roman" panose="02020603050405020304" pitchFamily="18" charset="0"/>
            </a:endParaRPr>
          </a:p>
          <a:p>
            <a:pPr eaLnBrk="1" hangingPunct="1">
              <a:buFont typeface="Wingdings" panose="05000000000000000000" pitchFamily="2" charset="2"/>
              <a:buNone/>
            </a:pPr>
            <a:r>
              <a:rPr lang="en-US" altLang="vi-VN" sz="2800" b="1">
                <a:solidFill>
                  <a:srgbClr val="FF0000"/>
                </a:solidFill>
                <a:latin typeface="Times New Roman" panose="02020603050405020304" pitchFamily="18" charset="0"/>
              </a:rPr>
              <a:t>3. Thay đổi độ rộng của cột và chiều cao của hàng</a:t>
            </a:r>
          </a:p>
          <a:p>
            <a:pPr eaLnBrk="1" hangingPunct="1">
              <a:buFont typeface="Wingdings" panose="05000000000000000000" pitchFamily="2" charset="2"/>
              <a:buNone/>
            </a:pPr>
            <a:r>
              <a:rPr lang="en-US" altLang="vi-VN" sz="2800" b="1">
                <a:solidFill>
                  <a:srgbClr val="0000FF"/>
                </a:solidFill>
                <a:latin typeface="Times New Roman" panose="02020603050405020304" pitchFamily="18" charset="0"/>
              </a:rPr>
              <a:t>Cách 1:</a:t>
            </a:r>
          </a:p>
          <a:p>
            <a:pPr eaLnBrk="1" hangingPunct="1">
              <a:buFont typeface="Wingdings" panose="05000000000000000000" pitchFamily="2" charset="2"/>
              <a:buChar char="Ø"/>
            </a:pPr>
            <a:endParaRPr lang="en-US" altLang="vi-VN" sz="2800" b="1">
              <a:solidFill>
                <a:srgbClr val="0000FF"/>
              </a:solidFill>
            </a:endParaRPr>
          </a:p>
          <a:p>
            <a:pPr eaLnBrk="1" hangingPunct="1">
              <a:buFont typeface="Wingdings" panose="05000000000000000000" pitchFamily="2" charset="2"/>
              <a:buChar char="Ø"/>
            </a:pPr>
            <a:endParaRPr lang="en-US" altLang="vi-VN" sz="2800"/>
          </a:p>
          <a:p>
            <a:pPr eaLnBrk="1" hangingPunct="1">
              <a:buFont typeface="Wingdings" panose="05000000000000000000" pitchFamily="2" charset="2"/>
              <a:buChar char="Ø"/>
            </a:pPr>
            <a:endParaRPr lang="en-US" altLang="vi-VN"/>
          </a:p>
        </p:txBody>
      </p:sp>
      <p:pic>
        <p:nvPicPr>
          <p:cNvPr id="309252" name="Picture 4">
            <a:extLst>
              <a:ext uri="{FF2B5EF4-FFF2-40B4-BE49-F238E27FC236}">
                <a16:creationId xmlns:a16="http://schemas.microsoft.com/office/drawing/2014/main" id="{C4076FFD-7E39-325A-0BED-44CD6FC032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4038600"/>
            <a:ext cx="7010400"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309251">
                                            <p:txEl>
                                              <p:pRg st="0" end="0"/>
                                            </p:txEl>
                                          </p:spTgt>
                                        </p:tgtEl>
                                        <p:attrNameLst>
                                          <p:attrName>style.visibility</p:attrName>
                                        </p:attrNameLst>
                                      </p:cBhvr>
                                      <p:to>
                                        <p:strVal val="visible"/>
                                      </p:to>
                                    </p:set>
                                    <p:anim calcmode="lin" valueType="num">
                                      <p:cBhvr>
                                        <p:cTn id="7" dur="500" fill="hold"/>
                                        <p:tgtEl>
                                          <p:spTgt spid="309251">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09251">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309251">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09251">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09251">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1" presetClass="entr" presetSubtype="4" fill="hold" nodeType="clickEffect">
                                  <p:stCondLst>
                                    <p:cond delay="0"/>
                                  </p:stCondLst>
                                  <p:childTnLst>
                                    <p:set>
                                      <p:cBhvr>
                                        <p:cTn id="15" dur="1" fill="hold">
                                          <p:stCondLst>
                                            <p:cond delay="0"/>
                                          </p:stCondLst>
                                        </p:cTn>
                                        <p:tgtEl>
                                          <p:spTgt spid="309251">
                                            <p:txEl>
                                              <p:pRg st="1" end="1"/>
                                            </p:txEl>
                                          </p:spTgt>
                                        </p:tgtEl>
                                        <p:attrNameLst>
                                          <p:attrName>style.visibility</p:attrName>
                                        </p:attrNameLst>
                                      </p:cBhvr>
                                      <p:to>
                                        <p:strVal val="visible"/>
                                      </p:to>
                                    </p:set>
                                    <p:animEffect transition="in" filter="wheel(4)">
                                      <p:cBhvr>
                                        <p:cTn id="16" dur="2000"/>
                                        <p:tgtEl>
                                          <p:spTgt spid="309251">
                                            <p:txEl>
                                              <p:pRg st="1" end="1"/>
                                            </p:txEl>
                                          </p:spTgt>
                                        </p:tgtEl>
                                      </p:cBhvr>
                                    </p:animEffect>
                                  </p:childTnLst>
                                </p:cTn>
                              </p:par>
                              <p:par>
                                <p:cTn id="17" presetID="21" presetClass="entr" presetSubtype="4" fill="hold" nodeType="withEffect">
                                  <p:stCondLst>
                                    <p:cond delay="0"/>
                                  </p:stCondLst>
                                  <p:childTnLst>
                                    <p:set>
                                      <p:cBhvr>
                                        <p:cTn id="18" dur="1" fill="hold">
                                          <p:stCondLst>
                                            <p:cond delay="0"/>
                                          </p:stCondLst>
                                        </p:cTn>
                                        <p:tgtEl>
                                          <p:spTgt spid="309251">
                                            <p:txEl>
                                              <p:pRg st="2" end="2"/>
                                            </p:txEl>
                                          </p:spTgt>
                                        </p:tgtEl>
                                        <p:attrNameLst>
                                          <p:attrName>style.visibility</p:attrName>
                                        </p:attrNameLst>
                                      </p:cBhvr>
                                      <p:to>
                                        <p:strVal val="visible"/>
                                      </p:to>
                                    </p:set>
                                    <p:animEffect transition="in" filter="wheel(4)">
                                      <p:cBhvr>
                                        <p:cTn id="19" dur="2000"/>
                                        <p:tgtEl>
                                          <p:spTgt spid="309251">
                                            <p:txEl>
                                              <p:pRg st="2" end="2"/>
                                            </p:txEl>
                                          </p:spTgt>
                                        </p:tgtEl>
                                      </p:cBhvr>
                                    </p:animEffect>
                                  </p:childTnLst>
                                </p:cTn>
                              </p:par>
                              <p:par>
                                <p:cTn id="20" presetID="21" presetClass="entr" presetSubtype="4" fill="hold" nodeType="withEffect">
                                  <p:stCondLst>
                                    <p:cond delay="0"/>
                                  </p:stCondLst>
                                  <p:childTnLst>
                                    <p:set>
                                      <p:cBhvr>
                                        <p:cTn id="21" dur="1" fill="hold">
                                          <p:stCondLst>
                                            <p:cond delay="0"/>
                                          </p:stCondLst>
                                        </p:cTn>
                                        <p:tgtEl>
                                          <p:spTgt spid="309251">
                                            <p:txEl>
                                              <p:pRg st="3" end="3"/>
                                            </p:txEl>
                                          </p:spTgt>
                                        </p:tgtEl>
                                        <p:attrNameLst>
                                          <p:attrName>style.visibility</p:attrName>
                                        </p:attrNameLst>
                                      </p:cBhvr>
                                      <p:to>
                                        <p:strVal val="visible"/>
                                      </p:to>
                                    </p:set>
                                    <p:animEffect transition="in" filter="wheel(4)">
                                      <p:cBhvr>
                                        <p:cTn id="22" dur="2000"/>
                                        <p:tgtEl>
                                          <p:spTgt spid="30925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1" presetClass="entr" presetSubtype="0" fill="hold" nodeType="clickEffect">
                                  <p:stCondLst>
                                    <p:cond delay="0"/>
                                  </p:stCondLst>
                                  <p:iterate type="lt">
                                    <p:tmPct val="10000"/>
                                  </p:iterate>
                                  <p:childTnLst>
                                    <p:set>
                                      <p:cBhvr>
                                        <p:cTn id="26" dur="1" fill="hold">
                                          <p:stCondLst>
                                            <p:cond delay="0"/>
                                          </p:stCondLst>
                                        </p:cTn>
                                        <p:tgtEl>
                                          <p:spTgt spid="309251">
                                            <p:txEl>
                                              <p:pRg st="4" end="4"/>
                                            </p:txEl>
                                          </p:spTgt>
                                        </p:tgtEl>
                                        <p:attrNameLst>
                                          <p:attrName>style.visibility</p:attrName>
                                        </p:attrNameLst>
                                      </p:cBhvr>
                                      <p:to>
                                        <p:strVal val="visible"/>
                                      </p:to>
                                    </p:set>
                                    <p:anim calcmode="lin" valueType="num">
                                      <p:cBhvr>
                                        <p:cTn id="27" dur="500" fill="hold"/>
                                        <p:tgtEl>
                                          <p:spTgt spid="309251">
                                            <p:txEl>
                                              <p:pRg st="4" end="4"/>
                                            </p:txEl>
                                          </p:spTgt>
                                        </p:tgtEl>
                                        <p:attrNameLst>
                                          <p:attrName>ppt_x</p:attrName>
                                        </p:attrNameLst>
                                      </p:cBhvr>
                                      <p:tavLst>
                                        <p:tav tm="0">
                                          <p:val>
                                            <p:strVal val="#ppt_x"/>
                                          </p:val>
                                        </p:tav>
                                        <p:tav tm="50000">
                                          <p:val>
                                            <p:strVal val="#ppt_x+.1"/>
                                          </p:val>
                                        </p:tav>
                                        <p:tav tm="100000">
                                          <p:val>
                                            <p:strVal val="#ppt_x"/>
                                          </p:val>
                                        </p:tav>
                                      </p:tavLst>
                                    </p:anim>
                                    <p:anim calcmode="lin" valueType="num">
                                      <p:cBhvr>
                                        <p:cTn id="28" dur="500" fill="hold"/>
                                        <p:tgtEl>
                                          <p:spTgt spid="309251">
                                            <p:txEl>
                                              <p:pRg st="4" end="4"/>
                                            </p:txEl>
                                          </p:spTgt>
                                        </p:tgtEl>
                                        <p:attrNameLst>
                                          <p:attrName>ppt_y</p:attrName>
                                        </p:attrNameLst>
                                      </p:cBhvr>
                                      <p:tavLst>
                                        <p:tav tm="0">
                                          <p:val>
                                            <p:strVal val="#ppt_y"/>
                                          </p:val>
                                        </p:tav>
                                        <p:tav tm="100000">
                                          <p:val>
                                            <p:strVal val="#ppt_y"/>
                                          </p:val>
                                        </p:tav>
                                      </p:tavLst>
                                    </p:anim>
                                    <p:anim calcmode="lin" valueType="num">
                                      <p:cBhvr>
                                        <p:cTn id="29" dur="500" fill="hold"/>
                                        <p:tgtEl>
                                          <p:spTgt spid="309251">
                                            <p:txEl>
                                              <p:pRg st="4" end="4"/>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0" dur="500" fill="hold"/>
                                        <p:tgtEl>
                                          <p:spTgt spid="309251">
                                            <p:txEl>
                                              <p:pRg st="4" end="4"/>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1" dur="500" tmFilter="0,0; .5, 1; 1, 1"/>
                                        <p:tgtEl>
                                          <p:spTgt spid="309251">
                                            <p:txEl>
                                              <p:pRg st="4" end="4"/>
                                            </p:txEl>
                                          </p:spTgt>
                                        </p:tgtEl>
                                      </p:cBhvr>
                                    </p:animEffect>
                                  </p:childTnLst>
                                </p:cTn>
                              </p:par>
                              <p:par>
                                <p:cTn id="32" presetID="41" presetClass="entr" presetSubtype="0" fill="hold" nodeType="withEffect">
                                  <p:stCondLst>
                                    <p:cond delay="0"/>
                                  </p:stCondLst>
                                  <p:iterate type="lt">
                                    <p:tmPct val="10000"/>
                                  </p:iterate>
                                  <p:childTnLst>
                                    <p:set>
                                      <p:cBhvr>
                                        <p:cTn id="33" dur="1" fill="hold">
                                          <p:stCondLst>
                                            <p:cond delay="0"/>
                                          </p:stCondLst>
                                        </p:cTn>
                                        <p:tgtEl>
                                          <p:spTgt spid="309251">
                                            <p:txEl>
                                              <p:pRg st="5" end="5"/>
                                            </p:txEl>
                                          </p:spTgt>
                                        </p:tgtEl>
                                        <p:attrNameLst>
                                          <p:attrName>style.visibility</p:attrName>
                                        </p:attrNameLst>
                                      </p:cBhvr>
                                      <p:to>
                                        <p:strVal val="visible"/>
                                      </p:to>
                                    </p:set>
                                    <p:anim calcmode="lin" valueType="num">
                                      <p:cBhvr>
                                        <p:cTn id="34" dur="500" fill="hold"/>
                                        <p:tgtEl>
                                          <p:spTgt spid="309251">
                                            <p:txEl>
                                              <p:pRg st="5" end="5"/>
                                            </p:txEl>
                                          </p:spTgt>
                                        </p:tgtEl>
                                        <p:attrNameLst>
                                          <p:attrName>ppt_x</p:attrName>
                                        </p:attrNameLst>
                                      </p:cBhvr>
                                      <p:tavLst>
                                        <p:tav tm="0">
                                          <p:val>
                                            <p:strVal val="#ppt_x"/>
                                          </p:val>
                                        </p:tav>
                                        <p:tav tm="50000">
                                          <p:val>
                                            <p:strVal val="#ppt_x+.1"/>
                                          </p:val>
                                        </p:tav>
                                        <p:tav tm="100000">
                                          <p:val>
                                            <p:strVal val="#ppt_x"/>
                                          </p:val>
                                        </p:tav>
                                      </p:tavLst>
                                    </p:anim>
                                    <p:anim calcmode="lin" valueType="num">
                                      <p:cBhvr>
                                        <p:cTn id="35" dur="500" fill="hold"/>
                                        <p:tgtEl>
                                          <p:spTgt spid="309251">
                                            <p:txEl>
                                              <p:pRg st="5" end="5"/>
                                            </p:txEl>
                                          </p:spTgt>
                                        </p:tgtEl>
                                        <p:attrNameLst>
                                          <p:attrName>ppt_y</p:attrName>
                                        </p:attrNameLst>
                                      </p:cBhvr>
                                      <p:tavLst>
                                        <p:tav tm="0">
                                          <p:val>
                                            <p:strVal val="#ppt_y"/>
                                          </p:val>
                                        </p:tav>
                                        <p:tav tm="100000">
                                          <p:val>
                                            <p:strVal val="#ppt_y"/>
                                          </p:val>
                                        </p:tav>
                                      </p:tavLst>
                                    </p:anim>
                                    <p:anim calcmode="lin" valueType="num">
                                      <p:cBhvr>
                                        <p:cTn id="36" dur="500" fill="hold"/>
                                        <p:tgtEl>
                                          <p:spTgt spid="309251">
                                            <p:txEl>
                                              <p:pRg st="5" end="5"/>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7" dur="500" fill="hold"/>
                                        <p:tgtEl>
                                          <p:spTgt spid="309251">
                                            <p:txEl>
                                              <p:pRg st="5" end="5"/>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8" dur="500" tmFilter="0,0; .5, 1; 1, 1"/>
                                        <p:tgtEl>
                                          <p:spTgt spid="309251">
                                            <p:txEl>
                                              <p:pRg st="5" end="5"/>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1" presetClass="entr" presetSubtype="4" fill="hold" nodeType="clickEffect">
                                  <p:stCondLst>
                                    <p:cond delay="0"/>
                                  </p:stCondLst>
                                  <p:childTnLst>
                                    <p:set>
                                      <p:cBhvr>
                                        <p:cTn id="42" dur="1" fill="hold">
                                          <p:stCondLst>
                                            <p:cond delay="0"/>
                                          </p:stCondLst>
                                        </p:cTn>
                                        <p:tgtEl>
                                          <p:spTgt spid="309252"/>
                                        </p:tgtEl>
                                        <p:attrNameLst>
                                          <p:attrName>style.visibility</p:attrName>
                                        </p:attrNameLst>
                                      </p:cBhvr>
                                      <p:to>
                                        <p:strVal val="visible"/>
                                      </p:to>
                                    </p:set>
                                    <p:animEffect transition="in" filter="wheel(4)">
                                      <p:cBhvr>
                                        <p:cTn id="43" dur="2000"/>
                                        <p:tgtEl>
                                          <p:spTgt spid="309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5">
            <a:extLst>
              <a:ext uri="{FF2B5EF4-FFF2-40B4-BE49-F238E27FC236}">
                <a16:creationId xmlns:a16="http://schemas.microsoft.com/office/drawing/2014/main" id="{A14F749E-6027-BE88-C808-C1A9C4D2396C}"/>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0A7BE593-CCFC-4EB3-9D4C-4821AF3B5F50}" type="slidenum">
              <a:rPr lang="en-US" altLang="vi-VN" sz="1000">
                <a:latin typeface="Verdana" panose="020B0604030504040204" pitchFamily="34" charset="0"/>
              </a:rPr>
              <a:pPr algn="r" eaLnBrk="1" hangingPunct="1">
                <a:spcBef>
                  <a:spcPct val="0"/>
                </a:spcBef>
                <a:buFontTx/>
                <a:buNone/>
              </a:pPr>
              <a:t>38</a:t>
            </a:fld>
            <a:endParaRPr lang="en-US" altLang="vi-VN" sz="1000">
              <a:latin typeface="Verdana" panose="020B0604030504040204" pitchFamily="34" charset="0"/>
            </a:endParaRPr>
          </a:p>
        </p:txBody>
      </p:sp>
      <p:sp>
        <p:nvSpPr>
          <p:cNvPr id="54275" name="Rectangle 2">
            <a:extLst>
              <a:ext uri="{FF2B5EF4-FFF2-40B4-BE49-F238E27FC236}">
                <a16:creationId xmlns:a16="http://schemas.microsoft.com/office/drawing/2014/main" id="{47B24FE5-AC0A-276B-3DB4-272949591D93}"/>
              </a:ext>
            </a:extLst>
          </p:cNvPr>
          <p:cNvSpPr>
            <a:spLocks noGrp="1" noChangeArrowheads="1"/>
          </p:cNvSpPr>
          <p:nvPr>
            <p:ph type="title" idx="4294967295"/>
          </p:nvPr>
        </p:nvSpPr>
        <p:spPr>
          <a:xfrm>
            <a:off x="381000" y="304800"/>
            <a:ext cx="8458200" cy="455613"/>
          </a:xfrm>
        </p:spPr>
        <p:txBody>
          <a:bodyPr anchor="b"/>
          <a:lstStyle/>
          <a:p>
            <a:pPr eaLnBrk="1" hangingPunct="1"/>
            <a:r>
              <a:rPr lang="en-US" altLang="vi-VN" sz="2400" b="1">
                <a:solidFill>
                  <a:srgbClr val="FF0000"/>
                </a:solidFill>
                <a:latin typeface="Times New Roman" panose="02020603050405020304" pitchFamily="18" charset="0"/>
              </a:rPr>
              <a:t>II. THAO TÁC TRÊN CỘT VÀ HÀNG </a:t>
            </a:r>
            <a:r>
              <a:rPr lang="en-US" altLang="vi-VN" sz="2400" b="1">
                <a:solidFill>
                  <a:srgbClr val="FF0000"/>
                </a:solidFill>
                <a:latin typeface="Times New Roman" panose="02020603050405020304" pitchFamily="18" charset="0"/>
                <a:sym typeface="Wingdings" panose="05000000000000000000" pitchFamily="2" charset="2"/>
              </a:rPr>
              <a:t>: (TT</a:t>
            </a:r>
            <a:r>
              <a:rPr lang="en-US" altLang="vi-VN" sz="2400" b="1">
                <a:solidFill>
                  <a:srgbClr val="FF0000"/>
                </a:solidFill>
                <a:sym typeface="Wingdings" panose="05000000000000000000" pitchFamily="2" charset="2"/>
              </a:rPr>
              <a:t>)</a:t>
            </a:r>
            <a:endParaRPr lang="en-US" altLang="vi-VN" sz="2400" b="1">
              <a:solidFill>
                <a:srgbClr val="FF0000"/>
              </a:solidFill>
            </a:endParaRPr>
          </a:p>
        </p:txBody>
      </p:sp>
      <p:sp>
        <p:nvSpPr>
          <p:cNvPr id="310275" name="Rectangle 3">
            <a:extLst>
              <a:ext uri="{FF2B5EF4-FFF2-40B4-BE49-F238E27FC236}">
                <a16:creationId xmlns:a16="http://schemas.microsoft.com/office/drawing/2014/main" id="{6223ADC4-65D9-0431-FDEB-DD1F524DD38E}"/>
              </a:ext>
            </a:extLst>
          </p:cNvPr>
          <p:cNvSpPr>
            <a:spLocks noGrp="1" noChangeArrowheads="1"/>
          </p:cNvSpPr>
          <p:nvPr>
            <p:ph type="body" idx="4294967295"/>
          </p:nvPr>
        </p:nvSpPr>
        <p:spPr>
          <a:xfrm>
            <a:off x="304800" y="1066800"/>
            <a:ext cx="8686800" cy="5257800"/>
          </a:xfrm>
        </p:spPr>
        <p:txBody>
          <a:bodyPr/>
          <a:lstStyle/>
          <a:p>
            <a:pPr eaLnBrk="1" hangingPunct="1">
              <a:buFont typeface="Wingdings" panose="05000000000000000000" pitchFamily="2" charset="2"/>
              <a:buNone/>
            </a:pPr>
            <a:r>
              <a:rPr lang="en-US" altLang="vi-VN" sz="2800" b="1">
                <a:solidFill>
                  <a:srgbClr val="0000FF"/>
                </a:solidFill>
                <a:latin typeface="Times New Roman" panose="02020603050405020304" pitchFamily="18" charset="0"/>
              </a:rPr>
              <a:t>Cách 2 </a:t>
            </a:r>
          </a:p>
          <a:p>
            <a:pPr eaLnBrk="1" hangingPunct="1">
              <a:buFont typeface="Wingdings" panose="05000000000000000000" pitchFamily="2" charset="2"/>
              <a:buChar char="Ø"/>
            </a:pPr>
            <a:r>
              <a:rPr lang="en-US" altLang="vi-VN" sz="2800">
                <a:latin typeface="Times New Roman" panose="02020603050405020304" pitchFamily="18" charset="0"/>
              </a:rPr>
              <a:t>Vào menu </a:t>
            </a:r>
            <a:r>
              <a:rPr lang="en-US" altLang="vi-VN" sz="2800" b="1">
                <a:latin typeface="Times New Roman" panose="02020603050405020304" pitchFamily="18" charset="0"/>
              </a:rPr>
              <a:t>Format \ Row</a:t>
            </a:r>
            <a:r>
              <a:rPr lang="en-US" altLang="vi-VN" sz="2800">
                <a:latin typeface="Times New Roman" panose="02020603050405020304" pitchFamily="18" charset="0"/>
              </a:rPr>
              <a:t> (hoặc </a:t>
            </a:r>
            <a:r>
              <a:rPr lang="en-US" altLang="vi-VN" sz="2800" b="1">
                <a:latin typeface="Times New Roman" panose="02020603050405020304" pitchFamily="18" charset="0"/>
              </a:rPr>
              <a:t>Column)</a:t>
            </a:r>
          </a:p>
          <a:p>
            <a:pPr eaLnBrk="1" hangingPunct="1">
              <a:buFont typeface="Wingdings" panose="05000000000000000000" pitchFamily="2" charset="2"/>
              <a:buChar char="Ø"/>
            </a:pPr>
            <a:r>
              <a:rPr lang="en-US" altLang="vi-VN" sz="2800">
                <a:latin typeface="Times New Roman" panose="02020603050405020304" pitchFamily="18" charset="0"/>
              </a:rPr>
              <a:t>Chọn </a:t>
            </a:r>
            <a:r>
              <a:rPr lang="en-US" altLang="vi-VN" sz="2800" b="1">
                <a:latin typeface="Times New Roman" panose="02020603050405020304" pitchFamily="18" charset="0"/>
              </a:rPr>
              <a:t>Height</a:t>
            </a:r>
            <a:r>
              <a:rPr lang="en-US" altLang="vi-VN" sz="2800">
                <a:latin typeface="Times New Roman" panose="02020603050405020304" pitchFamily="18" charset="0"/>
              </a:rPr>
              <a:t> để thay đổi chiều cao của hàng (hoặc chọn </a:t>
            </a:r>
            <a:r>
              <a:rPr lang="en-US" altLang="vi-VN" sz="2800" b="1">
                <a:latin typeface="Times New Roman" panose="02020603050405020304" pitchFamily="18" charset="0"/>
              </a:rPr>
              <a:t>Width</a:t>
            </a:r>
            <a:r>
              <a:rPr lang="en-US" altLang="vi-VN" sz="2800">
                <a:latin typeface="Times New Roman" panose="02020603050405020304" pitchFamily="18" charset="0"/>
              </a:rPr>
              <a:t> để thay đổi độ rộng của cột).</a:t>
            </a:r>
          </a:p>
          <a:p>
            <a:pPr eaLnBrk="1" hangingPunct="1">
              <a:buFont typeface="Wingdings" panose="05000000000000000000" pitchFamily="2" charset="2"/>
              <a:buChar char="Ø"/>
            </a:pPr>
            <a:r>
              <a:rPr lang="en-US" altLang="vi-VN" sz="2800">
                <a:latin typeface="Times New Roman" panose="02020603050405020304" pitchFamily="18" charset="0"/>
              </a:rPr>
              <a:t>Chọn </a:t>
            </a:r>
            <a:r>
              <a:rPr lang="en-US" altLang="vi-VN" sz="2800" b="1">
                <a:latin typeface="Times New Roman" panose="02020603050405020304" pitchFamily="18" charset="0"/>
              </a:rPr>
              <a:t>AutoFit</a:t>
            </a:r>
            <a:r>
              <a:rPr lang="en-US" altLang="vi-VN" sz="2800">
                <a:latin typeface="Times New Roman" panose="02020603050405020304" pitchFamily="18" charset="0"/>
              </a:rPr>
              <a:t> để tự động điều chỉnh kích thước cho vừa với dữ liệu.</a:t>
            </a:r>
          </a:p>
          <a:p>
            <a:pPr eaLnBrk="1" hangingPunct="1"/>
            <a:endParaRPr lang="en-US" altLang="vi-VN" sz="2800">
              <a:latin typeface="Times New Roman" panose="02020603050405020304" pitchFamily="18" charset="0"/>
            </a:endParaRPr>
          </a:p>
        </p:txBody>
      </p:sp>
      <p:grpSp>
        <p:nvGrpSpPr>
          <p:cNvPr id="310276" name="Group 4">
            <a:extLst>
              <a:ext uri="{FF2B5EF4-FFF2-40B4-BE49-F238E27FC236}">
                <a16:creationId xmlns:a16="http://schemas.microsoft.com/office/drawing/2014/main" id="{3550BDAC-D169-36D1-9837-900BF0AF1F83}"/>
              </a:ext>
            </a:extLst>
          </p:cNvPr>
          <p:cNvGrpSpPr>
            <a:grpSpLocks/>
          </p:cNvGrpSpPr>
          <p:nvPr/>
        </p:nvGrpSpPr>
        <p:grpSpPr bwMode="auto">
          <a:xfrm>
            <a:off x="990600" y="4114800"/>
            <a:ext cx="7848600" cy="2362200"/>
            <a:chOff x="2061" y="9690"/>
            <a:chExt cx="8415" cy="2805"/>
          </a:xfrm>
        </p:grpSpPr>
        <p:pic>
          <p:nvPicPr>
            <p:cNvPr id="54278" name="Picture 5" descr="untitled3">
              <a:extLst>
                <a:ext uri="{FF2B5EF4-FFF2-40B4-BE49-F238E27FC236}">
                  <a16:creationId xmlns:a16="http://schemas.microsoft.com/office/drawing/2014/main" id="{1E9E43D3-B951-95DC-BB0F-28653CB9B8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1" y="9690"/>
              <a:ext cx="4440" cy="2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9" name="Picture 6" descr="bgsbs">
              <a:extLst>
                <a:ext uri="{FF2B5EF4-FFF2-40B4-BE49-F238E27FC236}">
                  <a16:creationId xmlns:a16="http://schemas.microsoft.com/office/drawing/2014/main" id="{3B1BBB8C-3998-5CA3-EE3C-0AB45216CE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21" y="10410"/>
              <a:ext cx="2655" cy="1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80" name="Line 7">
              <a:extLst>
                <a:ext uri="{FF2B5EF4-FFF2-40B4-BE49-F238E27FC236}">
                  <a16:creationId xmlns:a16="http://schemas.microsoft.com/office/drawing/2014/main" id="{F439C82F-0997-66EA-224B-54DF04D5180C}"/>
                </a:ext>
              </a:extLst>
            </p:cNvPr>
            <p:cNvSpPr>
              <a:spLocks noChangeShapeType="1"/>
            </p:cNvSpPr>
            <p:nvPr/>
          </p:nvSpPr>
          <p:spPr bwMode="auto">
            <a:xfrm>
              <a:off x="6621" y="11130"/>
              <a:ext cx="8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310275">
                                            <p:txEl>
                                              <p:pRg st="0" end="0"/>
                                            </p:txEl>
                                          </p:spTgt>
                                        </p:tgtEl>
                                        <p:attrNameLst>
                                          <p:attrName>style.visibility</p:attrName>
                                        </p:attrNameLst>
                                      </p:cBhvr>
                                      <p:to>
                                        <p:strVal val="visible"/>
                                      </p:to>
                                    </p:set>
                                    <p:animEffect transition="in" filter="wheel(4)">
                                      <p:cBhvr>
                                        <p:cTn id="7" dur="2000"/>
                                        <p:tgtEl>
                                          <p:spTgt spid="310275">
                                            <p:txEl>
                                              <p:pRg st="0" end="0"/>
                                            </p:txEl>
                                          </p:spTgt>
                                        </p:tgtEl>
                                      </p:cBhvr>
                                    </p:animEffect>
                                  </p:childTnLst>
                                </p:cTn>
                              </p:par>
                              <p:par>
                                <p:cTn id="8" presetID="21" presetClass="entr" presetSubtype="4" fill="hold" nodeType="withEffect">
                                  <p:stCondLst>
                                    <p:cond delay="0"/>
                                  </p:stCondLst>
                                  <p:childTnLst>
                                    <p:set>
                                      <p:cBhvr>
                                        <p:cTn id="9" dur="1" fill="hold">
                                          <p:stCondLst>
                                            <p:cond delay="0"/>
                                          </p:stCondLst>
                                        </p:cTn>
                                        <p:tgtEl>
                                          <p:spTgt spid="310275">
                                            <p:txEl>
                                              <p:pRg st="1" end="1"/>
                                            </p:txEl>
                                          </p:spTgt>
                                        </p:tgtEl>
                                        <p:attrNameLst>
                                          <p:attrName>style.visibility</p:attrName>
                                        </p:attrNameLst>
                                      </p:cBhvr>
                                      <p:to>
                                        <p:strVal val="visible"/>
                                      </p:to>
                                    </p:set>
                                    <p:animEffect transition="in" filter="wheel(4)">
                                      <p:cBhvr>
                                        <p:cTn id="10" dur="2000"/>
                                        <p:tgtEl>
                                          <p:spTgt spid="310275">
                                            <p:txEl>
                                              <p:pRg st="1" end="1"/>
                                            </p:txEl>
                                          </p:spTgt>
                                        </p:tgtEl>
                                      </p:cBhvr>
                                    </p:animEffect>
                                  </p:childTnLst>
                                </p:cTn>
                              </p:par>
                              <p:par>
                                <p:cTn id="11" presetID="21" presetClass="entr" presetSubtype="4" fill="hold" nodeType="withEffect">
                                  <p:stCondLst>
                                    <p:cond delay="0"/>
                                  </p:stCondLst>
                                  <p:childTnLst>
                                    <p:set>
                                      <p:cBhvr>
                                        <p:cTn id="12" dur="1" fill="hold">
                                          <p:stCondLst>
                                            <p:cond delay="0"/>
                                          </p:stCondLst>
                                        </p:cTn>
                                        <p:tgtEl>
                                          <p:spTgt spid="310275">
                                            <p:txEl>
                                              <p:pRg st="2" end="2"/>
                                            </p:txEl>
                                          </p:spTgt>
                                        </p:tgtEl>
                                        <p:attrNameLst>
                                          <p:attrName>style.visibility</p:attrName>
                                        </p:attrNameLst>
                                      </p:cBhvr>
                                      <p:to>
                                        <p:strVal val="visible"/>
                                      </p:to>
                                    </p:set>
                                    <p:animEffect transition="in" filter="wheel(4)">
                                      <p:cBhvr>
                                        <p:cTn id="13" dur="2000"/>
                                        <p:tgtEl>
                                          <p:spTgt spid="310275">
                                            <p:txEl>
                                              <p:pRg st="2" end="2"/>
                                            </p:txEl>
                                          </p:spTgt>
                                        </p:tgtEl>
                                      </p:cBhvr>
                                    </p:animEffect>
                                  </p:childTnLst>
                                </p:cTn>
                              </p:par>
                              <p:par>
                                <p:cTn id="14" presetID="21" presetClass="entr" presetSubtype="4" fill="hold" nodeType="withEffect">
                                  <p:stCondLst>
                                    <p:cond delay="0"/>
                                  </p:stCondLst>
                                  <p:childTnLst>
                                    <p:set>
                                      <p:cBhvr>
                                        <p:cTn id="15" dur="1" fill="hold">
                                          <p:stCondLst>
                                            <p:cond delay="0"/>
                                          </p:stCondLst>
                                        </p:cTn>
                                        <p:tgtEl>
                                          <p:spTgt spid="310275">
                                            <p:txEl>
                                              <p:pRg st="3" end="3"/>
                                            </p:txEl>
                                          </p:spTgt>
                                        </p:tgtEl>
                                        <p:attrNameLst>
                                          <p:attrName>style.visibility</p:attrName>
                                        </p:attrNameLst>
                                      </p:cBhvr>
                                      <p:to>
                                        <p:strVal val="visible"/>
                                      </p:to>
                                    </p:set>
                                    <p:animEffect transition="in" filter="wheel(4)">
                                      <p:cBhvr>
                                        <p:cTn id="16" dur="2000"/>
                                        <p:tgtEl>
                                          <p:spTgt spid="310275">
                                            <p:txEl>
                                              <p:pRg st="3" end="3"/>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1" presetClass="entr" presetSubtype="4" fill="hold" nodeType="clickEffect">
                                  <p:stCondLst>
                                    <p:cond delay="0"/>
                                  </p:stCondLst>
                                  <p:childTnLst>
                                    <p:set>
                                      <p:cBhvr>
                                        <p:cTn id="20" dur="1" fill="hold">
                                          <p:stCondLst>
                                            <p:cond delay="0"/>
                                          </p:stCondLst>
                                        </p:cTn>
                                        <p:tgtEl>
                                          <p:spTgt spid="310276"/>
                                        </p:tgtEl>
                                        <p:attrNameLst>
                                          <p:attrName>style.visibility</p:attrName>
                                        </p:attrNameLst>
                                      </p:cBhvr>
                                      <p:to>
                                        <p:strVal val="visible"/>
                                      </p:to>
                                    </p:set>
                                    <p:animEffect transition="in" filter="wheel(4)">
                                      <p:cBhvr>
                                        <p:cTn id="21" dur="2000"/>
                                        <p:tgtEl>
                                          <p:spTgt spid="3102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5">
            <a:extLst>
              <a:ext uri="{FF2B5EF4-FFF2-40B4-BE49-F238E27FC236}">
                <a16:creationId xmlns:a16="http://schemas.microsoft.com/office/drawing/2014/main" id="{DD29A6DF-14B7-7889-304E-50FCA5ABE714}"/>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19AF00C2-192B-4864-9FF1-E44DC57901DC}" type="slidenum">
              <a:rPr lang="en-US" altLang="vi-VN" sz="1000">
                <a:latin typeface="Verdana" panose="020B0604030504040204" pitchFamily="34" charset="0"/>
              </a:rPr>
              <a:pPr algn="r" eaLnBrk="1" hangingPunct="1">
                <a:spcBef>
                  <a:spcPct val="0"/>
                </a:spcBef>
                <a:buFontTx/>
                <a:buNone/>
              </a:pPr>
              <a:t>39</a:t>
            </a:fld>
            <a:endParaRPr lang="en-US" altLang="vi-VN" sz="1000">
              <a:latin typeface="Verdana" panose="020B0604030504040204" pitchFamily="34" charset="0"/>
            </a:endParaRPr>
          </a:p>
        </p:txBody>
      </p:sp>
      <p:sp>
        <p:nvSpPr>
          <p:cNvPr id="55299" name="Rectangle 2">
            <a:extLst>
              <a:ext uri="{FF2B5EF4-FFF2-40B4-BE49-F238E27FC236}">
                <a16:creationId xmlns:a16="http://schemas.microsoft.com/office/drawing/2014/main" id="{4A146FF6-AF8D-8496-833B-2EB34565A1DA}"/>
              </a:ext>
            </a:extLst>
          </p:cNvPr>
          <p:cNvSpPr>
            <a:spLocks noGrp="1" noChangeArrowheads="1"/>
          </p:cNvSpPr>
          <p:nvPr>
            <p:ph type="title" idx="4294967295"/>
          </p:nvPr>
        </p:nvSpPr>
        <p:spPr>
          <a:xfrm>
            <a:off x="457200" y="228600"/>
            <a:ext cx="8686800" cy="533400"/>
          </a:xfrm>
        </p:spPr>
        <p:txBody>
          <a:bodyPr anchor="b"/>
          <a:lstStyle/>
          <a:p>
            <a:pPr eaLnBrk="1" hangingPunct="1"/>
            <a:r>
              <a:rPr lang="en-US" altLang="vi-VN" sz="2600" b="1">
                <a:solidFill>
                  <a:srgbClr val="FF0000"/>
                </a:solidFill>
                <a:latin typeface="Times New Roman" panose="02020603050405020304" pitchFamily="18" charset="0"/>
              </a:rPr>
              <a:t>III</a:t>
            </a:r>
            <a:r>
              <a:rPr lang="en-US" altLang="vi-VN" sz="2600">
                <a:solidFill>
                  <a:srgbClr val="FF0000"/>
                </a:solidFill>
                <a:latin typeface="Times New Roman" panose="02020603050405020304" pitchFamily="18" charset="0"/>
              </a:rPr>
              <a:t>. </a:t>
            </a:r>
            <a:r>
              <a:rPr lang="en-US" altLang="vi-VN" sz="2600" b="1">
                <a:solidFill>
                  <a:srgbClr val="FF0000"/>
                </a:solidFill>
                <a:latin typeface="Times New Roman" panose="02020603050405020304" pitchFamily="18" charset="0"/>
              </a:rPr>
              <a:t>ĐỊNH DẠNG VÀ CÁCH HIỂN THỊ DỮ LIỆU</a:t>
            </a:r>
          </a:p>
        </p:txBody>
      </p:sp>
      <p:sp>
        <p:nvSpPr>
          <p:cNvPr id="311299" name="Rectangle 3">
            <a:extLst>
              <a:ext uri="{FF2B5EF4-FFF2-40B4-BE49-F238E27FC236}">
                <a16:creationId xmlns:a16="http://schemas.microsoft.com/office/drawing/2014/main" id="{0CA2E4A8-A0EF-8FB8-EF46-E1D06679E694}"/>
              </a:ext>
            </a:extLst>
          </p:cNvPr>
          <p:cNvSpPr>
            <a:spLocks noGrp="1" noChangeArrowheads="1"/>
          </p:cNvSpPr>
          <p:nvPr>
            <p:ph type="body" idx="4294967295"/>
          </p:nvPr>
        </p:nvSpPr>
        <p:spPr>
          <a:xfrm>
            <a:off x="228600" y="1143000"/>
            <a:ext cx="8915400" cy="5334000"/>
          </a:xfrm>
        </p:spPr>
        <p:txBody>
          <a:bodyPr/>
          <a:lstStyle/>
          <a:p>
            <a:pPr marL="290513" indent="-290513" eaLnBrk="1" hangingPunct="1">
              <a:buFontTx/>
              <a:buNone/>
            </a:pPr>
            <a:r>
              <a:rPr lang="en-US" altLang="vi-VN" sz="2800" b="1">
                <a:solidFill>
                  <a:srgbClr val="FF0000"/>
                </a:solidFill>
                <a:latin typeface="Times New Roman" panose="02020603050405020304" pitchFamily="18" charset="0"/>
              </a:rPr>
              <a:t>1. Định dạng hiển thị dữ liệu kiểu số</a:t>
            </a:r>
          </a:p>
          <a:p>
            <a:pPr marL="290513" indent="-290513" eaLnBrk="1" hangingPunct="1">
              <a:buFont typeface="Wingdings" panose="05000000000000000000" pitchFamily="2" charset="2"/>
              <a:buChar char="Ø"/>
            </a:pPr>
            <a:r>
              <a:rPr lang="en-US" altLang="vi-VN" sz="2800">
                <a:latin typeface="Times New Roman" panose="02020603050405020304" pitchFamily="18" charset="0"/>
              </a:rPr>
              <a:t>Chọn vùng dữ liệu cần định dạng.</a:t>
            </a:r>
          </a:p>
          <a:p>
            <a:pPr marL="290513" indent="-290513" eaLnBrk="1" hangingPunct="1">
              <a:buFont typeface="Wingdings" panose="05000000000000000000" pitchFamily="2" charset="2"/>
              <a:buChar char="Ø"/>
            </a:pPr>
            <a:r>
              <a:rPr lang="en-US" altLang="vi-VN" sz="2800">
                <a:latin typeface="Times New Roman" panose="02020603050405020304" pitchFamily="18" charset="0"/>
              </a:rPr>
              <a:t>Chọn menu </a:t>
            </a:r>
            <a:r>
              <a:rPr lang="en-US" altLang="vi-VN" sz="2800" b="1">
                <a:latin typeface="Times New Roman" panose="02020603050405020304" pitchFamily="18" charset="0"/>
              </a:rPr>
              <a:t>Format \ Cell \ Number</a:t>
            </a:r>
            <a:r>
              <a:rPr lang="en-US" altLang="vi-VN" sz="2800">
                <a:latin typeface="Times New Roman" panose="02020603050405020304" pitchFamily="18" charset="0"/>
              </a:rPr>
              <a:t>.</a:t>
            </a:r>
          </a:p>
          <a:p>
            <a:pPr marL="290513" indent="-290513" eaLnBrk="1" hangingPunct="1"/>
            <a:endParaRPr lang="en-US" altLang="vi-VN" sz="2800"/>
          </a:p>
          <a:p>
            <a:pPr marL="290513" indent="-290513" eaLnBrk="1" hangingPunct="1"/>
            <a:endParaRPr lang="en-US" altLang="vi-VN" sz="2800"/>
          </a:p>
        </p:txBody>
      </p:sp>
      <p:pic>
        <p:nvPicPr>
          <p:cNvPr id="311300" name="Picture 4">
            <a:extLst>
              <a:ext uri="{FF2B5EF4-FFF2-40B4-BE49-F238E27FC236}">
                <a16:creationId xmlns:a16="http://schemas.microsoft.com/office/drawing/2014/main" id="{956F2027-A77A-CA00-CE7A-77EEB7B5F1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971800"/>
            <a:ext cx="7467600"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311299">
                                            <p:txEl>
                                              <p:pRg st="0" end="0"/>
                                            </p:txEl>
                                          </p:spTgt>
                                        </p:tgtEl>
                                        <p:attrNameLst>
                                          <p:attrName>style.visibility</p:attrName>
                                        </p:attrNameLst>
                                      </p:cBhvr>
                                      <p:to>
                                        <p:strVal val="visible"/>
                                      </p:to>
                                    </p:set>
                                    <p:animEffect transition="in" filter="wheel(4)">
                                      <p:cBhvr>
                                        <p:cTn id="7" dur="2000"/>
                                        <p:tgtEl>
                                          <p:spTgt spid="311299">
                                            <p:txEl>
                                              <p:pRg st="0" end="0"/>
                                            </p:txEl>
                                          </p:spTgt>
                                        </p:tgtEl>
                                      </p:cBhvr>
                                    </p:animEffect>
                                  </p:childTnLst>
                                </p:cTn>
                              </p:par>
                              <p:par>
                                <p:cTn id="8" presetID="21" presetClass="entr" presetSubtype="4" fill="hold" nodeType="withEffect">
                                  <p:stCondLst>
                                    <p:cond delay="0"/>
                                  </p:stCondLst>
                                  <p:childTnLst>
                                    <p:set>
                                      <p:cBhvr>
                                        <p:cTn id="9" dur="1" fill="hold">
                                          <p:stCondLst>
                                            <p:cond delay="0"/>
                                          </p:stCondLst>
                                        </p:cTn>
                                        <p:tgtEl>
                                          <p:spTgt spid="311299">
                                            <p:txEl>
                                              <p:pRg st="1" end="1"/>
                                            </p:txEl>
                                          </p:spTgt>
                                        </p:tgtEl>
                                        <p:attrNameLst>
                                          <p:attrName>style.visibility</p:attrName>
                                        </p:attrNameLst>
                                      </p:cBhvr>
                                      <p:to>
                                        <p:strVal val="visible"/>
                                      </p:to>
                                    </p:set>
                                    <p:animEffect transition="in" filter="wheel(4)">
                                      <p:cBhvr>
                                        <p:cTn id="10" dur="2000"/>
                                        <p:tgtEl>
                                          <p:spTgt spid="311299">
                                            <p:txEl>
                                              <p:pRg st="1" end="1"/>
                                            </p:txEl>
                                          </p:spTgt>
                                        </p:tgtEl>
                                      </p:cBhvr>
                                    </p:animEffect>
                                  </p:childTnLst>
                                </p:cTn>
                              </p:par>
                              <p:par>
                                <p:cTn id="11" presetID="21" presetClass="entr" presetSubtype="4" fill="hold" nodeType="withEffect">
                                  <p:stCondLst>
                                    <p:cond delay="0"/>
                                  </p:stCondLst>
                                  <p:childTnLst>
                                    <p:set>
                                      <p:cBhvr>
                                        <p:cTn id="12" dur="1" fill="hold">
                                          <p:stCondLst>
                                            <p:cond delay="0"/>
                                          </p:stCondLst>
                                        </p:cTn>
                                        <p:tgtEl>
                                          <p:spTgt spid="311299">
                                            <p:txEl>
                                              <p:pRg st="2" end="2"/>
                                            </p:txEl>
                                          </p:spTgt>
                                        </p:tgtEl>
                                        <p:attrNameLst>
                                          <p:attrName>style.visibility</p:attrName>
                                        </p:attrNameLst>
                                      </p:cBhvr>
                                      <p:to>
                                        <p:strVal val="visible"/>
                                      </p:to>
                                    </p:set>
                                    <p:animEffect transition="in" filter="wheel(4)">
                                      <p:cBhvr>
                                        <p:cTn id="13" dur="2000"/>
                                        <p:tgtEl>
                                          <p:spTgt spid="311299">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1" presetClass="entr" presetSubtype="4" fill="hold" nodeType="clickEffect">
                                  <p:stCondLst>
                                    <p:cond delay="0"/>
                                  </p:stCondLst>
                                  <p:childTnLst>
                                    <p:set>
                                      <p:cBhvr>
                                        <p:cTn id="17" dur="1" fill="hold">
                                          <p:stCondLst>
                                            <p:cond delay="0"/>
                                          </p:stCondLst>
                                        </p:cTn>
                                        <p:tgtEl>
                                          <p:spTgt spid="311300"/>
                                        </p:tgtEl>
                                        <p:attrNameLst>
                                          <p:attrName>style.visibility</p:attrName>
                                        </p:attrNameLst>
                                      </p:cBhvr>
                                      <p:to>
                                        <p:strVal val="visible"/>
                                      </p:to>
                                    </p:set>
                                    <p:animEffect transition="in" filter="wheel(4)">
                                      <p:cBhvr>
                                        <p:cTn id="18" dur="2000"/>
                                        <p:tgtEl>
                                          <p:spTgt spid="3113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Number Placeholder 5">
            <a:extLst>
              <a:ext uri="{FF2B5EF4-FFF2-40B4-BE49-F238E27FC236}">
                <a16:creationId xmlns:a16="http://schemas.microsoft.com/office/drawing/2014/main" id="{6EF73B9A-FDD9-67AC-B6CE-35B8E378206F}"/>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E861A92B-97F5-4A42-B917-7FD557568D59}" type="slidenum">
              <a:rPr lang="en-US" altLang="vi-VN" sz="1000">
                <a:latin typeface="Verdana" panose="020B0604030504040204" pitchFamily="34" charset="0"/>
              </a:rPr>
              <a:pPr algn="r" eaLnBrk="1" hangingPunct="1">
                <a:spcBef>
                  <a:spcPct val="0"/>
                </a:spcBef>
                <a:buFontTx/>
                <a:buNone/>
              </a:pPr>
              <a:t>40</a:t>
            </a:fld>
            <a:endParaRPr lang="en-US" altLang="vi-VN" sz="1000">
              <a:latin typeface="Verdana" panose="020B0604030504040204" pitchFamily="34" charset="0"/>
            </a:endParaRPr>
          </a:p>
        </p:txBody>
      </p:sp>
      <p:sp>
        <p:nvSpPr>
          <p:cNvPr id="56323" name="Rectangle 2">
            <a:extLst>
              <a:ext uri="{FF2B5EF4-FFF2-40B4-BE49-F238E27FC236}">
                <a16:creationId xmlns:a16="http://schemas.microsoft.com/office/drawing/2014/main" id="{AB77B2A9-9DCA-6B45-91EE-F389C1369DAB}"/>
              </a:ext>
            </a:extLst>
          </p:cNvPr>
          <p:cNvSpPr>
            <a:spLocks noGrp="1" noChangeArrowheads="1"/>
          </p:cNvSpPr>
          <p:nvPr>
            <p:ph type="title" idx="4294967295"/>
          </p:nvPr>
        </p:nvSpPr>
        <p:spPr>
          <a:xfrm>
            <a:off x="76200" y="203200"/>
            <a:ext cx="9144000" cy="533400"/>
          </a:xfrm>
        </p:spPr>
        <p:txBody>
          <a:bodyPr anchor="b"/>
          <a:lstStyle/>
          <a:p>
            <a:pPr eaLnBrk="1" hangingPunct="1"/>
            <a:r>
              <a:rPr lang="en-US" altLang="vi-VN" sz="2400" b="1">
                <a:solidFill>
                  <a:srgbClr val="FF0000"/>
                </a:solidFill>
                <a:latin typeface="Times New Roman" panose="02020603050405020304" pitchFamily="18" charset="0"/>
              </a:rPr>
              <a:t>III</a:t>
            </a:r>
            <a:r>
              <a:rPr lang="en-US" altLang="vi-VN" sz="2400">
                <a:solidFill>
                  <a:srgbClr val="FF0000"/>
                </a:solidFill>
                <a:latin typeface="Times New Roman" panose="02020603050405020304" pitchFamily="18" charset="0"/>
              </a:rPr>
              <a:t>. </a:t>
            </a:r>
            <a:r>
              <a:rPr lang="en-US" altLang="vi-VN" sz="2400" b="1">
                <a:solidFill>
                  <a:srgbClr val="FF0000"/>
                </a:solidFill>
                <a:latin typeface="Times New Roman" panose="02020603050405020304" pitchFamily="18" charset="0"/>
              </a:rPr>
              <a:t>ĐỊNH DẠNG VÀ CÁCH HIỂN THỊ DỮ LIỆU (TT)</a:t>
            </a:r>
          </a:p>
        </p:txBody>
      </p:sp>
      <p:sp>
        <p:nvSpPr>
          <p:cNvPr id="313347" name="Rectangle 3">
            <a:extLst>
              <a:ext uri="{FF2B5EF4-FFF2-40B4-BE49-F238E27FC236}">
                <a16:creationId xmlns:a16="http://schemas.microsoft.com/office/drawing/2014/main" id="{463E8935-B102-EA06-B438-9050EDB96AA1}"/>
              </a:ext>
            </a:extLst>
          </p:cNvPr>
          <p:cNvSpPr>
            <a:spLocks noGrp="1" noChangeArrowheads="1"/>
          </p:cNvSpPr>
          <p:nvPr>
            <p:ph type="body" idx="4294967295"/>
          </p:nvPr>
        </p:nvSpPr>
        <p:spPr/>
        <p:txBody>
          <a:bodyPr/>
          <a:lstStyle/>
          <a:p>
            <a:pPr eaLnBrk="1" hangingPunct="1">
              <a:buFont typeface="Wingdings" panose="05000000000000000000" pitchFamily="2" charset="2"/>
              <a:buNone/>
            </a:pPr>
            <a:r>
              <a:rPr lang="en-US" altLang="vi-VN" sz="2800" b="1">
                <a:solidFill>
                  <a:srgbClr val="FF0000"/>
                </a:solidFill>
                <a:latin typeface="Times New Roman" panose="02020603050405020304" pitchFamily="18" charset="0"/>
              </a:rPr>
              <a:t>2. Định vị trí dữ liệu trong ô</a:t>
            </a:r>
            <a:r>
              <a:rPr lang="en-US" altLang="vi-VN" sz="2800">
                <a:latin typeface="Times New Roman" panose="02020603050405020304" pitchFamily="18" charset="0"/>
              </a:rPr>
              <a:t> </a:t>
            </a:r>
          </a:p>
          <a:p>
            <a:pPr eaLnBrk="1" hangingPunct="1">
              <a:buFont typeface="Wingdings" panose="05000000000000000000" pitchFamily="2" charset="2"/>
              <a:buNone/>
            </a:pPr>
            <a:r>
              <a:rPr lang="en-US" altLang="vi-VN" sz="2800">
                <a:latin typeface="Times New Roman" panose="02020603050405020304" pitchFamily="18" charset="0"/>
              </a:rPr>
              <a:t>Chọn lệnh </a:t>
            </a:r>
            <a:r>
              <a:rPr lang="en-US" altLang="vi-VN" sz="2800" b="1">
                <a:latin typeface="Times New Roman" panose="02020603050405020304" pitchFamily="18" charset="0"/>
              </a:rPr>
              <a:t>Format \ Cells \ Alignment</a:t>
            </a:r>
            <a:r>
              <a:rPr lang="en-US" altLang="vi-VN" sz="2800">
                <a:latin typeface="Times New Roman" panose="02020603050405020304" pitchFamily="18" charset="0"/>
              </a:rPr>
              <a:t>, xuất hiện</a:t>
            </a:r>
            <a:r>
              <a:rPr lang="en-US" altLang="vi-VN" sz="2800"/>
              <a:t> </a:t>
            </a:r>
          </a:p>
          <a:p>
            <a:pPr eaLnBrk="1" hangingPunct="1">
              <a:buFont typeface="Wingdings" panose="05000000000000000000" pitchFamily="2" charset="2"/>
              <a:buNone/>
            </a:pPr>
            <a:endParaRPr lang="en-US" altLang="vi-VN" sz="2800"/>
          </a:p>
          <a:p>
            <a:pPr eaLnBrk="1" hangingPunct="1">
              <a:buFont typeface="Wingdings" panose="05000000000000000000" pitchFamily="2" charset="2"/>
              <a:buNone/>
            </a:pPr>
            <a:endParaRPr lang="en-US" altLang="vi-VN" sz="2400"/>
          </a:p>
        </p:txBody>
      </p:sp>
      <p:pic>
        <p:nvPicPr>
          <p:cNvPr id="313349" name="Picture 5">
            <a:extLst>
              <a:ext uri="{FF2B5EF4-FFF2-40B4-BE49-F238E27FC236}">
                <a16:creationId xmlns:a16="http://schemas.microsoft.com/office/drawing/2014/main" id="{433EAE3B-4FE8-32FF-C49D-4895FC1539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2590800"/>
            <a:ext cx="65532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313347">
                                            <p:txEl>
                                              <p:pRg st="0" end="0"/>
                                            </p:txEl>
                                          </p:spTgt>
                                        </p:tgtEl>
                                        <p:attrNameLst>
                                          <p:attrName>style.visibility</p:attrName>
                                        </p:attrNameLst>
                                      </p:cBhvr>
                                      <p:to>
                                        <p:strVal val="visible"/>
                                      </p:to>
                                    </p:set>
                                    <p:animEffect transition="in" filter="wheel(4)">
                                      <p:cBhvr>
                                        <p:cTn id="7" dur="2000"/>
                                        <p:tgtEl>
                                          <p:spTgt spid="3133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1" presetClass="entr" presetSubtype="0" fill="hold" nodeType="clickEffect">
                                  <p:stCondLst>
                                    <p:cond delay="0"/>
                                  </p:stCondLst>
                                  <p:iterate type="lt">
                                    <p:tmPct val="10000"/>
                                  </p:iterate>
                                  <p:childTnLst>
                                    <p:set>
                                      <p:cBhvr>
                                        <p:cTn id="11" dur="1" fill="hold">
                                          <p:stCondLst>
                                            <p:cond delay="0"/>
                                          </p:stCondLst>
                                        </p:cTn>
                                        <p:tgtEl>
                                          <p:spTgt spid="313347">
                                            <p:txEl>
                                              <p:pRg st="1" end="1"/>
                                            </p:txEl>
                                          </p:spTgt>
                                        </p:tgtEl>
                                        <p:attrNameLst>
                                          <p:attrName>style.visibility</p:attrName>
                                        </p:attrNameLst>
                                      </p:cBhvr>
                                      <p:to>
                                        <p:strVal val="visible"/>
                                      </p:to>
                                    </p:set>
                                    <p:anim calcmode="lin" valueType="num">
                                      <p:cBhvr>
                                        <p:cTn id="12" dur="500" fill="hold"/>
                                        <p:tgtEl>
                                          <p:spTgt spid="313347">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13" dur="500" fill="hold"/>
                                        <p:tgtEl>
                                          <p:spTgt spid="313347">
                                            <p:txEl>
                                              <p:pRg st="1" end="1"/>
                                            </p:txEl>
                                          </p:spTgt>
                                        </p:tgtEl>
                                        <p:attrNameLst>
                                          <p:attrName>ppt_y</p:attrName>
                                        </p:attrNameLst>
                                      </p:cBhvr>
                                      <p:tavLst>
                                        <p:tav tm="0">
                                          <p:val>
                                            <p:strVal val="#ppt_y"/>
                                          </p:val>
                                        </p:tav>
                                        <p:tav tm="100000">
                                          <p:val>
                                            <p:strVal val="#ppt_y"/>
                                          </p:val>
                                        </p:tav>
                                      </p:tavLst>
                                    </p:anim>
                                    <p:anim calcmode="lin" valueType="num">
                                      <p:cBhvr>
                                        <p:cTn id="14" dur="500" fill="hold"/>
                                        <p:tgtEl>
                                          <p:spTgt spid="313347">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5" dur="500" fill="hold"/>
                                        <p:tgtEl>
                                          <p:spTgt spid="313347">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6" dur="500" tmFilter="0,0; .5, 1; 1, 1"/>
                                        <p:tgtEl>
                                          <p:spTgt spid="313347">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1" presetClass="entr" presetSubtype="4" fill="hold" nodeType="clickEffect">
                                  <p:stCondLst>
                                    <p:cond delay="0"/>
                                  </p:stCondLst>
                                  <p:childTnLst>
                                    <p:set>
                                      <p:cBhvr>
                                        <p:cTn id="20" dur="1" fill="hold">
                                          <p:stCondLst>
                                            <p:cond delay="0"/>
                                          </p:stCondLst>
                                        </p:cTn>
                                        <p:tgtEl>
                                          <p:spTgt spid="313349"/>
                                        </p:tgtEl>
                                        <p:attrNameLst>
                                          <p:attrName>style.visibility</p:attrName>
                                        </p:attrNameLst>
                                      </p:cBhvr>
                                      <p:to>
                                        <p:strVal val="visible"/>
                                      </p:to>
                                    </p:set>
                                    <p:animEffect transition="in" filter="wheel(4)">
                                      <p:cBhvr>
                                        <p:cTn id="21" dur="2000"/>
                                        <p:tgtEl>
                                          <p:spTgt spid="3133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5">
            <a:extLst>
              <a:ext uri="{FF2B5EF4-FFF2-40B4-BE49-F238E27FC236}">
                <a16:creationId xmlns:a16="http://schemas.microsoft.com/office/drawing/2014/main" id="{E8A08BFD-F590-57EF-3384-7A4F9D58997E}"/>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AB894ABA-B2EC-4033-9D2F-E79C947EF11C}" type="slidenum">
              <a:rPr lang="en-US" altLang="vi-VN" sz="1000">
                <a:latin typeface="Verdana" panose="020B0604030504040204" pitchFamily="34" charset="0"/>
              </a:rPr>
              <a:pPr algn="r" eaLnBrk="1" hangingPunct="1">
                <a:spcBef>
                  <a:spcPct val="0"/>
                </a:spcBef>
                <a:buFontTx/>
                <a:buNone/>
              </a:pPr>
              <a:t>41</a:t>
            </a:fld>
            <a:endParaRPr lang="en-US" altLang="vi-VN" sz="1000">
              <a:latin typeface="Verdana" panose="020B0604030504040204" pitchFamily="34" charset="0"/>
            </a:endParaRPr>
          </a:p>
        </p:txBody>
      </p:sp>
      <p:sp>
        <p:nvSpPr>
          <p:cNvPr id="57347" name="Rectangle 2">
            <a:extLst>
              <a:ext uri="{FF2B5EF4-FFF2-40B4-BE49-F238E27FC236}">
                <a16:creationId xmlns:a16="http://schemas.microsoft.com/office/drawing/2014/main" id="{E34190BF-5835-1BF1-5498-CA7137E8EC58}"/>
              </a:ext>
            </a:extLst>
          </p:cNvPr>
          <p:cNvSpPr>
            <a:spLocks noGrp="1" noChangeArrowheads="1"/>
          </p:cNvSpPr>
          <p:nvPr>
            <p:ph type="title" idx="4294967295"/>
          </p:nvPr>
        </p:nvSpPr>
        <p:spPr>
          <a:xfrm>
            <a:off x="76200" y="0"/>
            <a:ext cx="9220200" cy="685800"/>
          </a:xfrm>
        </p:spPr>
        <p:txBody>
          <a:bodyPr anchor="b"/>
          <a:lstStyle/>
          <a:p>
            <a:pPr eaLnBrk="1" hangingPunct="1"/>
            <a:r>
              <a:rPr lang="en-US" altLang="vi-VN" sz="2400" b="1">
                <a:solidFill>
                  <a:srgbClr val="FF0000"/>
                </a:solidFill>
                <a:latin typeface="Times New Roman" panose="02020603050405020304" pitchFamily="18" charset="0"/>
              </a:rPr>
              <a:t>III</a:t>
            </a:r>
            <a:r>
              <a:rPr lang="en-US" altLang="vi-VN" sz="2400">
                <a:solidFill>
                  <a:srgbClr val="FF0000"/>
                </a:solidFill>
                <a:latin typeface="Times New Roman" panose="02020603050405020304" pitchFamily="18" charset="0"/>
              </a:rPr>
              <a:t>. </a:t>
            </a:r>
            <a:r>
              <a:rPr lang="en-US" altLang="vi-VN" sz="2400" b="1">
                <a:solidFill>
                  <a:srgbClr val="FF0000"/>
                </a:solidFill>
                <a:latin typeface="Times New Roman" panose="02020603050405020304" pitchFamily="18" charset="0"/>
              </a:rPr>
              <a:t>ĐỊNH DẠNG VÀ CÁCH HIỂN THỊ DỮ LIỆU (TT)</a:t>
            </a:r>
          </a:p>
        </p:txBody>
      </p:sp>
      <p:sp>
        <p:nvSpPr>
          <p:cNvPr id="314371" name="Rectangle 3">
            <a:extLst>
              <a:ext uri="{FF2B5EF4-FFF2-40B4-BE49-F238E27FC236}">
                <a16:creationId xmlns:a16="http://schemas.microsoft.com/office/drawing/2014/main" id="{9104BA20-2B67-A5A9-513C-9ADDBEFDEFC8}"/>
              </a:ext>
            </a:extLst>
          </p:cNvPr>
          <p:cNvSpPr>
            <a:spLocks noGrp="1" noChangeArrowheads="1"/>
          </p:cNvSpPr>
          <p:nvPr>
            <p:ph type="body" idx="4294967295"/>
          </p:nvPr>
        </p:nvSpPr>
        <p:spPr>
          <a:xfrm>
            <a:off x="152400" y="1066800"/>
            <a:ext cx="8839200" cy="5486400"/>
          </a:xfrm>
        </p:spPr>
        <p:txBody>
          <a:bodyPr/>
          <a:lstStyle/>
          <a:p>
            <a:pPr eaLnBrk="1" hangingPunct="1">
              <a:buFont typeface="Wingdings" panose="05000000000000000000" pitchFamily="2" charset="2"/>
              <a:buNone/>
            </a:pPr>
            <a:r>
              <a:rPr lang="en-US" altLang="vi-VN" sz="2800" b="1">
                <a:solidFill>
                  <a:srgbClr val="FF0000"/>
                </a:solidFill>
                <a:latin typeface="Times New Roman" panose="02020603050405020304" pitchFamily="18" charset="0"/>
              </a:rPr>
              <a:t>3. Định dạng ký tự</a:t>
            </a:r>
          </a:p>
          <a:p>
            <a:pPr eaLnBrk="1" hangingPunct="1">
              <a:buFont typeface="Wingdings" panose="05000000000000000000" pitchFamily="2" charset="2"/>
              <a:buNone/>
            </a:pPr>
            <a:r>
              <a:rPr lang="fr-FR" altLang="vi-VN" sz="2800">
                <a:latin typeface="Times New Roman" panose="02020603050405020304" pitchFamily="18" charset="0"/>
              </a:rPr>
              <a:t>Chọn lệnh </a:t>
            </a:r>
            <a:r>
              <a:rPr lang="fr-FR" altLang="vi-VN" sz="2800" b="1">
                <a:latin typeface="Times New Roman" panose="02020603050405020304" pitchFamily="18" charset="0"/>
              </a:rPr>
              <a:t>Format \ Cells \Font.</a:t>
            </a:r>
            <a:r>
              <a:rPr lang="fr-FR" altLang="vi-VN" sz="2400" b="1"/>
              <a:t> </a:t>
            </a:r>
          </a:p>
          <a:p>
            <a:pPr eaLnBrk="1" hangingPunct="1"/>
            <a:endParaRPr lang="en-US" altLang="vi-VN" sz="2400" b="1"/>
          </a:p>
        </p:txBody>
      </p:sp>
      <p:pic>
        <p:nvPicPr>
          <p:cNvPr id="314372" name="Picture 4">
            <a:extLst>
              <a:ext uri="{FF2B5EF4-FFF2-40B4-BE49-F238E27FC236}">
                <a16:creationId xmlns:a16="http://schemas.microsoft.com/office/drawing/2014/main" id="{094AB532-443C-0F98-A54F-F002BC9711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2590800"/>
            <a:ext cx="6781800" cy="3857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314371">
                                            <p:txEl>
                                              <p:pRg st="0" end="0"/>
                                            </p:txEl>
                                          </p:spTgt>
                                        </p:tgtEl>
                                        <p:attrNameLst>
                                          <p:attrName>style.visibility</p:attrName>
                                        </p:attrNameLst>
                                      </p:cBhvr>
                                      <p:to>
                                        <p:strVal val="visible"/>
                                      </p:to>
                                    </p:set>
                                    <p:anim calcmode="lin" valueType="num">
                                      <p:cBhvr>
                                        <p:cTn id="7" dur="500" fill="hold"/>
                                        <p:tgtEl>
                                          <p:spTgt spid="314371">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14371">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314371">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14371">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14371">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1" presetClass="entr" presetSubtype="4" fill="hold" nodeType="clickEffect">
                                  <p:stCondLst>
                                    <p:cond delay="0"/>
                                  </p:stCondLst>
                                  <p:childTnLst>
                                    <p:set>
                                      <p:cBhvr>
                                        <p:cTn id="15" dur="1" fill="hold">
                                          <p:stCondLst>
                                            <p:cond delay="0"/>
                                          </p:stCondLst>
                                        </p:cTn>
                                        <p:tgtEl>
                                          <p:spTgt spid="314371">
                                            <p:txEl>
                                              <p:pRg st="1" end="1"/>
                                            </p:txEl>
                                          </p:spTgt>
                                        </p:tgtEl>
                                        <p:attrNameLst>
                                          <p:attrName>style.visibility</p:attrName>
                                        </p:attrNameLst>
                                      </p:cBhvr>
                                      <p:to>
                                        <p:strVal val="visible"/>
                                      </p:to>
                                    </p:set>
                                    <p:animEffect transition="in" filter="wheel(4)">
                                      <p:cBhvr>
                                        <p:cTn id="16" dur="2000"/>
                                        <p:tgtEl>
                                          <p:spTgt spid="314371">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1" presetClass="entr" presetSubtype="4" fill="hold" nodeType="clickEffect">
                                  <p:stCondLst>
                                    <p:cond delay="0"/>
                                  </p:stCondLst>
                                  <p:childTnLst>
                                    <p:set>
                                      <p:cBhvr>
                                        <p:cTn id="20" dur="1" fill="hold">
                                          <p:stCondLst>
                                            <p:cond delay="0"/>
                                          </p:stCondLst>
                                        </p:cTn>
                                        <p:tgtEl>
                                          <p:spTgt spid="314372"/>
                                        </p:tgtEl>
                                        <p:attrNameLst>
                                          <p:attrName>style.visibility</p:attrName>
                                        </p:attrNameLst>
                                      </p:cBhvr>
                                      <p:to>
                                        <p:strVal val="visible"/>
                                      </p:to>
                                    </p:set>
                                    <p:animEffect transition="in" filter="wheel(4)">
                                      <p:cBhvr>
                                        <p:cTn id="21" dur="2000"/>
                                        <p:tgtEl>
                                          <p:spTgt spid="3143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Number Placeholder 5">
            <a:extLst>
              <a:ext uri="{FF2B5EF4-FFF2-40B4-BE49-F238E27FC236}">
                <a16:creationId xmlns:a16="http://schemas.microsoft.com/office/drawing/2014/main" id="{E8CDA505-4BAB-9BBD-E717-FE9F2CDA4E92}"/>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8AA89A0B-C2CD-4273-911F-1B26C44F73FA}" type="slidenum">
              <a:rPr lang="en-US" altLang="vi-VN" sz="1000">
                <a:latin typeface="Verdana" panose="020B0604030504040204" pitchFamily="34" charset="0"/>
              </a:rPr>
              <a:pPr algn="r" eaLnBrk="1" hangingPunct="1">
                <a:spcBef>
                  <a:spcPct val="0"/>
                </a:spcBef>
                <a:buFontTx/>
                <a:buNone/>
              </a:pPr>
              <a:t>42</a:t>
            </a:fld>
            <a:endParaRPr lang="en-US" altLang="vi-VN" sz="1000">
              <a:latin typeface="Verdana" panose="020B0604030504040204" pitchFamily="34" charset="0"/>
            </a:endParaRPr>
          </a:p>
        </p:txBody>
      </p:sp>
      <p:sp>
        <p:nvSpPr>
          <p:cNvPr id="58371" name="Rectangle 2">
            <a:extLst>
              <a:ext uri="{FF2B5EF4-FFF2-40B4-BE49-F238E27FC236}">
                <a16:creationId xmlns:a16="http://schemas.microsoft.com/office/drawing/2014/main" id="{E1A71421-ACFC-8B04-7109-6EA88977E22A}"/>
              </a:ext>
            </a:extLst>
          </p:cNvPr>
          <p:cNvSpPr>
            <a:spLocks noGrp="1" noChangeArrowheads="1"/>
          </p:cNvSpPr>
          <p:nvPr>
            <p:ph type="title" idx="4294967295"/>
          </p:nvPr>
        </p:nvSpPr>
        <p:spPr>
          <a:xfrm>
            <a:off x="0" y="152400"/>
            <a:ext cx="9144000" cy="533400"/>
          </a:xfrm>
        </p:spPr>
        <p:txBody>
          <a:bodyPr anchor="b"/>
          <a:lstStyle/>
          <a:p>
            <a:pPr eaLnBrk="1" hangingPunct="1"/>
            <a:r>
              <a:rPr lang="en-US" altLang="vi-VN" sz="2400" b="1">
                <a:solidFill>
                  <a:srgbClr val="FF0000"/>
                </a:solidFill>
                <a:latin typeface="Times New Roman" panose="02020603050405020304" pitchFamily="18" charset="0"/>
              </a:rPr>
              <a:t>III</a:t>
            </a:r>
            <a:r>
              <a:rPr lang="en-US" altLang="vi-VN" sz="2400">
                <a:solidFill>
                  <a:srgbClr val="FF0000"/>
                </a:solidFill>
                <a:latin typeface="Times New Roman" panose="02020603050405020304" pitchFamily="18" charset="0"/>
              </a:rPr>
              <a:t>. </a:t>
            </a:r>
            <a:r>
              <a:rPr lang="en-US" altLang="vi-VN" sz="2400" b="1">
                <a:solidFill>
                  <a:srgbClr val="FF0000"/>
                </a:solidFill>
                <a:latin typeface="Times New Roman" panose="02020603050405020304" pitchFamily="18" charset="0"/>
              </a:rPr>
              <a:t>ĐỊNH DẠNG VÀ CÁCH HIỂN THỊ DỮ LIỆU (TT)</a:t>
            </a:r>
          </a:p>
        </p:txBody>
      </p:sp>
      <p:sp>
        <p:nvSpPr>
          <p:cNvPr id="315395" name="Rectangle 3">
            <a:extLst>
              <a:ext uri="{FF2B5EF4-FFF2-40B4-BE49-F238E27FC236}">
                <a16:creationId xmlns:a16="http://schemas.microsoft.com/office/drawing/2014/main" id="{1213E298-E8C6-53E8-56A6-490422CEDEFA}"/>
              </a:ext>
            </a:extLst>
          </p:cNvPr>
          <p:cNvSpPr>
            <a:spLocks noGrp="1" noChangeArrowheads="1"/>
          </p:cNvSpPr>
          <p:nvPr>
            <p:ph type="body" idx="4294967295"/>
          </p:nvPr>
        </p:nvSpPr>
        <p:spPr>
          <a:xfrm>
            <a:off x="304800" y="1143000"/>
            <a:ext cx="8382000" cy="5257800"/>
          </a:xfrm>
        </p:spPr>
        <p:txBody>
          <a:bodyPr/>
          <a:lstStyle/>
          <a:p>
            <a:pPr eaLnBrk="1" hangingPunct="1">
              <a:buFont typeface="Wingdings" panose="05000000000000000000" pitchFamily="2" charset="2"/>
              <a:buNone/>
            </a:pPr>
            <a:r>
              <a:rPr lang="en-US" altLang="vi-VN" sz="2800" b="1">
                <a:solidFill>
                  <a:srgbClr val="FF0000"/>
                </a:solidFill>
                <a:latin typeface="Times New Roman" panose="02020603050405020304" pitchFamily="18" charset="0"/>
              </a:rPr>
              <a:t>4. Kẻ khung</a:t>
            </a:r>
          </a:p>
          <a:p>
            <a:pPr eaLnBrk="1" hangingPunct="1">
              <a:buFont typeface="Wingdings" panose="05000000000000000000" pitchFamily="2" charset="2"/>
              <a:buChar char="Ø"/>
            </a:pPr>
            <a:endParaRPr lang="en-US" altLang="vi-VN" sz="2800">
              <a:solidFill>
                <a:srgbClr val="FF0000"/>
              </a:solidFill>
              <a:latin typeface="Times New Roman" panose="02020603050405020304" pitchFamily="18" charset="0"/>
            </a:endParaRPr>
          </a:p>
          <a:p>
            <a:pPr eaLnBrk="1" hangingPunct="1">
              <a:buFont typeface="Wingdings" panose="05000000000000000000" pitchFamily="2" charset="2"/>
              <a:buChar char="Ø"/>
            </a:pPr>
            <a:endParaRPr lang="en-US" altLang="vi-VN" sz="2400"/>
          </a:p>
        </p:txBody>
      </p:sp>
      <p:pic>
        <p:nvPicPr>
          <p:cNvPr id="315396" name="Picture 4">
            <a:extLst>
              <a:ext uri="{FF2B5EF4-FFF2-40B4-BE49-F238E27FC236}">
                <a16:creationId xmlns:a16="http://schemas.microsoft.com/office/drawing/2014/main" id="{9AA8226A-31B2-A65F-FF50-20EB10AA35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057400"/>
            <a:ext cx="7924800"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315395">
                                            <p:txEl>
                                              <p:pRg st="0" end="0"/>
                                            </p:txEl>
                                          </p:spTgt>
                                        </p:tgtEl>
                                        <p:attrNameLst>
                                          <p:attrName>style.visibility</p:attrName>
                                        </p:attrNameLst>
                                      </p:cBhvr>
                                      <p:to>
                                        <p:strVal val="visible"/>
                                      </p:to>
                                    </p:set>
                                    <p:animEffect transition="in" filter="wheel(4)">
                                      <p:cBhvr>
                                        <p:cTn id="7" dur="2000"/>
                                        <p:tgtEl>
                                          <p:spTgt spid="3153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1" presetClass="entr" presetSubtype="4" fill="hold" nodeType="clickEffect">
                                  <p:stCondLst>
                                    <p:cond delay="0"/>
                                  </p:stCondLst>
                                  <p:childTnLst>
                                    <p:set>
                                      <p:cBhvr>
                                        <p:cTn id="11" dur="1" fill="hold">
                                          <p:stCondLst>
                                            <p:cond delay="0"/>
                                          </p:stCondLst>
                                        </p:cTn>
                                        <p:tgtEl>
                                          <p:spTgt spid="315396"/>
                                        </p:tgtEl>
                                        <p:attrNameLst>
                                          <p:attrName>style.visibility</p:attrName>
                                        </p:attrNameLst>
                                      </p:cBhvr>
                                      <p:to>
                                        <p:strVal val="visible"/>
                                      </p:to>
                                    </p:set>
                                    <p:animEffect transition="in" filter="wheel(4)">
                                      <p:cBhvr>
                                        <p:cTn id="12" dur="2000"/>
                                        <p:tgtEl>
                                          <p:spTgt spid="3153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5">
            <a:extLst>
              <a:ext uri="{FF2B5EF4-FFF2-40B4-BE49-F238E27FC236}">
                <a16:creationId xmlns:a16="http://schemas.microsoft.com/office/drawing/2014/main" id="{80BB04DA-DFAD-7310-06BF-B3858540F409}"/>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29054255-7EB8-47FB-8AD1-1935712FA718}" type="slidenum">
              <a:rPr lang="en-US" altLang="vi-VN" sz="1000">
                <a:latin typeface="Verdana" panose="020B0604030504040204" pitchFamily="34" charset="0"/>
              </a:rPr>
              <a:pPr algn="r" eaLnBrk="1" hangingPunct="1">
                <a:spcBef>
                  <a:spcPct val="0"/>
                </a:spcBef>
                <a:buFontTx/>
                <a:buNone/>
              </a:pPr>
              <a:t>43</a:t>
            </a:fld>
            <a:endParaRPr lang="en-US" altLang="vi-VN" sz="1000">
              <a:latin typeface="Verdana" panose="020B0604030504040204" pitchFamily="34" charset="0"/>
            </a:endParaRPr>
          </a:p>
        </p:txBody>
      </p:sp>
      <p:sp>
        <p:nvSpPr>
          <p:cNvPr id="59395" name="Rectangle 2">
            <a:extLst>
              <a:ext uri="{FF2B5EF4-FFF2-40B4-BE49-F238E27FC236}">
                <a16:creationId xmlns:a16="http://schemas.microsoft.com/office/drawing/2014/main" id="{325FF4C9-241A-B5C1-B53E-766BD7C9296C}"/>
              </a:ext>
            </a:extLst>
          </p:cNvPr>
          <p:cNvSpPr>
            <a:spLocks noGrp="1" noChangeArrowheads="1"/>
          </p:cNvSpPr>
          <p:nvPr>
            <p:ph type="title" idx="4294967295"/>
          </p:nvPr>
        </p:nvSpPr>
        <p:spPr>
          <a:xfrm>
            <a:off x="127000" y="76200"/>
            <a:ext cx="9144000" cy="609600"/>
          </a:xfrm>
        </p:spPr>
        <p:txBody>
          <a:bodyPr anchor="b"/>
          <a:lstStyle/>
          <a:p>
            <a:pPr eaLnBrk="1" hangingPunct="1"/>
            <a:r>
              <a:rPr lang="en-US" altLang="vi-VN" sz="2400" b="1">
                <a:solidFill>
                  <a:srgbClr val="FF0000"/>
                </a:solidFill>
                <a:latin typeface="Times New Roman" panose="02020603050405020304" pitchFamily="18" charset="0"/>
              </a:rPr>
              <a:t>III</a:t>
            </a:r>
            <a:r>
              <a:rPr lang="en-US" altLang="vi-VN" sz="2400">
                <a:solidFill>
                  <a:srgbClr val="FF0000"/>
                </a:solidFill>
                <a:latin typeface="Times New Roman" panose="02020603050405020304" pitchFamily="18" charset="0"/>
              </a:rPr>
              <a:t>. </a:t>
            </a:r>
            <a:r>
              <a:rPr lang="en-US" altLang="vi-VN" sz="2400" b="1">
                <a:solidFill>
                  <a:srgbClr val="FF0000"/>
                </a:solidFill>
                <a:latin typeface="Times New Roman" panose="02020603050405020304" pitchFamily="18" charset="0"/>
              </a:rPr>
              <a:t>ĐỊNH DẠNG VÀ CÁCH HIỂN THỊ DỮ LIỆU (TT)</a:t>
            </a:r>
          </a:p>
        </p:txBody>
      </p:sp>
      <p:sp>
        <p:nvSpPr>
          <p:cNvPr id="316419" name="Rectangle 3">
            <a:extLst>
              <a:ext uri="{FF2B5EF4-FFF2-40B4-BE49-F238E27FC236}">
                <a16:creationId xmlns:a16="http://schemas.microsoft.com/office/drawing/2014/main" id="{97ECB161-AA4D-AE10-3D14-183956019960}"/>
              </a:ext>
            </a:extLst>
          </p:cNvPr>
          <p:cNvSpPr>
            <a:spLocks noGrp="1" noChangeArrowheads="1"/>
          </p:cNvSpPr>
          <p:nvPr>
            <p:ph type="body" idx="4294967295"/>
          </p:nvPr>
        </p:nvSpPr>
        <p:spPr>
          <a:xfrm>
            <a:off x="457200" y="1143000"/>
            <a:ext cx="8229600" cy="5254625"/>
          </a:xfrm>
        </p:spPr>
        <p:txBody>
          <a:bodyPr/>
          <a:lstStyle/>
          <a:p>
            <a:pPr eaLnBrk="1" hangingPunct="1">
              <a:buFont typeface="Wingdings" panose="05000000000000000000" pitchFamily="2" charset="2"/>
              <a:buNone/>
            </a:pPr>
            <a:r>
              <a:rPr lang="en-US" altLang="vi-VN" sz="2800" b="1">
                <a:solidFill>
                  <a:srgbClr val="FF0000"/>
                </a:solidFill>
                <a:latin typeface="Times New Roman" panose="02020603050405020304" pitchFamily="18" charset="0"/>
              </a:rPr>
              <a:t>5. Tô màu nền cho bảng tính</a:t>
            </a:r>
          </a:p>
          <a:p>
            <a:pPr eaLnBrk="1" hangingPunct="1">
              <a:buFont typeface="Wingdings" panose="05000000000000000000" pitchFamily="2" charset="2"/>
              <a:buNone/>
            </a:pPr>
            <a:r>
              <a:rPr lang="en-US" altLang="vi-VN" sz="2800">
                <a:latin typeface="Times New Roman" panose="02020603050405020304" pitchFamily="18" charset="0"/>
              </a:rPr>
              <a:t>Chọn lệnh </a:t>
            </a:r>
            <a:r>
              <a:rPr lang="en-US" altLang="vi-VN" sz="2800" b="1">
                <a:latin typeface="Times New Roman" panose="02020603050405020304" pitchFamily="18" charset="0"/>
              </a:rPr>
              <a:t>Format \Cells</a:t>
            </a:r>
            <a:r>
              <a:rPr lang="en-US" altLang="vi-VN" sz="2800">
                <a:latin typeface="Times New Roman" panose="02020603050405020304" pitchFamily="18" charset="0"/>
              </a:rPr>
              <a:t> \ Chọn lớp Patterns:</a:t>
            </a:r>
          </a:p>
          <a:p>
            <a:pPr eaLnBrk="1" hangingPunct="1">
              <a:buFont typeface="Wingdings" panose="05000000000000000000" pitchFamily="2" charset="2"/>
              <a:buNone/>
            </a:pPr>
            <a:endParaRPr lang="en-US" altLang="vi-VN" sz="2800">
              <a:latin typeface="Times New Roman" panose="02020603050405020304" pitchFamily="18" charset="0"/>
            </a:endParaRPr>
          </a:p>
          <a:p>
            <a:pPr eaLnBrk="1" hangingPunct="1">
              <a:buFont typeface="Wingdings" panose="05000000000000000000" pitchFamily="2" charset="2"/>
              <a:buNone/>
            </a:pPr>
            <a:endParaRPr lang="en-US" altLang="vi-VN" sz="2400" b="1"/>
          </a:p>
        </p:txBody>
      </p:sp>
      <p:pic>
        <p:nvPicPr>
          <p:cNvPr id="316421" name="Picture 5">
            <a:extLst>
              <a:ext uri="{FF2B5EF4-FFF2-40B4-BE49-F238E27FC236}">
                <a16:creationId xmlns:a16="http://schemas.microsoft.com/office/drawing/2014/main" id="{12449DA0-E005-FBA5-1C04-A46396C87B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2336800"/>
            <a:ext cx="5715000"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316419">
                                            <p:txEl>
                                              <p:pRg st="0" end="0"/>
                                            </p:txEl>
                                          </p:spTgt>
                                        </p:tgtEl>
                                        <p:attrNameLst>
                                          <p:attrName>style.visibility</p:attrName>
                                        </p:attrNameLst>
                                      </p:cBhvr>
                                      <p:to>
                                        <p:strVal val="visible"/>
                                      </p:to>
                                    </p:set>
                                    <p:animEffect transition="in" filter="wheel(4)">
                                      <p:cBhvr>
                                        <p:cTn id="7" dur="2000"/>
                                        <p:tgtEl>
                                          <p:spTgt spid="3164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1" presetClass="entr" presetSubtype="4" fill="hold" nodeType="clickEffect">
                                  <p:stCondLst>
                                    <p:cond delay="0"/>
                                  </p:stCondLst>
                                  <p:childTnLst>
                                    <p:set>
                                      <p:cBhvr>
                                        <p:cTn id="11" dur="1" fill="hold">
                                          <p:stCondLst>
                                            <p:cond delay="0"/>
                                          </p:stCondLst>
                                        </p:cTn>
                                        <p:tgtEl>
                                          <p:spTgt spid="316419">
                                            <p:txEl>
                                              <p:pRg st="1" end="1"/>
                                            </p:txEl>
                                          </p:spTgt>
                                        </p:tgtEl>
                                        <p:attrNameLst>
                                          <p:attrName>style.visibility</p:attrName>
                                        </p:attrNameLst>
                                      </p:cBhvr>
                                      <p:to>
                                        <p:strVal val="visible"/>
                                      </p:to>
                                    </p:set>
                                    <p:animEffect transition="in" filter="wheel(4)">
                                      <p:cBhvr>
                                        <p:cTn id="12" dur="2000"/>
                                        <p:tgtEl>
                                          <p:spTgt spid="31641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1" presetClass="entr" presetSubtype="4" fill="hold" nodeType="clickEffect">
                                  <p:stCondLst>
                                    <p:cond delay="0"/>
                                  </p:stCondLst>
                                  <p:childTnLst>
                                    <p:set>
                                      <p:cBhvr>
                                        <p:cTn id="16" dur="1" fill="hold">
                                          <p:stCondLst>
                                            <p:cond delay="0"/>
                                          </p:stCondLst>
                                        </p:cTn>
                                        <p:tgtEl>
                                          <p:spTgt spid="316421"/>
                                        </p:tgtEl>
                                        <p:attrNameLst>
                                          <p:attrName>style.visibility</p:attrName>
                                        </p:attrNameLst>
                                      </p:cBhvr>
                                      <p:to>
                                        <p:strVal val="visible"/>
                                      </p:to>
                                    </p:set>
                                    <p:animEffect transition="in" filter="wheel(4)">
                                      <p:cBhvr>
                                        <p:cTn id="17" dur="2000"/>
                                        <p:tgtEl>
                                          <p:spTgt spid="3164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Number Placeholder 5">
            <a:extLst>
              <a:ext uri="{FF2B5EF4-FFF2-40B4-BE49-F238E27FC236}">
                <a16:creationId xmlns:a16="http://schemas.microsoft.com/office/drawing/2014/main" id="{708405BE-086E-D0B1-83F8-30FE08A99FBC}"/>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C54785C5-467F-4F39-88DB-EC561D68B34D}" type="slidenum">
              <a:rPr lang="en-US" altLang="vi-VN" sz="1000">
                <a:latin typeface="Verdana" panose="020B0604030504040204" pitchFamily="34" charset="0"/>
              </a:rPr>
              <a:pPr algn="r" eaLnBrk="1" hangingPunct="1">
                <a:spcBef>
                  <a:spcPct val="0"/>
                </a:spcBef>
                <a:buFontTx/>
                <a:buNone/>
              </a:pPr>
              <a:t>44</a:t>
            </a:fld>
            <a:endParaRPr lang="en-US" altLang="vi-VN" sz="1000">
              <a:latin typeface="Verdana" panose="020B0604030504040204" pitchFamily="34" charset="0"/>
            </a:endParaRPr>
          </a:p>
        </p:txBody>
      </p:sp>
      <p:sp>
        <p:nvSpPr>
          <p:cNvPr id="60419" name="Rectangle 2">
            <a:extLst>
              <a:ext uri="{FF2B5EF4-FFF2-40B4-BE49-F238E27FC236}">
                <a16:creationId xmlns:a16="http://schemas.microsoft.com/office/drawing/2014/main" id="{844CC472-46D7-25BF-8CAA-9C48F82D6A3C}"/>
              </a:ext>
            </a:extLst>
          </p:cNvPr>
          <p:cNvSpPr>
            <a:spLocks noGrp="1" noChangeArrowheads="1"/>
          </p:cNvSpPr>
          <p:nvPr>
            <p:ph type="title" idx="4294967295"/>
          </p:nvPr>
        </p:nvSpPr>
        <p:spPr>
          <a:xfrm>
            <a:off x="1447800" y="668338"/>
            <a:ext cx="6858000" cy="249237"/>
          </a:xfrm>
        </p:spPr>
        <p:txBody>
          <a:bodyPr anchor="b"/>
          <a:lstStyle/>
          <a:p>
            <a:pPr eaLnBrk="1" hangingPunct="1"/>
            <a:r>
              <a:rPr lang="en-US" altLang="vi-VN" sz="2000" b="1">
                <a:solidFill>
                  <a:srgbClr val="FF0000"/>
                </a:solidFill>
                <a:latin typeface="Times New Roman" panose="02020603050405020304" pitchFamily="18" charset="0"/>
              </a:rPr>
              <a:t>Chương 10</a:t>
            </a:r>
            <a:br>
              <a:rPr lang="en-US" altLang="vi-VN" sz="2000" b="1">
                <a:solidFill>
                  <a:srgbClr val="FF0000"/>
                </a:solidFill>
                <a:latin typeface="Times New Roman" panose="02020603050405020304" pitchFamily="18" charset="0"/>
              </a:rPr>
            </a:br>
            <a:r>
              <a:rPr lang="en-US" altLang="vi-VN" sz="2800" b="1">
                <a:solidFill>
                  <a:srgbClr val="FF0000"/>
                </a:solidFill>
                <a:latin typeface="Times New Roman" panose="02020603050405020304" pitchFamily="18" charset="0"/>
              </a:rPr>
              <a:t>CÁC HÀM TRONG EXCEL</a:t>
            </a:r>
          </a:p>
        </p:txBody>
      </p:sp>
      <p:sp>
        <p:nvSpPr>
          <p:cNvPr id="319491" name="Rectangle 3">
            <a:extLst>
              <a:ext uri="{FF2B5EF4-FFF2-40B4-BE49-F238E27FC236}">
                <a16:creationId xmlns:a16="http://schemas.microsoft.com/office/drawing/2014/main" id="{1AF35C1C-3A13-8839-AE53-FD7CD118B52A}"/>
              </a:ext>
            </a:extLst>
          </p:cNvPr>
          <p:cNvSpPr>
            <a:spLocks noGrp="1" noChangeArrowheads="1"/>
          </p:cNvSpPr>
          <p:nvPr>
            <p:ph type="body" idx="4294967295"/>
          </p:nvPr>
        </p:nvSpPr>
        <p:spPr>
          <a:xfrm>
            <a:off x="381000" y="1143000"/>
            <a:ext cx="8534400" cy="5410200"/>
          </a:xfrm>
        </p:spPr>
        <p:txBody>
          <a:bodyPr/>
          <a:lstStyle/>
          <a:p>
            <a:pPr marL="0" indent="0" algn="just" eaLnBrk="1" hangingPunct="1">
              <a:lnSpc>
                <a:spcPct val="90000"/>
              </a:lnSpc>
              <a:buFont typeface="Wingdings" panose="05000000000000000000" pitchFamily="2" charset="2"/>
              <a:buNone/>
            </a:pPr>
            <a:r>
              <a:rPr lang="en-US" altLang="vi-VN" sz="1800" b="1">
                <a:solidFill>
                  <a:srgbClr val="FF0000"/>
                </a:solidFill>
                <a:latin typeface="Times New Roman" panose="02020603050405020304" pitchFamily="18" charset="0"/>
              </a:rPr>
              <a:t>I. ĐỊNH NGHĨA HÀM</a:t>
            </a:r>
            <a:endParaRPr lang="en-US" altLang="vi-VN" sz="2800">
              <a:solidFill>
                <a:srgbClr val="0000FF"/>
              </a:solidFill>
              <a:latin typeface="Times New Roman" panose="02020603050405020304" pitchFamily="18" charset="0"/>
            </a:endParaRPr>
          </a:p>
          <a:p>
            <a:pPr marL="0" indent="0" algn="just" eaLnBrk="1" hangingPunct="1">
              <a:lnSpc>
                <a:spcPct val="90000"/>
              </a:lnSpc>
              <a:buFont typeface="Wingdings" panose="05000000000000000000" pitchFamily="2" charset="2"/>
              <a:buNone/>
            </a:pPr>
            <a:r>
              <a:rPr lang="en-US" altLang="vi-VN" sz="2800">
                <a:solidFill>
                  <a:srgbClr val="0000FF"/>
                </a:solidFill>
                <a:latin typeface="Times New Roman" panose="02020603050405020304" pitchFamily="18" charset="0"/>
              </a:rPr>
              <a:t>Hàm là một thành phần của dữ liệu loại công thức và được xem là những công thức được xây dựng sẵn nhằm thực hiện các công việc tính toán phức tạp.</a:t>
            </a:r>
            <a:endParaRPr lang="en-US" altLang="vi-VN" sz="2800" b="1">
              <a:solidFill>
                <a:srgbClr val="0000FF"/>
              </a:solidFill>
              <a:latin typeface="Times New Roman" panose="02020603050405020304" pitchFamily="18" charset="0"/>
            </a:endParaRPr>
          </a:p>
          <a:p>
            <a:pPr marL="0" indent="0" eaLnBrk="1" hangingPunct="1">
              <a:lnSpc>
                <a:spcPct val="90000"/>
              </a:lnSpc>
              <a:buFont typeface="Wingdings" panose="05000000000000000000" pitchFamily="2" charset="2"/>
              <a:buNone/>
            </a:pPr>
            <a:r>
              <a:rPr lang="en-US" altLang="vi-VN" sz="2800" b="1">
                <a:solidFill>
                  <a:srgbClr val="FF0000"/>
                </a:solidFill>
                <a:latin typeface="Times New Roman" panose="02020603050405020304" pitchFamily="18" charset="0"/>
              </a:rPr>
              <a:t>Dạng thức tổng quát:</a:t>
            </a:r>
          </a:p>
          <a:p>
            <a:pPr marL="0" indent="0" algn="just" eaLnBrk="1" hangingPunct="1">
              <a:lnSpc>
                <a:spcPct val="90000"/>
              </a:lnSpc>
              <a:buClr>
                <a:srgbClr val="FF0000"/>
              </a:buClr>
              <a:buFont typeface="Wingdings" panose="05000000000000000000" pitchFamily="2" charset="2"/>
              <a:buChar char="Ø"/>
            </a:pPr>
            <a:r>
              <a:rPr lang="en-US" altLang="vi-VN" sz="2800" b="1">
                <a:latin typeface="Times New Roman" panose="02020603050405020304" pitchFamily="18" charset="0"/>
              </a:rPr>
              <a:t>=TÊN HÀM (Tham số 1, Tham số 2,…)</a:t>
            </a:r>
            <a:endParaRPr lang="en-US" altLang="vi-VN" sz="2800">
              <a:latin typeface="Times New Roman" panose="02020603050405020304" pitchFamily="18" charset="0"/>
            </a:endParaRPr>
          </a:p>
          <a:p>
            <a:pPr marL="0" indent="0" algn="just" eaLnBrk="1" hangingPunct="1">
              <a:lnSpc>
                <a:spcPct val="90000"/>
              </a:lnSpc>
              <a:buClr>
                <a:srgbClr val="FF0000"/>
              </a:buClr>
              <a:buFont typeface="Wingdings" panose="05000000000000000000" pitchFamily="2" charset="2"/>
              <a:buChar char="Ø"/>
            </a:pPr>
            <a:r>
              <a:rPr lang="en-US" altLang="vi-VN" sz="2800">
                <a:latin typeface="Times New Roman" panose="02020603050405020304" pitchFamily="18" charset="0"/>
              </a:rPr>
              <a:t>Trong đó: </a:t>
            </a:r>
            <a:r>
              <a:rPr lang="en-US" altLang="vi-VN" sz="2800" b="1">
                <a:latin typeface="Times New Roman" panose="02020603050405020304" pitchFamily="18" charset="0"/>
              </a:rPr>
              <a:t>&lt;TÊN HÀM&gt;</a:t>
            </a:r>
            <a:r>
              <a:rPr lang="en-US" altLang="vi-VN" sz="2800">
                <a:latin typeface="Times New Roman" panose="02020603050405020304" pitchFamily="18" charset="0"/>
              </a:rPr>
              <a:t> là tên qui ước của hàm trong Excel không phân biệt chữ hoa hay thường.</a:t>
            </a:r>
            <a:endParaRPr lang="en-US" altLang="vi-VN" sz="2800" b="1">
              <a:latin typeface="Times New Roman" panose="02020603050405020304" pitchFamily="18" charset="0"/>
            </a:endParaRPr>
          </a:p>
          <a:p>
            <a:pPr marL="0" indent="0" algn="just" eaLnBrk="1" hangingPunct="1">
              <a:lnSpc>
                <a:spcPct val="90000"/>
              </a:lnSpc>
              <a:buClr>
                <a:srgbClr val="FF0000"/>
              </a:buClr>
              <a:buFont typeface="Wingdings" panose="05000000000000000000" pitchFamily="2" charset="2"/>
              <a:buChar char="Ø"/>
            </a:pPr>
            <a:r>
              <a:rPr lang="en-US" altLang="vi-VN" sz="2800" b="1">
                <a:latin typeface="Times New Roman" panose="02020603050405020304" pitchFamily="18" charset="0"/>
              </a:rPr>
              <a:t>Các tham số</a:t>
            </a:r>
            <a:r>
              <a:rPr lang="en-US" altLang="vi-VN" sz="2800">
                <a:latin typeface="Times New Roman" panose="02020603050405020304" pitchFamily="18" charset="0"/>
              </a:rPr>
              <a:t>: Đặt cách nhau bởi dấu "," hoặc ";" tuỳ theo khai báo trong </a:t>
            </a:r>
            <a:r>
              <a:rPr lang="en-US" altLang="vi-VN" sz="2800" b="1">
                <a:latin typeface="Times New Roman" panose="02020603050405020304" pitchFamily="18" charset="0"/>
              </a:rPr>
              <a:t>Control Panel</a:t>
            </a:r>
            <a:r>
              <a:rPr lang="en-US" altLang="vi-VN" sz="2800">
                <a:latin typeface="Times New Roman" panose="02020603050405020304" pitchFamily="18" charset="0"/>
              </a:rPr>
              <a:t>.</a:t>
            </a:r>
            <a:r>
              <a:rPr lang="en-US" altLang="vi-VN" sz="280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319491">
                                            <p:txEl>
                                              <p:pRg st="1" end="1"/>
                                            </p:txEl>
                                          </p:spTgt>
                                        </p:tgtEl>
                                        <p:attrNameLst>
                                          <p:attrName>style.visibility</p:attrName>
                                        </p:attrNameLst>
                                      </p:cBhvr>
                                      <p:to>
                                        <p:strVal val="visible"/>
                                      </p:to>
                                    </p:set>
                                    <p:animEffect transition="in" filter="wheel(4)">
                                      <p:cBhvr>
                                        <p:cTn id="7" dur="2000"/>
                                        <p:tgtEl>
                                          <p:spTgt spid="31949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1" presetClass="entr" presetSubtype="4" fill="hold" nodeType="clickEffect">
                                  <p:stCondLst>
                                    <p:cond delay="0"/>
                                  </p:stCondLst>
                                  <p:childTnLst>
                                    <p:set>
                                      <p:cBhvr>
                                        <p:cTn id="11" dur="1" fill="hold">
                                          <p:stCondLst>
                                            <p:cond delay="0"/>
                                          </p:stCondLst>
                                        </p:cTn>
                                        <p:tgtEl>
                                          <p:spTgt spid="319491">
                                            <p:txEl>
                                              <p:pRg st="0" end="0"/>
                                            </p:txEl>
                                          </p:spTgt>
                                        </p:tgtEl>
                                        <p:attrNameLst>
                                          <p:attrName>style.visibility</p:attrName>
                                        </p:attrNameLst>
                                      </p:cBhvr>
                                      <p:to>
                                        <p:strVal val="visible"/>
                                      </p:to>
                                    </p:set>
                                    <p:animEffect transition="in" filter="wheel(4)">
                                      <p:cBhvr>
                                        <p:cTn id="12" dur="2000"/>
                                        <p:tgtEl>
                                          <p:spTgt spid="31949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1" presetClass="entr" presetSubtype="4" fill="hold" nodeType="clickEffect">
                                  <p:stCondLst>
                                    <p:cond delay="0"/>
                                  </p:stCondLst>
                                  <p:childTnLst>
                                    <p:set>
                                      <p:cBhvr>
                                        <p:cTn id="16" dur="1" fill="hold">
                                          <p:stCondLst>
                                            <p:cond delay="0"/>
                                          </p:stCondLst>
                                        </p:cTn>
                                        <p:tgtEl>
                                          <p:spTgt spid="319491">
                                            <p:txEl>
                                              <p:pRg st="2" end="2"/>
                                            </p:txEl>
                                          </p:spTgt>
                                        </p:tgtEl>
                                        <p:attrNameLst>
                                          <p:attrName>style.visibility</p:attrName>
                                        </p:attrNameLst>
                                      </p:cBhvr>
                                      <p:to>
                                        <p:strVal val="visible"/>
                                      </p:to>
                                    </p:set>
                                    <p:animEffect transition="in" filter="wheel(4)">
                                      <p:cBhvr>
                                        <p:cTn id="17" dur="2000"/>
                                        <p:tgtEl>
                                          <p:spTgt spid="31949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1" presetClass="entr" presetSubtype="0" fill="hold" nodeType="clickEffect">
                                  <p:stCondLst>
                                    <p:cond delay="0"/>
                                  </p:stCondLst>
                                  <p:iterate type="lt">
                                    <p:tmPct val="10000"/>
                                  </p:iterate>
                                  <p:childTnLst>
                                    <p:set>
                                      <p:cBhvr>
                                        <p:cTn id="21" dur="1" fill="hold">
                                          <p:stCondLst>
                                            <p:cond delay="0"/>
                                          </p:stCondLst>
                                        </p:cTn>
                                        <p:tgtEl>
                                          <p:spTgt spid="319491">
                                            <p:txEl>
                                              <p:pRg st="3" end="3"/>
                                            </p:txEl>
                                          </p:spTgt>
                                        </p:tgtEl>
                                        <p:attrNameLst>
                                          <p:attrName>style.visibility</p:attrName>
                                        </p:attrNameLst>
                                      </p:cBhvr>
                                      <p:to>
                                        <p:strVal val="visible"/>
                                      </p:to>
                                    </p:set>
                                    <p:anim calcmode="lin" valueType="num">
                                      <p:cBhvr>
                                        <p:cTn id="22" dur="500" fill="hold"/>
                                        <p:tgtEl>
                                          <p:spTgt spid="319491">
                                            <p:txEl>
                                              <p:pRg st="3" end="3"/>
                                            </p:txEl>
                                          </p:spTgt>
                                        </p:tgtEl>
                                        <p:attrNameLst>
                                          <p:attrName>ppt_x</p:attrName>
                                        </p:attrNameLst>
                                      </p:cBhvr>
                                      <p:tavLst>
                                        <p:tav tm="0">
                                          <p:val>
                                            <p:strVal val="#ppt_x"/>
                                          </p:val>
                                        </p:tav>
                                        <p:tav tm="50000">
                                          <p:val>
                                            <p:strVal val="#ppt_x+.1"/>
                                          </p:val>
                                        </p:tav>
                                        <p:tav tm="100000">
                                          <p:val>
                                            <p:strVal val="#ppt_x"/>
                                          </p:val>
                                        </p:tav>
                                      </p:tavLst>
                                    </p:anim>
                                    <p:anim calcmode="lin" valueType="num">
                                      <p:cBhvr>
                                        <p:cTn id="23" dur="500" fill="hold"/>
                                        <p:tgtEl>
                                          <p:spTgt spid="319491">
                                            <p:txEl>
                                              <p:pRg st="3" end="3"/>
                                            </p:txEl>
                                          </p:spTgt>
                                        </p:tgtEl>
                                        <p:attrNameLst>
                                          <p:attrName>ppt_y</p:attrName>
                                        </p:attrNameLst>
                                      </p:cBhvr>
                                      <p:tavLst>
                                        <p:tav tm="0">
                                          <p:val>
                                            <p:strVal val="#ppt_y"/>
                                          </p:val>
                                        </p:tav>
                                        <p:tav tm="100000">
                                          <p:val>
                                            <p:strVal val="#ppt_y"/>
                                          </p:val>
                                        </p:tav>
                                      </p:tavLst>
                                    </p:anim>
                                    <p:anim calcmode="lin" valueType="num">
                                      <p:cBhvr>
                                        <p:cTn id="24" dur="500" fill="hold"/>
                                        <p:tgtEl>
                                          <p:spTgt spid="319491">
                                            <p:txEl>
                                              <p:pRg st="3" end="3"/>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5" dur="500" fill="hold"/>
                                        <p:tgtEl>
                                          <p:spTgt spid="319491">
                                            <p:txEl>
                                              <p:pRg st="3" end="3"/>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6" dur="500" tmFilter="0,0; .5, 1; 1, 1"/>
                                        <p:tgtEl>
                                          <p:spTgt spid="319491">
                                            <p:txEl>
                                              <p:pRg st="3" end="3"/>
                                            </p:txEl>
                                          </p:spTgt>
                                        </p:tgtEl>
                                      </p:cBhvr>
                                    </p:animEffect>
                                  </p:childTnLst>
                                </p:cTn>
                              </p:par>
                              <p:par>
                                <p:cTn id="27" presetID="41" presetClass="entr" presetSubtype="0" fill="hold" nodeType="withEffect">
                                  <p:stCondLst>
                                    <p:cond delay="0"/>
                                  </p:stCondLst>
                                  <p:iterate type="lt">
                                    <p:tmPct val="10000"/>
                                  </p:iterate>
                                  <p:childTnLst>
                                    <p:set>
                                      <p:cBhvr>
                                        <p:cTn id="28" dur="1" fill="hold">
                                          <p:stCondLst>
                                            <p:cond delay="0"/>
                                          </p:stCondLst>
                                        </p:cTn>
                                        <p:tgtEl>
                                          <p:spTgt spid="319491">
                                            <p:txEl>
                                              <p:pRg st="4" end="4"/>
                                            </p:txEl>
                                          </p:spTgt>
                                        </p:tgtEl>
                                        <p:attrNameLst>
                                          <p:attrName>style.visibility</p:attrName>
                                        </p:attrNameLst>
                                      </p:cBhvr>
                                      <p:to>
                                        <p:strVal val="visible"/>
                                      </p:to>
                                    </p:set>
                                    <p:anim calcmode="lin" valueType="num">
                                      <p:cBhvr>
                                        <p:cTn id="29" dur="500" fill="hold"/>
                                        <p:tgtEl>
                                          <p:spTgt spid="319491">
                                            <p:txEl>
                                              <p:pRg st="4" end="4"/>
                                            </p:txEl>
                                          </p:spTgt>
                                        </p:tgtEl>
                                        <p:attrNameLst>
                                          <p:attrName>ppt_x</p:attrName>
                                        </p:attrNameLst>
                                      </p:cBhvr>
                                      <p:tavLst>
                                        <p:tav tm="0">
                                          <p:val>
                                            <p:strVal val="#ppt_x"/>
                                          </p:val>
                                        </p:tav>
                                        <p:tav tm="50000">
                                          <p:val>
                                            <p:strVal val="#ppt_x+.1"/>
                                          </p:val>
                                        </p:tav>
                                        <p:tav tm="100000">
                                          <p:val>
                                            <p:strVal val="#ppt_x"/>
                                          </p:val>
                                        </p:tav>
                                      </p:tavLst>
                                    </p:anim>
                                    <p:anim calcmode="lin" valueType="num">
                                      <p:cBhvr>
                                        <p:cTn id="30" dur="500" fill="hold"/>
                                        <p:tgtEl>
                                          <p:spTgt spid="319491">
                                            <p:txEl>
                                              <p:pRg st="4" end="4"/>
                                            </p:txEl>
                                          </p:spTgt>
                                        </p:tgtEl>
                                        <p:attrNameLst>
                                          <p:attrName>ppt_y</p:attrName>
                                        </p:attrNameLst>
                                      </p:cBhvr>
                                      <p:tavLst>
                                        <p:tav tm="0">
                                          <p:val>
                                            <p:strVal val="#ppt_y"/>
                                          </p:val>
                                        </p:tav>
                                        <p:tav tm="100000">
                                          <p:val>
                                            <p:strVal val="#ppt_y"/>
                                          </p:val>
                                        </p:tav>
                                      </p:tavLst>
                                    </p:anim>
                                    <p:anim calcmode="lin" valueType="num">
                                      <p:cBhvr>
                                        <p:cTn id="31" dur="500" fill="hold"/>
                                        <p:tgtEl>
                                          <p:spTgt spid="319491">
                                            <p:txEl>
                                              <p:pRg st="4" end="4"/>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2" dur="500" fill="hold"/>
                                        <p:tgtEl>
                                          <p:spTgt spid="319491">
                                            <p:txEl>
                                              <p:pRg st="4" end="4"/>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3" dur="500" tmFilter="0,0; .5, 1; 1, 1"/>
                                        <p:tgtEl>
                                          <p:spTgt spid="319491">
                                            <p:txEl>
                                              <p:pRg st="4" end="4"/>
                                            </p:txEl>
                                          </p:spTgt>
                                        </p:tgtEl>
                                      </p:cBhvr>
                                    </p:animEffect>
                                  </p:childTnLst>
                                </p:cTn>
                              </p:par>
                              <p:par>
                                <p:cTn id="34" presetID="41" presetClass="entr" presetSubtype="0" fill="hold" nodeType="withEffect">
                                  <p:stCondLst>
                                    <p:cond delay="0"/>
                                  </p:stCondLst>
                                  <p:iterate type="lt">
                                    <p:tmPct val="10000"/>
                                  </p:iterate>
                                  <p:childTnLst>
                                    <p:set>
                                      <p:cBhvr>
                                        <p:cTn id="35" dur="1" fill="hold">
                                          <p:stCondLst>
                                            <p:cond delay="0"/>
                                          </p:stCondLst>
                                        </p:cTn>
                                        <p:tgtEl>
                                          <p:spTgt spid="319491">
                                            <p:txEl>
                                              <p:pRg st="5" end="5"/>
                                            </p:txEl>
                                          </p:spTgt>
                                        </p:tgtEl>
                                        <p:attrNameLst>
                                          <p:attrName>style.visibility</p:attrName>
                                        </p:attrNameLst>
                                      </p:cBhvr>
                                      <p:to>
                                        <p:strVal val="visible"/>
                                      </p:to>
                                    </p:set>
                                    <p:anim calcmode="lin" valueType="num">
                                      <p:cBhvr>
                                        <p:cTn id="36" dur="500" fill="hold"/>
                                        <p:tgtEl>
                                          <p:spTgt spid="319491">
                                            <p:txEl>
                                              <p:pRg st="5" end="5"/>
                                            </p:txEl>
                                          </p:spTgt>
                                        </p:tgtEl>
                                        <p:attrNameLst>
                                          <p:attrName>ppt_x</p:attrName>
                                        </p:attrNameLst>
                                      </p:cBhvr>
                                      <p:tavLst>
                                        <p:tav tm="0">
                                          <p:val>
                                            <p:strVal val="#ppt_x"/>
                                          </p:val>
                                        </p:tav>
                                        <p:tav tm="50000">
                                          <p:val>
                                            <p:strVal val="#ppt_x+.1"/>
                                          </p:val>
                                        </p:tav>
                                        <p:tav tm="100000">
                                          <p:val>
                                            <p:strVal val="#ppt_x"/>
                                          </p:val>
                                        </p:tav>
                                      </p:tavLst>
                                    </p:anim>
                                    <p:anim calcmode="lin" valueType="num">
                                      <p:cBhvr>
                                        <p:cTn id="37" dur="500" fill="hold"/>
                                        <p:tgtEl>
                                          <p:spTgt spid="319491">
                                            <p:txEl>
                                              <p:pRg st="5" end="5"/>
                                            </p:txEl>
                                          </p:spTgt>
                                        </p:tgtEl>
                                        <p:attrNameLst>
                                          <p:attrName>ppt_y</p:attrName>
                                        </p:attrNameLst>
                                      </p:cBhvr>
                                      <p:tavLst>
                                        <p:tav tm="0">
                                          <p:val>
                                            <p:strVal val="#ppt_y"/>
                                          </p:val>
                                        </p:tav>
                                        <p:tav tm="100000">
                                          <p:val>
                                            <p:strVal val="#ppt_y"/>
                                          </p:val>
                                        </p:tav>
                                      </p:tavLst>
                                    </p:anim>
                                    <p:anim calcmode="lin" valueType="num">
                                      <p:cBhvr>
                                        <p:cTn id="38" dur="500" fill="hold"/>
                                        <p:tgtEl>
                                          <p:spTgt spid="319491">
                                            <p:txEl>
                                              <p:pRg st="5" end="5"/>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9" dur="500" fill="hold"/>
                                        <p:tgtEl>
                                          <p:spTgt spid="319491">
                                            <p:txEl>
                                              <p:pRg st="5" end="5"/>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40" dur="500" tmFilter="0,0; .5, 1; 1, 1"/>
                                        <p:tgtEl>
                                          <p:spTgt spid="31949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5">
            <a:extLst>
              <a:ext uri="{FF2B5EF4-FFF2-40B4-BE49-F238E27FC236}">
                <a16:creationId xmlns:a16="http://schemas.microsoft.com/office/drawing/2014/main" id="{ABE8DD5F-8E35-8FC1-08AF-A7C4C5874FFF}"/>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BE205FE1-A86B-4122-86F1-ECBB58B70376}" type="slidenum">
              <a:rPr lang="en-US" altLang="vi-VN" sz="1000">
                <a:latin typeface="Verdana" panose="020B0604030504040204" pitchFamily="34" charset="0"/>
              </a:rPr>
              <a:pPr algn="r" eaLnBrk="1" hangingPunct="1">
                <a:spcBef>
                  <a:spcPct val="0"/>
                </a:spcBef>
                <a:buFontTx/>
                <a:buNone/>
              </a:pPr>
              <a:t>45</a:t>
            </a:fld>
            <a:endParaRPr lang="en-US" altLang="vi-VN" sz="1000">
              <a:latin typeface="Verdana" panose="020B0604030504040204" pitchFamily="34" charset="0"/>
            </a:endParaRPr>
          </a:p>
        </p:txBody>
      </p:sp>
      <p:sp>
        <p:nvSpPr>
          <p:cNvPr id="61443" name="Rectangle 2">
            <a:extLst>
              <a:ext uri="{FF2B5EF4-FFF2-40B4-BE49-F238E27FC236}">
                <a16:creationId xmlns:a16="http://schemas.microsoft.com/office/drawing/2014/main" id="{70C1B6E3-56D4-B6B7-1187-62586B6DDA4B}"/>
              </a:ext>
            </a:extLst>
          </p:cNvPr>
          <p:cNvSpPr>
            <a:spLocks noGrp="1" noChangeArrowheads="1"/>
          </p:cNvSpPr>
          <p:nvPr>
            <p:ph type="title" idx="4294967295"/>
          </p:nvPr>
        </p:nvSpPr>
        <p:spPr/>
        <p:txBody>
          <a:bodyPr anchor="b"/>
          <a:lstStyle/>
          <a:p>
            <a:pPr eaLnBrk="1" hangingPunct="1"/>
            <a:r>
              <a:rPr lang="en-US" altLang="vi-VN" sz="2400" b="1">
                <a:solidFill>
                  <a:srgbClr val="FF0000"/>
                </a:solidFill>
                <a:latin typeface="Times New Roman" panose="02020603050405020304" pitchFamily="18" charset="0"/>
              </a:rPr>
              <a:t>I. ĐỊNH NGHĨA HÀM (TT)</a:t>
            </a:r>
          </a:p>
        </p:txBody>
      </p:sp>
      <p:pic>
        <p:nvPicPr>
          <p:cNvPr id="61444" name="Picture 3">
            <a:extLst>
              <a:ext uri="{FF2B5EF4-FFF2-40B4-BE49-F238E27FC236}">
                <a16:creationId xmlns:a16="http://schemas.microsoft.com/office/drawing/2014/main" id="{963B1768-E70E-36EB-830F-67DCE5F20EEA}"/>
              </a:ext>
            </a:extLst>
          </p:cNvPr>
          <p:cNvPicPr>
            <a:picLocks noChangeAspect="1" noChangeArrowheads="1"/>
          </p:cNvPicPr>
          <p:nvPr>
            <p:ph type="body" idx="4294967295"/>
          </p:nvPr>
        </p:nvPicPr>
        <p:blipFill>
          <a:blip r:embed="rId2">
            <a:extLst>
              <a:ext uri="{28A0092B-C50C-407E-A947-70E740481C1C}">
                <a14:useLocalDpi xmlns:a14="http://schemas.microsoft.com/office/drawing/2010/main" val="0"/>
              </a:ext>
            </a:extLst>
          </a:blip>
          <a:srcRect/>
          <a:stretch>
            <a:fillRect/>
          </a:stretch>
        </p:blipFill>
        <p:spPr>
          <a:xfrm>
            <a:off x="381000" y="1676400"/>
            <a:ext cx="8534400" cy="4876800"/>
          </a:xfr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Number Placeholder 5">
            <a:extLst>
              <a:ext uri="{FF2B5EF4-FFF2-40B4-BE49-F238E27FC236}">
                <a16:creationId xmlns:a16="http://schemas.microsoft.com/office/drawing/2014/main" id="{B7A80F06-7B98-DA8B-4A2D-A07085A66C08}"/>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16480181-99B4-4C94-A055-67E0E0C35009}" type="slidenum">
              <a:rPr lang="en-US" altLang="vi-VN" sz="1000">
                <a:latin typeface="Verdana" panose="020B0604030504040204" pitchFamily="34" charset="0"/>
              </a:rPr>
              <a:pPr algn="r" eaLnBrk="1" hangingPunct="1">
                <a:spcBef>
                  <a:spcPct val="0"/>
                </a:spcBef>
                <a:buFontTx/>
                <a:buNone/>
              </a:pPr>
              <a:t>46</a:t>
            </a:fld>
            <a:endParaRPr lang="en-US" altLang="vi-VN" sz="1000">
              <a:latin typeface="Verdana" panose="020B0604030504040204" pitchFamily="34" charset="0"/>
            </a:endParaRPr>
          </a:p>
        </p:txBody>
      </p:sp>
      <p:sp>
        <p:nvSpPr>
          <p:cNvPr id="62467" name="Rectangle 2">
            <a:extLst>
              <a:ext uri="{FF2B5EF4-FFF2-40B4-BE49-F238E27FC236}">
                <a16:creationId xmlns:a16="http://schemas.microsoft.com/office/drawing/2014/main" id="{31F68612-77B7-ADA8-EB29-54333909B4E5}"/>
              </a:ext>
            </a:extLst>
          </p:cNvPr>
          <p:cNvSpPr>
            <a:spLocks noGrp="1" noChangeArrowheads="1"/>
          </p:cNvSpPr>
          <p:nvPr>
            <p:ph type="title" idx="4294967295"/>
          </p:nvPr>
        </p:nvSpPr>
        <p:spPr>
          <a:xfrm>
            <a:off x="1447800" y="254000"/>
            <a:ext cx="6858000" cy="463550"/>
          </a:xfrm>
        </p:spPr>
        <p:txBody>
          <a:bodyPr anchor="b"/>
          <a:lstStyle/>
          <a:p>
            <a:pPr eaLnBrk="1" hangingPunct="1"/>
            <a:r>
              <a:rPr lang="en-US" altLang="vi-VN" sz="2800" b="1">
                <a:solidFill>
                  <a:srgbClr val="FF0000"/>
                </a:solidFill>
                <a:latin typeface="Times New Roman" panose="02020603050405020304" pitchFamily="18" charset="0"/>
              </a:rPr>
              <a:t>II. CÁC HÀM THÔNG DỤNG</a:t>
            </a:r>
          </a:p>
        </p:txBody>
      </p:sp>
      <p:sp>
        <p:nvSpPr>
          <p:cNvPr id="321539" name="Rectangle 3">
            <a:extLst>
              <a:ext uri="{FF2B5EF4-FFF2-40B4-BE49-F238E27FC236}">
                <a16:creationId xmlns:a16="http://schemas.microsoft.com/office/drawing/2014/main" id="{48E97C35-428C-D9BC-39B0-009B42627372}"/>
              </a:ext>
            </a:extLst>
          </p:cNvPr>
          <p:cNvSpPr>
            <a:spLocks noGrp="1" noChangeArrowheads="1"/>
          </p:cNvSpPr>
          <p:nvPr>
            <p:ph type="body" idx="4294967295"/>
          </p:nvPr>
        </p:nvSpPr>
        <p:spPr>
          <a:xfrm>
            <a:off x="457200" y="1219200"/>
            <a:ext cx="8458200" cy="5257800"/>
          </a:xfrm>
        </p:spPr>
        <p:txBody>
          <a:bodyPr/>
          <a:lstStyle/>
          <a:p>
            <a:pPr marL="114300" indent="-114300" eaLnBrk="1" hangingPunct="1">
              <a:lnSpc>
                <a:spcPct val="90000"/>
              </a:lnSpc>
              <a:buFont typeface="Wingdings" panose="05000000000000000000" pitchFamily="2" charset="2"/>
              <a:buNone/>
            </a:pPr>
            <a:r>
              <a:rPr lang="en-US" altLang="vi-VN" sz="2800" b="1">
                <a:solidFill>
                  <a:srgbClr val="FF0000"/>
                </a:solidFill>
                <a:latin typeface="Times New Roman" panose="02020603050405020304" pitchFamily="18" charset="0"/>
              </a:rPr>
              <a:t>1. Nhóm hàm xử lý số</a:t>
            </a:r>
          </a:p>
          <a:p>
            <a:pPr marL="114300" indent="-114300" eaLnBrk="1" hangingPunct="1">
              <a:lnSpc>
                <a:spcPct val="90000"/>
              </a:lnSpc>
              <a:buFont typeface="Wingdings" panose="05000000000000000000" pitchFamily="2" charset="2"/>
              <a:buNone/>
            </a:pPr>
            <a:r>
              <a:rPr lang="en-US" altLang="vi-VN" sz="2800">
                <a:solidFill>
                  <a:srgbClr val="0000FF"/>
                </a:solidFill>
                <a:latin typeface="Times New Roman" panose="02020603050405020304" pitchFamily="18" charset="0"/>
              </a:rPr>
              <a:t> Hàm ABS</a:t>
            </a:r>
          </a:p>
          <a:p>
            <a:pPr marL="114300" indent="-114300" eaLnBrk="1" hangingPunct="1">
              <a:lnSpc>
                <a:spcPct val="90000"/>
              </a:lnSpc>
              <a:buFont typeface="Wingdings" panose="05000000000000000000" pitchFamily="2" charset="2"/>
              <a:buNone/>
            </a:pPr>
            <a:r>
              <a:rPr lang="en-US" altLang="vi-VN" sz="2800">
                <a:latin typeface="Times New Roman" panose="02020603050405020304" pitchFamily="18" charset="0"/>
              </a:rPr>
              <a:t> Cú pháp: = ABS(n)</a:t>
            </a:r>
          </a:p>
          <a:p>
            <a:pPr marL="114300" indent="-114300" eaLnBrk="1" hangingPunct="1">
              <a:lnSpc>
                <a:spcPct val="90000"/>
              </a:lnSpc>
              <a:buFont typeface="Wingdings" panose="05000000000000000000" pitchFamily="2" charset="2"/>
              <a:buNone/>
            </a:pPr>
            <a:r>
              <a:rPr lang="en-US" altLang="vi-VN" sz="2800">
                <a:latin typeface="Times New Roman" panose="02020603050405020304" pitchFamily="18" charset="0"/>
              </a:rPr>
              <a:t> Công dụng: Trả về giá trị tuyệt đối của số n</a:t>
            </a:r>
            <a:endParaRPr lang="fr-FR" altLang="vi-VN" sz="2800">
              <a:latin typeface="Times New Roman" panose="02020603050405020304" pitchFamily="18" charset="0"/>
            </a:endParaRPr>
          </a:p>
          <a:p>
            <a:pPr marL="114300" indent="-114300" eaLnBrk="1" hangingPunct="1">
              <a:lnSpc>
                <a:spcPct val="90000"/>
              </a:lnSpc>
              <a:buFont typeface="Wingdings" panose="05000000000000000000" pitchFamily="2" charset="2"/>
              <a:buNone/>
            </a:pPr>
            <a:r>
              <a:rPr lang="fr-FR" altLang="vi-VN" sz="2800">
                <a:latin typeface="Times New Roman" panose="02020603050405020304" pitchFamily="18" charset="0"/>
              </a:rPr>
              <a:t> </a:t>
            </a:r>
            <a:r>
              <a:rPr lang="fr-FR" altLang="vi-VN" sz="2800">
                <a:solidFill>
                  <a:srgbClr val="0000FF"/>
                </a:solidFill>
                <a:latin typeface="Times New Roman" panose="02020603050405020304" pitchFamily="18" charset="0"/>
              </a:rPr>
              <a:t>Ví dụ:</a:t>
            </a:r>
            <a:r>
              <a:rPr lang="fr-FR" altLang="vi-VN" sz="2800">
                <a:latin typeface="Times New Roman" panose="02020603050405020304" pitchFamily="18" charset="0"/>
              </a:rPr>
              <a:t> =ABS(-5) kết quả là 5</a:t>
            </a:r>
            <a:endParaRPr lang="en-US" altLang="vi-VN" sz="2800">
              <a:latin typeface="Times New Roman" panose="02020603050405020304" pitchFamily="18" charset="0"/>
            </a:endParaRPr>
          </a:p>
          <a:p>
            <a:pPr marL="114300" indent="-114300" eaLnBrk="1" hangingPunct="1">
              <a:lnSpc>
                <a:spcPct val="90000"/>
              </a:lnSpc>
              <a:buFont typeface="Wingdings" panose="05000000000000000000" pitchFamily="2" charset="2"/>
              <a:buNone/>
            </a:pPr>
            <a:r>
              <a:rPr lang="en-US" altLang="vi-VN" sz="2800">
                <a:latin typeface="Times New Roman" panose="02020603050405020304" pitchFamily="18" charset="0"/>
              </a:rPr>
              <a:t> </a:t>
            </a:r>
            <a:r>
              <a:rPr lang="en-US" altLang="vi-VN" sz="2800">
                <a:solidFill>
                  <a:srgbClr val="0000FF"/>
                </a:solidFill>
                <a:latin typeface="Times New Roman" panose="02020603050405020304" pitchFamily="18" charset="0"/>
              </a:rPr>
              <a:t>Hàm SQRT</a:t>
            </a:r>
          </a:p>
          <a:p>
            <a:pPr marL="114300" indent="-114300" algn="just" eaLnBrk="1" hangingPunct="1">
              <a:lnSpc>
                <a:spcPct val="90000"/>
              </a:lnSpc>
              <a:buFont typeface="Wingdings" panose="05000000000000000000" pitchFamily="2" charset="2"/>
              <a:buNone/>
            </a:pPr>
            <a:r>
              <a:rPr lang="en-US" altLang="vi-VN" sz="2800">
                <a:latin typeface="Times New Roman" panose="02020603050405020304" pitchFamily="18" charset="0"/>
              </a:rPr>
              <a:t> Cú pháp: =SQRT(n)</a:t>
            </a:r>
          </a:p>
          <a:p>
            <a:pPr marL="114300" indent="-114300" algn="just" eaLnBrk="1" hangingPunct="1">
              <a:lnSpc>
                <a:spcPct val="90000"/>
              </a:lnSpc>
              <a:buFont typeface="Wingdings" panose="05000000000000000000" pitchFamily="2" charset="2"/>
              <a:buNone/>
            </a:pPr>
            <a:r>
              <a:rPr lang="en-US" altLang="vi-VN" sz="2800">
                <a:latin typeface="Times New Roman" panose="02020603050405020304" pitchFamily="18" charset="0"/>
              </a:rPr>
              <a:t> Công dụng: Tính căn bậc hai của một số dương n</a:t>
            </a:r>
          </a:p>
          <a:p>
            <a:pPr marL="114300" indent="-114300" eaLnBrk="1" hangingPunct="1">
              <a:lnSpc>
                <a:spcPct val="90000"/>
              </a:lnSpc>
              <a:buFont typeface="Wingdings" panose="05000000000000000000" pitchFamily="2" charset="2"/>
              <a:buNone/>
            </a:pPr>
            <a:r>
              <a:rPr lang="en-US" altLang="vi-VN" sz="2800">
                <a:latin typeface="Times New Roman" panose="02020603050405020304" pitchFamily="18" charset="0"/>
              </a:rPr>
              <a:t> </a:t>
            </a:r>
            <a:r>
              <a:rPr lang="en-US" altLang="vi-VN" sz="2800">
                <a:solidFill>
                  <a:srgbClr val="0000FF"/>
                </a:solidFill>
                <a:latin typeface="Times New Roman" panose="02020603050405020304" pitchFamily="18" charset="0"/>
              </a:rPr>
              <a:t>Ví dụ:</a:t>
            </a:r>
            <a:r>
              <a:rPr lang="en-US" altLang="vi-VN" sz="2800">
                <a:latin typeface="Times New Roman" panose="02020603050405020304" pitchFamily="18" charset="0"/>
              </a:rPr>
              <a:t> =SQRT(9) kết quả là 3</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321539">
                                            <p:txEl>
                                              <p:pRg st="1" end="1"/>
                                            </p:txEl>
                                          </p:spTgt>
                                        </p:tgtEl>
                                        <p:attrNameLst>
                                          <p:attrName>style.visibility</p:attrName>
                                        </p:attrNameLst>
                                      </p:cBhvr>
                                      <p:to>
                                        <p:strVal val="visible"/>
                                      </p:to>
                                    </p:set>
                                    <p:anim calcmode="lin" valueType="num">
                                      <p:cBhvr>
                                        <p:cTn id="7" dur="500" fill="hold"/>
                                        <p:tgtEl>
                                          <p:spTgt spid="321539">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21539">
                                            <p:txEl>
                                              <p:pRg st="1" end="1"/>
                                            </p:txEl>
                                          </p:spTgt>
                                        </p:tgtEl>
                                        <p:attrNameLst>
                                          <p:attrName>ppt_y</p:attrName>
                                        </p:attrNameLst>
                                      </p:cBhvr>
                                      <p:tavLst>
                                        <p:tav tm="0">
                                          <p:val>
                                            <p:strVal val="#ppt_y"/>
                                          </p:val>
                                        </p:tav>
                                        <p:tav tm="100000">
                                          <p:val>
                                            <p:strVal val="#ppt_y"/>
                                          </p:val>
                                        </p:tav>
                                      </p:tavLst>
                                    </p:anim>
                                    <p:anim calcmode="lin" valueType="num">
                                      <p:cBhvr>
                                        <p:cTn id="9" dur="500" fill="hold"/>
                                        <p:tgtEl>
                                          <p:spTgt spid="321539">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21539">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21539">
                                            <p:txEl>
                                              <p:pRg st="1" end="1"/>
                                            </p:txEl>
                                          </p:spTgt>
                                        </p:tgtEl>
                                      </p:cBhvr>
                                    </p:animEffect>
                                  </p:childTnLst>
                                </p:cTn>
                              </p:par>
                              <p:par>
                                <p:cTn id="12" presetID="41" presetClass="entr" presetSubtype="0" fill="hold" nodeType="withEffect">
                                  <p:stCondLst>
                                    <p:cond delay="0"/>
                                  </p:stCondLst>
                                  <p:iterate type="lt">
                                    <p:tmPct val="10000"/>
                                  </p:iterate>
                                  <p:childTnLst>
                                    <p:set>
                                      <p:cBhvr>
                                        <p:cTn id="13" dur="1" fill="hold">
                                          <p:stCondLst>
                                            <p:cond delay="0"/>
                                          </p:stCondLst>
                                        </p:cTn>
                                        <p:tgtEl>
                                          <p:spTgt spid="321539">
                                            <p:txEl>
                                              <p:pRg st="2" end="2"/>
                                            </p:txEl>
                                          </p:spTgt>
                                        </p:tgtEl>
                                        <p:attrNameLst>
                                          <p:attrName>style.visibility</p:attrName>
                                        </p:attrNameLst>
                                      </p:cBhvr>
                                      <p:to>
                                        <p:strVal val="visible"/>
                                      </p:to>
                                    </p:set>
                                    <p:anim calcmode="lin" valueType="num">
                                      <p:cBhvr>
                                        <p:cTn id="14" dur="500" fill="hold"/>
                                        <p:tgtEl>
                                          <p:spTgt spid="321539">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15" dur="500" fill="hold"/>
                                        <p:tgtEl>
                                          <p:spTgt spid="321539">
                                            <p:txEl>
                                              <p:pRg st="2" end="2"/>
                                            </p:txEl>
                                          </p:spTgt>
                                        </p:tgtEl>
                                        <p:attrNameLst>
                                          <p:attrName>ppt_y</p:attrName>
                                        </p:attrNameLst>
                                      </p:cBhvr>
                                      <p:tavLst>
                                        <p:tav tm="0">
                                          <p:val>
                                            <p:strVal val="#ppt_y"/>
                                          </p:val>
                                        </p:tav>
                                        <p:tav tm="100000">
                                          <p:val>
                                            <p:strVal val="#ppt_y"/>
                                          </p:val>
                                        </p:tav>
                                      </p:tavLst>
                                    </p:anim>
                                    <p:anim calcmode="lin" valueType="num">
                                      <p:cBhvr>
                                        <p:cTn id="16" dur="500" fill="hold"/>
                                        <p:tgtEl>
                                          <p:spTgt spid="321539">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7" dur="500" fill="hold"/>
                                        <p:tgtEl>
                                          <p:spTgt spid="321539">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8" dur="500" tmFilter="0,0; .5, 1; 1, 1"/>
                                        <p:tgtEl>
                                          <p:spTgt spid="321539">
                                            <p:txEl>
                                              <p:pRg st="2" end="2"/>
                                            </p:txEl>
                                          </p:spTgt>
                                        </p:tgtEl>
                                      </p:cBhvr>
                                    </p:animEffect>
                                  </p:childTnLst>
                                </p:cTn>
                              </p:par>
                              <p:par>
                                <p:cTn id="19" presetID="41" presetClass="entr" presetSubtype="0" fill="hold" nodeType="withEffect">
                                  <p:stCondLst>
                                    <p:cond delay="0"/>
                                  </p:stCondLst>
                                  <p:iterate type="lt">
                                    <p:tmPct val="10000"/>
                                  </p:iterate>
                                  <p:childTnLst>
                                    <p:set>
                                      <p:cBhvr>
                                        <p:cTn id="20" dur="1" fill="hold">
                                          <p:stCondLst>
                                            <p:cond delay="0"/>
                                          </p:stCondLst>
                                        </p:cTn>
                                        <p:tgtEl>
                                          <p:spTgt spid="321539">
                                            <p:txEl>
                                              <p:pRg st="3" end="3"/>
                                            </p:txEl>
                                          </p:spTgt>
                                        </p:tgtEl>
                                        <p:attrNameLst>
                                          <p:attrName>style.visibility</p:attrName>
                                        </p:attrNameLst>
                                      </p:cBhvr>
                                      <p:to>
                                        <p:strVal val="visible"/>
                                      </p:to>
                                    </p:set>
                                    <p:anim calcmode="lin" valueType="num">
                                      <p:cBhvr>
                                        <p:cTn id="21" dur="500" fill="hold"/>
                                        <p:tgtEl>
                                          <p:spTgt spid="321539">
                                            <p:txEl>
                                              <p:pRg st="3" end="3"/>
                                            </p:txEl>
                                          </p:spTgt>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321539">
                                            <p:txEl>
                                              <p:pRg st="3" end="3"/>
                                            </p:txEl>
                                          </p:spTgt>
                                        </p:tgtEl>
                                        <p:attrNameLst>
                                          <p:attrName>ppt_y</p:attrName>
                                        </p:attrNameLst>
                                      </p:cBhvr>
                                      <p:tavLst>
                                        <p:tav tm="0">
                                          <p:val>
                                            <p:strVal val="#ppt_y"/>
                                          </p:val>
                                        </p:tav>
                                        <p:tav tm="100000">
                                          <p:val>
                                            <p:strVal val="#ppt_y"/>
                                          </p:val>
                                        </p:tav>
                                      </p:tavLst>
                                    </p:anim>
                                    <p:anim calcmode="lin" valueType="num">
                                      <p:cBhvr>
                                        <p:cTn id="23" dur="500" fill="hold"/>
                                        <p:tgtEl>
                                          <p:spTgt spid="321539">
                                            <p:txEl>
                                              <p:pRg st="3" end="3"/>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321539">
                                            <p:txEl>
                                              <p:pRg st="3" end="3"/>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321539">
                                            <p:txEl>
                                              <p:pRg st="3" end="3"/>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1" presetClass="entr" presetSubtype="4" fill="hold" nodeType="clickEffect">
                                  <p:stCondLst>
                                    <p:cond delay="0"/>
                                  </p:stCondLst>
                                  <p:childTnLst>
                                    <p:set>
                                      <p:cBhvr>
                                        <p:cTn id="29" dur="1" fill="hold">
                                          <p:stCondLst>
                                            <p:cond delay="0"/>
                                          </p:stCondLst>
                                        </p:cTn>
                                        <p:tgtEl>
                                          <p:spTgt spid="321539">
                                            <p:txEl>
                                              <p:pRg st="4" end="4"/>
                                            </p:txEl>
                                          </p:spTgt>
                                        </p:tgtEl>
                                        <p:attrNameLst>
                                          <p:attrName>style.visibility</p:attrName>
                                        </p:attrNameLst>
                                      </p:cBhvr>
                                      <p:to>
                                        <p:strVal val="visible"/>
                                      </p:to>
                                    </p:set>
                                    <p:animEffect transition="in" filter="wheel(4)">
                                      <p:cBhvr>
                                        <p:cTn id="30" dur="2000"/>
                                        <p:tgtEl>
                                          <p:spTgt spid="321539">
                                            <p:txEl>
                                              <p:pRg st="4" end="4"/>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1" presetClass="entr" presetSubtype="4" fill="hold" nodeType="clickEffect">
                                  <p:stCondLst>
                                    <p:cond delay="0"/>
                                  </p:stCondLst>
                                  <p:childTnLst>
                                    <p:set>
                                      <p:cBhvr>
                                        <p:cTn id="34" dur="1" fill="hold">
                                          <p:stCondLst>
                                            <p:cond delay="0"/>
                                          </p:stCondLst>
                                        </p:cTn>
                                        <p:tgtEl>
                                          <p:spTgt spid="321539">
                                            <p:txEl>
                                              <p:pRg st="5" end="5"/>
                                            </p:txEl>
                                          </p:spTgt>
                                        </p:tgtEl>
                                        <p:attrNameLst>
                                          <p:attrName>style.visibility</p:attrName>
                                        </p:attrNameLst>
                                      </p:cBhvr>
                                      <p:to>
                                        <p:strVal val="visible"/>
                                      </p:to>
                                    </p:set>
                                    <p:animEffect transition="in" filter="wheel(4)">
                                      <p:cBhvr>
                                        <p:cTn id="35" dur="2000"/>
                                        <p:tgtEl>
                                          <p:spTgt spid="321539">
                                            <p:txEl>
                                              <p:pRg st="5" end="5"/>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1" presetClass="entr" presetSubtype="4" fill="hold" nodeType="clickEffect">
                                  <p:stCondLst>
                                    <p:cond delay="0"/>
                                  </p:stCondLst>
                                  <p:childTnLst>
                                    <p:set>
                                      <p:cBhvr>
                                        <p:cTn id="39" dur="1" fill="hold">
                                          <p:stCondLst>
                                            <p:cond delay="0"/>
                                          </p:stCondLst>
                                        </p:cTn>
                                        <p:tgtEl>
                                          <p:spTgt spid="321539">
                                            <p:txEl>
                                              <p:pRg st="6" end="6"/>
                                            </p:txEl>
                                          </p:spTgt>
                                        </p:tgtEl>
                                        <p:attrNameLst>
                                          <p:attrName>style.visibility</p:attrName>
                                        </p:attrNameLst>
                                      </p:cBhvr>
                                      <p:to>
                                        <p:strVal val="visible"/>
                                      </p:to>
                                    </p:set>
                                    <p:animEffect transition="in" filter="wheel(4)">
                                      <p:cBhvr>
                                        <p:cTn id="40" dur="2000"/>
                                        <p:tgtEl>
                                          <p:spTgt spid="321539">
                                            <p:txEl>
                                              <p:pRg st="6" end="6"/>
                                            </p:txEl>
                                          </p:spTgt>
                                        </p:tgtEl>
                                      </p:cBhvr>
                                    </p:animEffect>
                                  </p:childTnLst>
                                </p:cTn>
                              </p:par>
                              <p:par>
                                <p:cTn id="41" presetID="21" presetClass="entr" presetSubtype="4" fill="hold" nodeType="withEffect">
                                  <p:stCondLst>
                                    <p:cond delay="0"/>
                                  </p:stCondLst>
                                  <p:childTnLst>
                                    <p:set>
                                      <p:cBhvr>
                                        <p:cTn id="42" dur="1" fill="hold">
                                          <p:stCondLst>
                                            <p:cond delay="0"/>
                                          </p:stCondLst>
                                        </p:cTn>
                                        <p:tgtEl>
                                          <p:spTgt spid="321539">
                                            <p:txEl>
                                              <p:pRg st="7" end="7"/>
                                            </p:txEl>
                                          </p:spTgt>
                                        </p:tgtEl>
                                        <p:attrNameLst>
                                          <p:attrName>style.visibility</p:attrName>
                                        </p:attrNameLst>
                                      </p:cBhvr>
                                      <p:to>
                                        <p:strVal val="visible"/>
                                      </p:to>
                                    </p:set>
                                    <p:animEffect transition="in" filter="wheel(4)">
                                      <p:cBhvr>
                                        <p:cTn id="43" dur="2000"/>
                                        <p:tgtEl>
                                          <p:spTgt spid="321539">
                                            <p:txEl>
                                              <p:pRg st="7" end="7"/>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1" presetClass="entr" presetSubtype="4" fill="hold" nodeType="clickEffect">
                                  <p:stCondLst>
                                    <p:cond delay="0"/>
                                  </p:stCondLst>
                                  <p:childTnLst>
                                    <p:set>
                                      <p:cBhvr>
                                        <p:cTn id="47" dur="1" fill="hold">
                                          <p:stCondLst>
                                            <p:cond delay="0"/>
                                          </p:stCondLst>
                                        </p:cTn>
                                        <p:tgtEl>
                                          <p:spTgt spid="321539">
                                            <p:txEl>
                                              <p:pRg st="8" end="8"/>
                                            </p:txEl>
                                          </p:spTgt>
                                        </p:tgtEl>
                                        <p:attrNameLst>
                                          <p:attrName>style.visibility</p:attrName>
                                        </p:attrNameLst>
                                      </p:cBhvr>
                                      <p:to>
                                        <p:strVal val="visible"/>
                                      </p:to>
                                    </p:set>
                                    <p:animEffect transition="in" filter="wheel(4)">
                                      <p:cBhvr>
                                        <p:cTn id="48" dur="2000"/>
                                        <p:tgtEl>
                                          <p:spTgt spid="32153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5">
            <a:extLst>
              <a:ext uri="{FF2B5EF4-FFF2-40B4-BE49-F238E27FC236}">
                <a16:creationId xmlns:a16="http://schemas.microsoft.com/office/drawing/2014/main" id="{5BD206F6-38E3-3FFE-9B88-5E6D85897CE0}"/>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2C1E4E80-F0E2-4B4A-A4BE-F9D4171C2155}" type="slidenum">
              <a:rPr lang="en-US" altLang="vi-VN" sz="1000">
                <a:latin typeface="Verdana" panose="020B0604030504040204" pitchFamily="34" charset="0"/>
              </a:rPr>
              <a:pPr algn="r" eaLnBrk="1" hangingPunct="1">
                <a:spcBef>
                  <a:spcPct val="0"/>
                </a:spcBef>
                <a:buFontTx/>
                <a:buNone/>
              </a:pPr>
              <a:t>47</a:t>
            </a:fld>
            <a:endParaRPr lang="en-US" altLang="vi-VN" sz="1000">
              <a:latin typeface="Verdana" panose="020B0604030504040204" pitchFamily="34" charset="0"/>
            </a:endParaRPr>
          </a:p>
        </p:txBody>
      </p:sp>
      <p:sp>
        <p:nvSpPr>
          <p:cNvPr id="63491" name="Rectangle 2">
            <a:extLst>
              <a:ext uri="{FF2B5EF4-FFF2-40B4-BE49-F238E27FC236}">
                <a16:creationId xmlns:a16="http://schemas.microsoft.com/office/drawing/2014/main" id="{887026B2-FC93-C80A-4592-3580EE0CB6CA}"/>
              </a:ext>
            </a:extLst>
          </p:cNvPr>
          <p:cNvSpPr>
            <a:spLocks noGrp="1" noChangeArrowheads="1"/>
          </p:cNvSpPr>
          <p:nvPr>
            <p:ph type="title" idx="4294967295"/>
          </p:nvPr>
        </p:nvSpPr>
        <p:spPr>
          <a:xfrm>
            <a:off x="381000" y="0"/>
            <a:ext cx="8229600" cy="762000"/>
          </a:xfrm>
        </p:spPr>
        <p:txBody>
          <a:bodyPr anchor="b"/>
          <a:lstStyle/>
          <a:p>
            <a:pPr eaLnBrk="1" hangingPunct="1"/>
            <a:r>
              <a:rPr lang="en-US" altLang="vi-VN" sz="2800" b="1">
                <a:solidFill>
                  <a:srgbClr val="FF0000"/>
                </a:solidFill>
                <a:latin typeface="Times New Roman" panose="02020603050405020304" pitchFamily="18" charset="0"/>
              </a:rPr>
              <a:t>1. Nhóm hàm xử lý số</a:t>
            </a:r>
          </a:p>
        </p:txBody>
      </p:sp>
      <p:sp>
        <p:nvSpPr>
          <p:cNvPr id="322563" name="Rectangle 3">
            <a:extLst>
              <a:ext uri="{FF2B5EF4-FFF2-40B4-BE49-F238E27FC236}">
                <a16:creationId xmlns:a16="http://schemas.microsoft.com/office/drawing/2014/main" id="{50FF0497-0D40-42DF-E03B-470E0F501426}"/>
              </a:ext>
            </a:extLst>
          </p:cNvPr>
          <p:cNvSpPr>
            <a:spLocks noGrp="1" noChangeArrowheads="1"/>
          </p:cNvSpPr>
          <p:nvPr>
            <p:ph type="body" idx="4294967295"/>
          </p:nvPr>
        </p:nvSpPr>
        <p:spPr>
          <a:xfrm>
            <a:off x="228600" y="1143000"/>
            <a:ext cx="8915400" cy="5410200"/>
          </a:xfrm>
        </p:spPr>
        <p:txBody>
          <a:bodyPr/>
          <a:lstStyle/>
          <a:p>
            <a:pPr marL="0" indent="0" eaLnBrk="1" hangingPunct="1">
              <a:buFont typeface="Wingdings" panose="05000000000000000000" pitchFamily="2" charset="2"/>
              <a:buNone/>
            </a:pPr>
            <a:r>
              <a:rPr lang="en-US" altLang="vi-VN" sz="2800">
                <a:solidFill>
                  <a:srgbClr val="0000FF"/>
                </a:solidFill>
                <a:latin typeface="Times New Roman" panose="02020603050405020304" pitchFamily="18" charset="0"/>
              </a:rPr>
              <a:t>Hàm INT</a:t>
            </a:r>
          </a:p>
          <a:p>
            <a:pPr marL="0" indent="0" eaLnBrk="1" hangingPunct="1">
              <a:buFont typeface="Wingdings" panose="05000000000000000000" pitchFamily="2" charset="2"/>
              <a:buNone/>
            </a:pPr>
            <a:r>
              <a:rPr lang="en-US" altLang="vi-VN" sz="2800">
                <a:latin typeface="Times New Roman" panose="02020603050405020304" pitchFamily="18" charset="0"/>
              </a:rPr>
              <a:t>Cú pháp: =</a:t>
            </a:r>
            <a:r>
              <a:rPr lang="en-US" altLang="vi-VN" sz="2800" b="1">
                <a:latin typeface="Times New Roman" panose="02020603050405020304" pitchFamily="18" charset="0"/>
              </a:rPr>
              <a:t>INT(n)</a:t>
            </a:r>
            <a:endParaRPr lang="en-US" altLang="vi-VN" sz="2800">
              <a:latin typeface="Times New Roman" panose="02020603050405020304" pitchFamily="18" charset="0"/>
            </a:endParaRPr>
          </a:p>
          <a:p>
            <a:pPr marL="0" indent="0" algn="just" eaLnBrk="1" hangingPunct="1">
              <a:buFont typeface="Wingdings" panose="05000000000000000000" pitchFamily="2" charset="2"/>
              <a:buNone/>
            </a:pPr>
            <a:r>
              <a:rPr lang="en-US" altLang="vi-VN" sz="2800">
                <a:latin typeface="Times New Roman" panose="02020603050405020304" pitchFamily="18" charset="0"/>
              </a:rPr>
              <a:t>Công dụng: Trả về giá trị là phần nguyên của số thập phân n </a:t>
            </a:r>
            <a:endParaRPr lang="fr-FR" altLang="vi-VN" sz="2800">
              <a:latin typeface="Times New Roman" panose="02020603050405020304" pitchFamily="18" charset="0"/>
            </a:endParaRPr>
          </a:p>
          <a:p>
            <a:pPr marL="0" indent="0" eaLnBrk="1" hangingPunct="1">
              <a:buFont typeface="Wingdings" panose="05000000000000000000" pitchFamily="2" charset="2"/>
              <a:buNone/>
            </a:pPr>
            <a:r>
              <a:rPr lang="fr-FR" altLang="vi-VN" sz="2800">
                <a:solidFill>
                  <a:srgbClr val="0000FF"/>
                </a:solidFill>
                <a:latin typeface="Times New Roman" panose="02020603050405020304" pitchFamily="18" charset="0"/>
              </a:rPr>
              <a:t>Ví dụ 1</a:t>
            </a:r>
            <a:r>
              <a:rPr lang="fr-FR" altLang="vi-VN" sz="2800">
                <a:latin typeface="Times New Roman" panose="02020603050405020304" pitchFamily="18" charset="0"/>
              </a:rPr>
              <a:t>:  </a:t>
            </a:r>
          </a:p>
          <a:p>
            <a:pPr marL="0" indent="0" eaLnBrk="1" hangingPunct="1">
              <a:buFont typeface="Wingdings" panose="05000000000000000000" pitchFamily="2" charset="2"/>
              <a:buNone/>
            </a:pPr>
            <a:r>
              <a:rPr lang="fr-FR" altLang="vi-VN" sz="2800">
                <a:latin typeface="Times New Roman" panose="02020603050405020304" pitchFamily="18" charset="0"/>
              </a:rPr>
              <a:t>=INT(1.43) kết quả là 1</a:t>
            </a:r>
          </a:p>
          <a:p>
            <a:pPr marL="0" indent="0" eaLnBrk="1" hangingPunct="1">
              <a:buFont typeface="Wingdings" panose="05000000000000000000" pitchFamily="2" charset="2"/>
              <a:buNone/>
            </a:pPr>
            <a:r>
              <a:rPr lang="en-US" altLang="vi-VN" sz="2800">
                <a:latin typeface="Times New Roman" panose="02020603050405020304" pitchFamily="18" charset="0"/>
              </a:rPr>
              <a:t>=INT(-3.5) kết quả là -4</a:t>
            </a:r>
          </a:p>
          <a:p>
            <a:pPr marL="0" indent="0" eaLnBrk="1" hangingPunct="1">
              <a:buFont typeface="Wingdings" panose="05000000000000000000" pitchFamily="2" charset="2"/>
              <a:buNone/>
            </a:pPr>
            <a:r>
              <a:rPr lang="en-US" altLang="vi-VN" sz="2800">
                <a:solidFill>
                  <a:srgbClr val="0000FF"/>
                </a:solidFill>
                <a:latin typeface="Times New Roman" panose="02020603050405020304" pitchFamily="18" charset="0"/>
              </a:rPr>
              <a:t>Ví dụ 2:</a:t>
            </a:r>
            <a:r>
              <a:rPr lang="en-US" altLang="vi-VN" sz="2800">
                <a:latin typeface="Times New Roman" panose="02020603050405020304" pitchFamily="18" charset="0"/>
              </a:rPr>
              <a:t> </a:t>
            </a:r>
          </a:p>
          <a:p>
            <a:pPr marL="0" indent="0" eaLnBrk="1" hangingPunct="1">
              <a:buFont typeface="Wingdings" panose="05000000000000000000" pitchFamily="2" charset="2"/>
              <a:buNone/>
            </a:pPr>
            <a:r>
              <a:rPr lang="en-US" altLang="vi-VN" sz="2800">
                <a:latin typeface="Times New Roman" panose="02020603050405020304" pitchFamily="18" charset="0"/>
              </a:rPr>
              <a:t>=int(22/7) kết quả là 3</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322563">
                                            <p:txEl>
                                              <p:pRg st="0" end="0"/>
                                            </p:txEl>
                                          </p:spTgt>
                                        </p:tgtEl>
                                        <p:attrNameLst>
                                          <p:attrName>style.visibility</p:attrName>
                                        </p:attrNameLst>
                                      </p:cBhvr>
                                      <p:to>
                                        <p:strVal val="visible"/>
                                      </p:to>
                                    </p:set>
                                    <p:animEffect transition="in" filter="wheel(4)">
                                      <p:cBhvr>
                                        <p:cTn id="7" dur="2000"/>
                                        <p:tgtEl>
                                          <p:spTgt spid="3225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1" presetClass="entr" presetSubtype="4" fill="hold" nodeType="clickEffect">
                                  <p:stCondLst>
                                    <p:cond delay="0"/>
                                  </p:stCondLst>
                                  <p:childTnLst>
                                    <p:set>
                                      <p:cBhvr>
                                        <p:cTn id="11" dur="1" fill="hold">
                                          <p:stCondLst>
                                            <p:cond delay="0"/>
                                          </p:stCondLst>
                                        </p:cTn>
                                        <p:tgtEl>
                                          <p:spTgt spid="322563">
                                            <p:txEl>
                                              <p:pRg st="1" end="1"/>
                                            </p:txEl>
                                          </p:spTgt>
                                        </p:tgtEl>
                                        <p:attrNameLst>
                                          <p:attrName>style.visibility</p:attrName>
                                        </p:attrNameLst>
                                      </p:cBhvr>
                                      <p:to>
                                        <p:strVal val="visible"/>
                                      </p:to>
                                    </p:set>
                                    <p:animEffect transition="in" filter="wheel(4)">
                                      <p:cBhvr>
                                        <p:cTn id="12" dur="2000"/>
                                        <p:tgtEl>
                                          <p:spTgt spid="322563">
                                            <p:txEl>
                                              <p:pRg st="1" end="1"/>
                                            </p:txEl>
                                          </p:spTgt>
                                        </p:tgtEl>
                                      </p:cBhvr>
                                    </p:animEffect>
                                  </p:childTnLst>
                                </p:cTn>
                              </p:par>
                              <p:par>
                                <p:cTn id="13" presetID="21" presetClass="entr" presetSubtype="4" fill="hold" nodeType="withEffect">
                                  <p:stCondLst>
                                    <p:cond delay="0"/>
                                  </p:stCondLst>
                                  <p:childTnLst>
                                    <p:set>
                                      <p:cBhvr>
                                        <p:cTn id="14" dur="1" fill="hold">
                                          <p:stCondLst>
                                            <p:cond delay="0"/>
                                          </p:stCondLst>
                                        </p:cTn>
                                        <p:tgtEl>
                                          <p:spTgt spid="322563">
                                            <p:txEl>
                                              <p:pRg st="2" end="2"/>
                                            </p:txEl>
                                          </p:spTgt>
                                        </p:tgtEl>
                                        <p:attrNameLst>
                                          <p:attrName>style.visibility</p:attrName>
                                        </p:attrNameLst>
                                      </p:cBhvr>
                                      <p:to>
                                        <p:strVal val="visible"/>
                                      </p:to>
                                    </p:set>
                                    <p:animEffect transition="in" filter="wheel(4)">
                                      <p:cBhvr>
                                        <p:cTn id="15" dur="2000"/>
                                        <p:tgtEl>
                                          <p:spTgt spid="322563">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1" presetClass="entr" presetSubtype="4" fill="hold" nodeType="clickEffect">
                                  <p:stCondLst>
                                    <p:cond delay="0"/>
                                  </p:stCondLst>
                                  <p:childTnLst>
                                    <p:set>
                                      <p:cBhvr>
                                        <p:cTn id="19" dur="1" fill="hold">
                                          <p:stCondLst>
                                            <p:cond delay="0"/>
                                          </p:stCondLst>
                                        </p:cTn>
                                        <p:tgtEl>
                                          <p:spTgt spid="322563">
                                            <p:txEl>
                                              <p:pRg st="3" end="3"/>
                                            </p:txEl>
                                          </p:spTgt>
                                        </p:tgtEl>
                                        <p:attrNameLst>
                                          <p:attrName>style.visibility</p:attrName>
                                        </p:attrNameLst>
                                      </p:cBhvr>
                                      <p:to>
                                        <p:strVal val="visible"/>
                                      </p:to>
                                    </p:set>
                                    <p:animEffect transition="in" filter="wheel(4)">
                                      <p:cBhvr>
                                        <p:cTn id="20" dur="2000"/>
                                        <p:tgtEl>
                                          <p:spTgt spid="322563">
                                            <p:txEl>
                                              <p:pRg st="3" end="3"/>
                                            </p:txEl>
                                          </p:spTgt>
                                        </p:tgtEl>
                                      </p:cBhvr>
                                    </p:animEffect>
                                  </p:childTnLst>
                                </p:cTn>
                              </p:par>
                              <p:par>
                                <p:cTn id="21" presetID="21" presetClass="entr" presetSubtype="4" fill="hold" nodeType="withEffect">
                                  <p:stCondLst>
                                    <p:cond delay="0"/>
                                  </p:stCondLst>
                                  <p:childTnLst>
                                    <p:set>
                                      <p:cBhvr>
                                        <p:cTn id="22" dur="1" fill="hold">
                                          <p:stCondLst>
                                            <p:cond delay="0"/>
                                          </p:stCondLst>
                                        </p:cTn>
                                        <p:tgtEl>
                                          <p:spTgt spid="322563">
                                            <p:txEl>
                                              <p:pRg st="4" end="4"/>
                                            </p:txEl>
                                          </p:spTgt>
                                        </p:tgtEl>
                                        <p:attrNameLst>
                                          <p:attrName>style.visibility</p:attrName>
                                        </p:attrNameLst>
                                      </p:cBhvr>
                                      <p:to>
                                        <p:strVal val="visible"/>
                                      </p:to>
                                    </p:set>
                                    <p:animEffect transition="in" filter="wheel(4)">
                                      <p:cBhvr>
                                        <p:cTn id="23" dur="2000"/>
                                        <p:tgtEl>
                                          <p:spTgt spid="322563">
                                            <p:txEl>
                                              <p:pRg st="4" end="4"/>
                                            </p:txEl>
                                          </p:spTgt>
                                        </p:tgtEl>
                                      </p:cBhvr>
                                    </p:animEffect>
                                  </p:childTnLst>
                                </p:cTn>
                              </p:par>
                              <p:par>
                                <p:cTn id="24" presetID="21" presetClass="entr" presetSubtype="4" fill="hold" nodeType="withEffect">
                                  <p:stCondLst>
                                    <p:cond delay="0"/>
                                  </p:stCondLst>
                                  <p:childTnLst>
                                    <p:set>
                                      <p:cBhvr>
                                        <p:cTn id="25" dur="1" fill="hold">
                                          <p:stCondLst>
                                            <p:cond delay="0"/>
                                          </p:stCondLst>
                                        </p:cTn>
                                        <p:tgtEl>
                                          <p:spTgt spid="322563">
                                            <p:txEl>
                                              <p:pRg st="5" end="5"/>
                                            </p:txEl>
                                          </p:spTgt>
                                        </p:tgtEl>
                                        <p:attrNameLst>
                                          <p:attrName>style.visibility</p:attrName>
                                        </p:attrNameLst>
                                      </p:cBhvr>
                                      <p:to>
                                        <p:strVal val="visible"/>
                                      </p:to>
                                    </p:set>
                                    <p:animEffect transition="in" filter="wheel(4)">
                                      <p:cBhvr>
                                        <p:cTn id="26" dur="2000"/>
                                        <p:tgtEl>
                                          <p:spTgt spid="322563">
                                            <p:txEl>
                                              <p:pRg st="5" end="5"/>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1" presetClass="entr" presetSubtype="4" fill="hold" nodeType="clickEffect">
                                  <p:stCondLst>
                                    <p:cond delay="0"/>
                                  </p:stCondLst>
                                  <p:childTnLst>
                                    <p:set>
                                      <p:cBhvr>
                                        <p:cTn id="30" dur="1" fill="hold">
                                          <p:stCondLst>
                                            <p:cond delay="0"/>
                                          </p:stCondLst>
                                        </p:cTn>
                                        <p:tgtEl>
                                          <p:spTgt spid="322563">
                                            <p:txEl>
                                              <p:pRg st="6" end="6"/>
                                            </p:txEl>
                                          </p:spTgt>
                                        </p:tgtEl>
                                        <p:attrNameLst>
                                          <p:attrName>style.visibility</p:attrName>
                                        </p:attrNameLst>
                                      </p:cBhvr>
                                      <p:to>
                                        <p:strVal val="visible"/>
                                      </p:to>
                                    </p:set>
                                    <p:animEffect transition="in" filter="wheel(4)">
                                      <p:cBhvr>
                                        <p:cTn id="31" dur="2000"/>
                                        <p:tgtEl>
                                          <p:spTgt spid="322563">
                                            <p:txEl>
                                              <p:pRg st="6" end="6"/>
                                            </p:txEl>
                                          </p:spTgt>
                                        </p:tgtEl>
                                      </p:cBhvr>
                                    </p:animEffect>
                                  </p:childTnLst>
                                </p:cTn>
                              </p:par>
                              <p:par>
                                <p:cTn id="32" presetID="21" presetClass="entr" presetSubtype="4" fill="hold" nodeType="withEffect">
                                  <p:stCondLst>
                                    <p:cond delay="0"/>
                                  </p:stCondLst>
                                  <p:childTnLst>
                                    <p:set>
                                      <p:cBhvr>
                                        <p:cTn id="33" dur="1" fill="hold">
                                          <p:stCondLst>
                                            <p:cond delay="0"/>
                                          </p:stCondLst>
                                        </p:cTn>
                                        <p:tgtEl>
                                          <p:spTgt spid="322563">
                                            <p:txEl>
                                              <p:pRg st="7" end="7"/>
                                            </p:txEl>
                                          </p:spTgt>
                                        </p:tgtEl>
                                        <p:attrNameLst>
                                          <p:attrName>style.visibility</p:attrName>
                                        </p:attrNameLst>
                                      </p:cBhvr>
                                      <p:to>
                                        <p:strVal val="visible"/>
                                      </p:to>
                                    </p:set>
                                    <p:animEffect transition="in" filter="wheel(4)">
                                      <p:cBhvr>
                                        <p:cTn id="34" dur="2000"/>
                                        <p:tgtEl>
                                          <p:spTgt spid="32256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Number Placeholder 5">
            <a:extLst>
              <a:ext uri="{FF2B5EF4-FFF2-40B4-BE49-F238E27FC236}">
                <a16:creationId xmlns:a16="http://schemas.microsoft.com/office/drawing/2014/main" id="{0EB2B8D6-CE24-7CD4-C8E5-89D4697CF105}"/>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030B944E-0CDA-412F-9369-03E60ABB06C2}" type="slidenum">
              <a:rPr lang="en-US" altLang="vi-VN" sz="1000">
                <a:latin typeface="Verdana" panose="020B0604030504040204" pitchFamily="34" charset="0"/>
              </a:rPr>
              <a:pPr algn="r" eaLnBrk="1" hangingPunct="1">
                <a:spcBef>
                  <a:spcPct val="0"/>
                </a:spcBef>
                <a:buFontTx/>
                <a:buNone/>
              </a:pPr>
              <a:t>48</a:t>
            </a:fld>
            <a:endParaRPr lang="en-US" altLang="vi-VN" sz="1000">
              <a:latin typeface="Verdana" panose="020B0604030504040204" pitchFamily="34" charset="0"/>
            </a:endParaRPr>
          </a:p>
        </p:txBody>
      </p:sp>
      <p:sp>
        <p:nvSpPr>
          <p:cNvPr id="64515" name="Rectangle 2">
            <a:extLst>
              <a:ext uri="{FF2B5EF4-FFF2-40B4-BE49-F238E27FC236}">
                <a16:creationId xmlns:a16="http://schemas.microsoft.com/office/drawing/2014/main" id="{072DCE3A-1511-67D0-6262-03B6DB78A09C}"/>
              </a:ext>
            </a:extLst>
          </p:cNvPr>
          <p:cNvSpPr>
            <a:spLocks noGrp="1" noChangeArrowheads="1"/>
          </p:cNvSpPr>
          <p:nvPr>
            <p:ph type="title" idx="4294967295"/>
          </p:nvPr>
        </p:nvSpPr>
        <p:spPr>
          <a:xfrm>
            <a:off x="457200" y="0"/>
            <a:ext cx="8229600" cy="685800"/>
          </a:xfrm>
        </p:spPr>
        <p:txBody>
          <a:bodyPr anchor="b"/>
          <a:lstStyle/>
          <a:p>
            <a:pPr eaLnBrk="1" hangingPunct="1"/>
            <a:r>
              <a:rPr lang="en-US" altLang="vi-VN" sz="2800" b="1">
                <a:solidFill>
                  <a:srgbClr val="FF0000"/>
                </a:solidFill>
                <a:latin typeface="Times New Roman" panose="02020603050405020304" pitchFamily="18" charset="0"/>
              </a:rPr>
              <a:t>1. Nhóm hàm xử lý số</a:t>
            </a:r>
          </a:p>
        </p:txBody>
      </p:sp>
      <p:sp>
        <p:nvSpPr>
          <p:cNvPr id="323587" name="Rectangle 3">
            <a:extLst>
              <a:ext uri="{FF2B5EF4-FFF2-40B4-BE49-F238E27FC236}">
                <a16:creationId xmlns:a16="http://schemas.microsoft.com/office/drawing/2014/main" id="{037C3A81-0204-8A99-FC3F-95AE14BC91C2}"/>
              </a:ext>
            </a:extLst>
          </p:cNvPr>
          <p:cNvSpPr>
            <a:spLocks noGrp="1" noChangeArrowheads="1"/>
          </p:cNvSpPr>
          <p:nvPr>
            <p:ph type="body" idx="4294967295"/>
          </p:nvPr>
        </p:nvSpPr>
        <p:spPr>
          <a:xfrm>
            <a:off x="381000" y="1066800"/>
            <a:ext cx="8763000" cy="5334000"/>
          </a:xfrm>
        </p:spPr>
        <p:txBody>
          <a:bodyPr/>
          <a:lstStyle/>
          <a:p>
            <a:pPr marL="0" indent="0" eaLnBrk="1" hangingPunct="1">
              <a:buFont typeface="Wingdings" panose="05000000000000000000" pitchFamily="2" charset="2"/>
              <a:buNone/>
            </a:pPr>
            <a:r>
              <a:rPr lang="sv-SE" altLang="vi-VN" sz="2800">
                <a:solidFill>
                  <a:srgbClr val="0000FF"/>
                </a:solidFill>
                <a:latin typeface="Times New Roman" panose="02020603050405020304" pitchFamily="18" charset="0"/>
              </a:rPr>
              <a:t>Hàm MOD</a:t>
            </a:r>
          </a:p>
          <a:p>
            <a:pPr marL="0" indent="0" eaLnBrk="1" hangingPunct="1">
              <a:buFont typeface="Wingdings" panose="05000000000000000000" pitchFamily="2" charset="2"/>
              <a:buNone/>
            </a:pPr>
            <a:r>
              <a:rPr lang="sv-SE" altLang="vi-VN" sz="2800">
                <a:latin typeface="Times New Roman" panose="02020603050405020304" pitchFamily="18" charset="0"/>
              </a:rPr>
              <a:t>Cú pháp: </a:t>
            </a:r>
            <a:r>
              <a:rPr lang="sv-SE" altLang="vi-VN" sz="2800" b="1">
                <a:latin typeface="Times New Roman" panose="02020603050405020304" pitchFamily="18" charset="0"/>
              </a:rPr>
              <a:t>=MOD(m,n)</a:t>
            </a:r>
            <a:endParaRPr lang="sv-SE" altLang="vi-VN" sz="2800">
              <a:latin typeface="Times New Roman" panose="02020603050405020304" pitchFamily="18" charset="0"/>
            </a:endParaRPr>
          </a:p>
          <a:p>
            <a:pPr marL="0" indent="0" eaLnBrk="1" hangingPunct="1">
              <a:buFont typeface="Wingdings" panose="05000000000000000000" pitchFamily="2" charset="2"/>
              <a:buNone/>
            </a:pPr>
            <a:r>
              <a:rPr lang="sv-SE" altLang="vi-VN" sz="2800">
                <a:latin typeface="Times New Roman" panose="02020603050405020304" pitchFamily="18" charset="0"/>
              </a:rPr>
              <a:t>CD: Trả về giá trị dư của phép chia số m cho  n</a:t>
            </a:r>
          </a:p>
          <a:p>
            <a:pPr marL="0" indent="0" eaLnBrk="1" hangingPunct="1">
              <a:buFont typeface="Wingdings" panose="05000000000000000000" pitchFamily="2" charset="2"/>
              <a:buNone/>
            </a:pPr>
            <a:r>
              <a:rPr lang="sv-SE" altLang="vi-VN" sz="2800">
                <a:solidFill>
                  <a:srgbClr val="0000FF"/>
                </a:solidFill>
                <a:latin typeface="Times New Roman" panose="02020603050405020304" pitchFamily="18" charset="0"/>
              </a:rPr>
              <a:t>Ví dụ:</a:t>
            </a:r>
            <a:r>
              <a:rPr lang="sv-SE" altLang="vi-VN" sz="2800">
                <a:latin typeface="Times New Roman" panose="02020603050405020304" pitchFamily="18" charset="0"/>
              </a:rPr>
              <a:t> MOD(10,3) kết quả là 1</a:t>
            </a:r>
          </a:p>
          <a:p>
            <a:pPr marL="0" indent="0" eaLnBrk="1" hangingPunct="1">
              <a:buFont typeface="Wingdings" panose="05000000000000000000" pitchFamily="2" charset="2"/>
              <a:buNone/>
            </a:pPr>
            <a:r>
              <a:rPr lang="sv-SE" altLang="vi-VN" sz="2800">
                <a:solidFill>
                  <a:srgbClr val="0000FF"/>
                </a:solidFill>
                <a:latin typeface="Times New Roman" panose="02020603050405020304" pitchFamily="18" charset="0"/>
              </a:rPr>
              <a:t>Hàm ROUND</a:t>
            </a:r>
            <a:endParaRPr lang="en-US" altLang="vi-VN" sz="2800">
              <a:solidFill>
                <a:srgbClr val="0000FF"/>
              </a:solidFill>
              <a:latin typeface="Times New Roman" panose="02020603050405020304" pitchFamily="18" charset="0"/>
            </a:endParaRPr>
          </a:p>
          <a:p>
            <a:pPr marL="0" indent="0" eaLnBrk="1" hangingPunct="1">
              <a:buFont typeface="Wingdings" panose="05000000000000000000" pitchFamily="2" charset="2"/>
              <a:buNone/>
            </a:pPr>
            <a:r>
              <a:rPr lang="en-US" altLang="vi-VN" sz="2800">
                <a:latin typeface="Times New Roman" panose="02020603050405020304" pitchFamily="18" charset="0"/>
              </a:rPr>
              <a:t>Cú pháp</a:t>
            </a:r>
            <a:r>
              <a:rPr lang="en-US" altLang="vi-VN" sz="2800" b="1">
                <a:latin typeface="Times New Roman" panose="02020603050405020304" pitchFamily="18" charset="0"/>
              </a:rPr>
              <a:t>: =ROUND(m, n)</a:t>
            </a:r>
            <a:endParaRPr lang="en-US" altLang="vi-VN" sz="2800">
              <a:latin typeface="Times New Roman" panose="02020603050405020304" pitchFamily="18" charset="0"/>
            </a:endParaRPr>
          </a:p>
          <a:p>
            <a:pPr marL="0" indent="0" eaLnBrk="1" hangingPunct="1">
              <a:buFont typeface="Wingdings" panose="05000000000000000000" pitchFamily="2" charset="2"/>
              <a:buNone/>
            </a:pPr>
            <a:r>
              <a:rPr lang="en-US" altLang="vi-VN" sz="2800">
                <a:latin typeface="Times New Roman" panose="02020603050405020304" pitchFamily="18" charset="0"/>
              </a:rPr>
              <a:t>CD: Làm tròn số thập phân m đến n chữ số lẻ.</a:t>
            </a:r>
            <a:endParaRPr lang="en-US" altLang="vi-VN" sz="2800" b="1">
              <a:latin typeface="Times New Roman" panose="02020603050405020304" pitchFamily="18" charset="0"/>
            </a:endParaRPr>
          </a:p>
          <a:p>
            <a:pPr marL="0" indent="0" eaLnBrk="1" hangingPunct="1">
              <a:buFont typeface="Wingdings" panose="05000000000000000000" pitchFamily="2" charset="2"/>
              <a:buNone/>
            </a:pPr>
            <a:r>
              <a:rPr lang="en-US" altLang="vi-VN" sz="2800">
                <a:solidFill>
                  <a:srgbClr val="0000FF"/>
                </a:solidFill>
                <a:latin typeface="Times New Roman" panose="02020603050405020304" pitchFamily="18" charset="0"/>
              </a:rPr>
              <a:t>Nếu n</a:t>
            </a:r>
            <a:r>
              <a:rPr lang="en-US" altLang="vi-VN" sz="2800">
                <a:latin typeface="Times New Roman" panose="02020603050405020304" pitchFamily="18" charset="0"/>
              </a:rPr>
              <a:t> dương thì làm tròn phần thập phân.</a:t>
            </a:r>
          </a:p>
          <a:p>
            <a:pPr marL="0" indent="0" eaLnBrk="1" hangingPunct="1">
              <a:buFont typeface="Wingdings" panose="05000000000000000000" pitchFamily="2" charset="2"/>
              <a:buNone/>
            </a:pPr>
            <a:r>
              <a:rPr lang="en-US" altLang="vi-VN" sz="2800">
                <a:solidFill>
                  <a:srgbClr val="0000FF"/>
                </a:solidFill>
                <a:latin typeface="Times New Roman" panose="02020603050405020304" pitchFamily="18" charset="0"/>
              </a:rPr>
              <a:t>Nếu n</a:t>
            </a:r>
            <a:r>
              <a:rPr lang="en-US" altLang="vi-VN" sz="2800">
                <a:latin typeface="Times New Roman" panose="02020603050405020304" pitchFamily="18" charset="0"/>
              </a:rPr>
              <a:t> âm thì làm tròn phần nguyên.</a:t>
            </a:r>
          </a:p>
          <a:p>
            <a:pPr marL="0" indent="0" eaLnBrk="1" hangingPunct="1">
              <a:buFont typeface="Wingdings" panose="05000000000000000000" pitchFamily="2" charset="2"/>
              <a:buNone/>
            </a:pPr>
            <a:r>
              <a:rPr lang="en-US" altLang="vi-VN" sz="2800">
                <a:solidFill>
                  <a:srgbClr val="0000FF"/>
                </a:solidFill>
                <a:latin typeface="Times New Roman" panose="02020603050405020304" pitchFamily="18" charset="0"/>
              </a:rPr>
              <a:t>Nếu n</a:t>
            </a:r>
            <a:r>
              <a:rPr lang="en-US" altLang="vi-VN" sz="2800">
                <a:latin typeface="Times New Roman" panose="02020603050405020304" pitchFamily="18" charset="0"/>
              </a:rPr>
              <a:t> =0 thì làm tròn tới hàng đơn vị của phần nguyên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323587">
                                            <p:txEl>
                                              <p:pRg st="0" end="0"/>
                                            </p:txEl>
                                          </p:spTgt>
                                        </p:tgtEl>
                                        <p:attrNameLst>
                                          <p:attrName>style.visibility</p:attrName>
                                        </p:attrNameLst>
                                      </p:cBhvr>
                                      <p:to>
                                        <p:strVal val="visible"/>
                                      </p:to>
                                    </p:set>
                                    <p:anim calcmode="lin" valueType="num">
                                      <p:cBhvr>
                                        <p:cTn id="7" dur="500" fill="hold"/>
                                        <p:tgtEl>
                                          <p:spTgt spid="323587">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2358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323587">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23587">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23587">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1" presetClass="entr" presetSubtype="0" fill="hold" nodeType="clickEffect">
                                  <p:stCondLst>
                                    <p:cond delay="0"/>
                                  </p:stCondLst>
                                  <p:iterate type="lt">
                                    <p:tmPct val="10000"/>
                                  </p:iterate>
                                  <p:childTnLst>
                                    <p:set>
                                      <p:cBhvr>
                                        <p:cTn id="15" dur="1" fill="hold">
                                          <p:stCondLst>
                                            <p:cond delay="0"/>
                                          </p:stCondLst>
                                        </p:cTn>
                                        <p:tgtEl>
                                          <p:spTgt spid="323587">
                                            <p:txEl>
                                              <p:pRg st="1" end="1"/>
                                            </p:txEl>
                                          </p:spTgt>
                                        </p:tgtEl>
                                        <p:attrNameLst>
                                          <p:attrName>style.visibility</p:attrName>
                                        </p:attrNameLst>
                                      </p:cBhvr>
                                      <p:to>
                                        <p:strVal val="visible"/>
                                      </p:to>
                                    </p:set>
                                    <p:anim calcmode="lin" valueType="num">
                                      <p:cBhvr>
                                        <p:cTn id="16" dur="500" fill="hold"/>
                                        <p:tgtEl>
                                          <p:spTgt spid="323587">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323587">
                                            <p:txEl>
                                              <p:pRg st="1" end="1"/>
                                            </p:txEl>
                                          </p:spTgt>
                                        </p:tgtEl>
                                        <p:attrNameLst>
                                          <p:attrName>ppt_y</p:attrName>
                                        </p:attrNameLst>
                                      </p:cBhvr>
                                      <p:tavLst>
                                        <p:tav tm="0">
                                          <p:val>
                                            <p:strVal val="#ppt_y"/>
                                          </p:val>
                                        </p:tav>
                                        <p:tav tm="100000">
                                          <p:val>
                                            <p:strVal val="#ppt_y"/>
                                          </p:val>
                                        </p:tav>
                                      </p:tavLst>
                                    </p:anim>
                                    <p:anim calcmode="lin" valueType="num">
                                      <p:cBhvr>
                                        <p:cTn id="18" dur="500" fill="hold"/>
                                        <p:tgtEl>
                                          <p:spTgt spid="323587">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323587">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323587">
                                            <p:txEl>
                                              <p:pRg st="1" end="1"/>
                                            </p:txEl>
                                          </p:spTgt>
                                        </p:tgtEl>
                                      </p:cBhvr>
                                    </p:animEffect>
                                  </p:childTnLst>
                                </p:cTn>
                              </p:par>
                              <p:par>
                                <p:cTn id="21" presetID="41" presetClass="entr" presetSubtype="0" fill="hold" nodeType="withEffect">
                                  <p:stCondLst>
                                    <p:cond delay="0"/>
                                  </p:stCondLst>
                                  <p:iterate type="lt">
                                    <p:tmPct val="10000"/>
                                  </p:iterate>
                                  <p:childTnLst>
                                    <p:set>
                                      <p:cBhvr>
                                        <p:cTn id="22" dur="1" fill="hold">
                                          <p:stCondLst>
                                            <p:cond delay="0"/>
                                          </p:stCondLst>
                                        </p:cTn>
                                        <p:tgtEl>
                                          <p:spTgt spid="323587">
                                            <p:txEl>
                                              <p:pRg st="2" end="2"/>
                                            </p:txEl>
                                          </p:spTgt>
                                        </p:tgtEl>
                                        <p:attrNameLst>
                                          <p:attrName>style.visibility</p:attrName>
                                        </p:attrNameLst>
                                      </p:cBhvr>
                                      <p:to>
                                        <p:strVal val="visible"/>
                                      </p:to>
                                    </p:set>
                                    <p:anim calcmode="lin" valueType="num">
                                      <p:cBhvr>
                                        <p:cTn id="23" dur="500" fill="hold"/>
                                        <p:tgtEl>
                                          <p:spTgt spid="323587">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24" dur="500" fill="hold"/>
                                        <p:tgtEl>
                                          <p:spTgt spid="323587">
                                            <p:txEl>
                                              <p:pRg st="2" end="2"/>
                                            </p:txEl>
                                          </p:spTgt>
                                        </p:tgtEl>
                                        <p:attrNameLst>
                                          <p:attrName>ppt_y</p:attrName>
                                        </p:attrNameLst>
                                      </p:cBhvr>
                                      <p:tavLst>
                                        <p:tav tm="0">
                                          <p:val>
                                            <p:strVal val="#ppt_y"/>
                                          </p:val>
                                        </p:tav>
                                        <p:tav tm="100000">
                                          <p:val>
                                            <p:strVal val="#ppt_y"/>
                                          </p:val>
                                        </p:tav>
                                      </p:tavLst>
                                    </p:anim>
                                    <p:anim calcmode="lin" valueType="num">
                                      <p:cBhvr>
                                        <p:cTn id="25" dur="500" fill="hold"/>
                                        <p:tgtEl>
                                          <p:spTgt spid="323587">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6" dur="500" fill="hold"/>
                                        <p:tgtEl>
                                          <p:spTgt spid="323587">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7" dur="500" tmFilter="0,0; .5, 1; 1, 1"/>
                                        <p:tgtEl>
                                          <p:spTgt spid="323587">
                                            <p:txEl>
                                              <p:pRg st="2" end="2"/>
                                            </p:txEl>
                                          </p:spTgt>
                                        </p:tgtEl>
                                      </p:cBhvr>
                                    </p:animEffect>
                                  </p:childTnLst>
                                </p:cTn>
                              </p:par>
                              <p:par>
                                <p:cTn id="28" presetID="41" presetClass="entr" presetSubtype="0" fill="hold" nodeType="withEffect">
                                  <p:stCondLst>
                                    <p:cond delay="0"/>
                                  </p:stCondLst>
                                  <p:iterate type="lt">
                                    <p:tmPct val="10000"/>
                                  </p:iterate>
                                  <p:childTnLst>
                                    <p:set>
                                      <p:cBhvr>
                                        <p:cTn id="29" dur="1" fill="hold">
                                          <p:stCondLst>
                                            <p:cond delay="0"/>
                                          </p:stCondLst>
                                        </p:cTn>
                                        <p:tgtEl>
                                          <p:spTgt spid="323587">
                                            <p:txEl>
                                              <p:pRg st="3" end="3"/>
                                            </p:txEl>
                                          </p:spTgt>
                                        </p:tgtEl>
                                        <p:attrNameLst>
                                          <p:attrName>style.visibility</p:attrName>
                                        </p:attrNameLst>
                                      </p:cBhvr>
                                      <p:to>
                                        <p:strVal val="visible"/>
                                      </p:to>
                                    </p:set>
                                    <p:anim calcmode="lin" valueType="num">
                                      <p:cBhvr>
                                        <p:cTn id="30" dur="500" fill="hold"/>
                                        <p:tgtEl>
                                          <p:spTgt spid="323587">
                                            <p:txEl>
                                              <p:pRg st="3" end="3"/>
                                            </p:txEl>
                                          </p:spTgt>
                                        </p:tgtEl>
                                        <p:attrNameLst>
                                          <p:attrName>ppt_x</p:attrName>
                                        </p:attrNameLst>
                                      </p:cBhvr>
                                      <p:tavLst>
                                        <p:tav tm="0">
                                          <p:val>
                                            <p:strVal val="#ppt_x"/>
                                          </p:val>
                                        </p:tav>
                                        <p:tav tm="50000">
                                          <p:val>
                                            <p:strVal val="#ppt_x+.1"/>
                                          </p:val>
                                        </p:tav>
                                        <p:tav tm="100000">
                                          <p:val>
                                            <p:strVal val="#ppt_x"/>
                                          </p:val>
                                        </p:tav>
                                      </p:tavLst>
                                    </p:anim>
                                    <p:anim calcmode="lin" valueType="num">
                                      <p:cBhvr>
                                        <p:cTn id="31" dur="500" fill="hold"/>
                                        <p:tgtEl>
                                          <p:spTgt spid="323587">
                                            <p:txEl>
                                              <p:pRg st="3" end="3"/>
                                            </p:txEl>
                                          </p:spTgt>
                                        </p:tgtEl>
                                        <p:attrNameLst>
                                          <p:attrName>ppt_y</p:attrName>
                                        </p:attrNameLst>
                                      </p:cBhvr>
                                      <p:tavLst>
                                        <p:tav tm="0">
                                          <p:val>
                                            <p:strVal val="#ppt_y"/>
                                          </p:val>
                                        </p:tav>
                                        <p:tav tm="100000">
                                          <p:val>
                                            <p:strVal val="#ppt_y"/>
                                          </p:val>
                                        </p:tav>
                                      </p:tavLst>
                                    </p:anim>
                                    <p:anim calcmode="lin" valueType="num">
                                      <p:cBhvr>
                                        <p:cTn id="32" dur="500" fill="hold"/>
                                        <p:tgtEl>
                                          <p:spTgt spid="323587">
                                            <p:txEl>
                                              <p:pRg st="3" end="3"/>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3" dur="500" fill="hold"/>
                                        <p:tgtEl>
                                          <p:spTgt spid="323587">
                                            <p:txEl>
                                              <p:pRg st="3" end="3"/>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4" dur="500" tmFilter="0,0; .5, 1; 1, 1"/>
                                        <p:tgtEl>
                                          <p:spTgt spid="323587">
                                            <p:txEl>
                                              <p:pRg st="3" end="3"/>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41" presetClass="entr" presetSubtype="0" fill="hold" nodeType="clickEffect">
                                  <p:stCondLst>
                                    <p:cond delay="0"/>
                                  </p:stCondLst>
                                  <p:iterate type="lt">
                                    <p:tmPct val="10000"/>
                                  </p:iterate>
                                  <p:childTnLst>
                                    <p:set>
                                      <p:cBhvr>
                                        <p:cTn id="38" dur="1" fill="hold">
                                          <p:stCondLst>
                                            <p:cond delay="0"/>
                                          </p:stCondLst>
                                        </p:cTn>
                                        <p:tgtEl>
                                          <p:spTgt spid="323587">
                                            <p:txEl>
                                              <p:pRg st="4" end="4"/>
                                            </p:txEl>
                                          </p:spTgt>
                                        </p:tgtEl>
                                        <p:attrNameLst>
                                          <p:attrName>style.visibility</p:attrName>
                                        </p:attrNameLst>
                                      </p:cBhvr>
                                      <p:to>
                                        <p:strVal val="visible"/>
                                      </p:to>
                                    </p:set>
                                    <p:anim calcmode="lin" valueType="num">
                                      <p:cBhvr>
                                        <p:cTn id="39" dur="500" fill="hold"/>
                                        <p:tgtEl>
                                          <p:spTgt spid="323587">
                                            <p:txEl>
                                              <p:pRg st="4" end="4"/>
                                            </p:txEl>
                                          </p:spTgt>
                                        </p:tgtEl>
                                        <p:attrNameLst>
                                          <p:attrName>ppt_x</p:attrName>
                                        </p:attrNameLst>
                                      </p:cBhvr>
                                      <p:tavLst>
                                        <p:tav tm="0">
                                          <p:val>
                                            <p:strVal val="#ppt_x"/>
                                          </p:val>
                                        </p:tav>
                                        <p:tav tm="50000">
                                          <p:val>
                                            <p:strVal val="#ppt_x+.1"/>
                                          </p:val>
                                        </p:tav>
                                        <p:tav tm="100000">
                                          <p:val>
                                            <p:strVal val="#ppt_x"/>
                                          </p:val>
                                        </p:tav>
                                      </p:tavLst>
                                    </p:anim>
                                    <p:anim calcmode="lin" valueType="num">
                                      <p:cBhvr>
                                        <p:cTn id="40" dur="500" fill="hold"/>
                                        <p:tgtEl>
                                          <p:spTgt spid="323587">
                                            <p:txEl>
                                              <p:pRg st="4" end="4"/>
                                            </p:txEl>
                                          </p:spTgt>
                                        </p:tgtEl>
                                        <p:attrNameLst>
                                          <p:attrName>ppt_y</p:attrName>
                                        </p:attrNameLst>
                                      </p:cBhvr>
                                      <p:tavLst>
                                        <p:tav tm="0">
                                          <p:val>
                                            <p:strVal val="#ppt_y"/>
                                          </p:val>
                                        </p:tav>
                                        <p:tav tm="100000">
                                          <p:val>
                                            <p:strVal val="#ppt_y"/>
                                          </p:val>
                                        </p:tav>
                                      </p:tavLst>
                                    </p:anim>
                                    <p:anim calcmode="lin" valueType="num">
                                      <p:cBhvr>
                                        <p:cTn id="41" dur="500" fill="hold"/>
                                        <p:tgtEl>
                                          <p:spTgt spid="323587">
                                            <p:txEl>
                                              <p:pRg st="4" end="4"/>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42" dur="500" fill="hold"/>
                                        <p:tgtEl>
                                          <p:spTgt spid="323587">
                                            <p:txEl>
                                              <p:pRg st="4" end="4"/>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43" dur="500" tmFilter="0,0; .5, 1; 1, 1"/>
                                        <p:tgtEl>
                                          <p:spTgt spid="323587">
                                            <p:txEl>
                                              <p:pRg st="4" end="4"/>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1" presetClass="entr" presetSubtype="4" fill="hold" nodeType="clickEffect">
                                  <p:stCondLst>
                                    <p:cond delay="0"/>
                                  </p:stCondLst>
                                  <p:childTnLst>
                                    <p:set>
                                      <p:cBhvr>
                                        <p:cTn id="47" dur="1" fill="hold">
                                          <p:stCondLst>
                                            <p:cond delay="0"/>
                                          </p:stCondLst>
                                        </p:cTn>
                                        <p:tgtEl>
                                          <p:spTgt spid="323587">
                                            <p:txEl>
                                              <p:pRg st="5" end="5"/>
                                            </p:txEl>
                                          </p:spTgt>
                                        </p:tgtEl>
                                        <p:attrNameLst>
                                          <p:attrName>style.visibility</p:attrName>
                                        </p:attrNameLst>
                                      </p:cBhvr>
                                      <p:to>
                                        <p:strVal val="visible"/>
                                      </p:to>
                                    </p:set>
                                    <p:animEffect transition="in" filter="wheel(4)">
                                      <p:cBhvr>
                                        <p:cTn id="48" dur="2000"/>
                                        <p:tgtEl>
                                          <p:spTgt spid="323587">
                                            <p:txEl>
                                              <p:pRg st="5" end="5"/>
                                            </p:txEl>
                                          </p:spTgt>
                                        </p:tgtEl>
                                      </p:cBhvr>
                                    </p:animEffect>
                                  </p:childTnLst>
                                </p:cTn>
                              </p:par>
                              <p:par>
                                <p:cTn id="49" presetID="21" presetClass="entr" presetSubtype="4" fill="hold" nodeType="withEffect">
                                  <p:stCondLst>
                                    <p:cond delay="0"/>
                                  </p:stCondLst>
                                  <p:childTnLst>
                                    <p:set>
                                      <p:cBhvr>
                                        <p:cTn id="50" dur="1" fill="hold">
                                          <p:stCondLst>
                                            <p:cond delay="0"/>
                                          </p:stCondLst>
                                        </p:cTn>
                                        <p:tgtEl>
                                          <p:spTgt spid="323587">
                                            <p:txEl>
                                              <p:pRg st="6" end="6"/>
                                            </p:txEl>
                                          </p:spTgt>
                                        </p:tgtEl>
                                        <p:attrNameLst>
                                          <p:attrName>style.visibility</p:attrName>
                                        </p:attrNameLst>
                                      </p:cBhvr>
                                      <p:to>
                                        <p:strVal val="visible"/>
                                      </p:to>
                                    </p:set>
                                    <p:animEffect transition="in" filter="wheel(4)">
                                      <p:cBhvr>
                                        <p:cTn id="51" dur="2000"/>
                                        <p:tgtEl>
                                          <p:spTgt spid="323587">
                                            <p:txEl>
                                              <p:pRg st="6" end="6"/>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41" presetClass="entr" presetSubtype="0" fill="hold" nodeType="clickEffect">
                                  <p:stCondLst>
                                    <p:cond delay="0"/>
                                  </p:stCondLst>
                                  <p:iterate type="lt">
                                    <p:tmPct val="10000"/>
                                  </p:iterate>
                                  <p:childTnLst>
                                    <p:set>
                                      <p:cBhvr>
                                        <p:cTn id="55" dur="1" fill="hold">
                                          <p:stCondLst>
                                            <p:cond delay="0"/>
                                          </p:stCondLst>
                                        </p:cTn>
                                        <p:tgtEl>
                                          <p:spTgt spid="323587">
                                            <p:txEl>
                                              <p:pRg st="7" end="7"/>
                                            </p:txEl>
                                          </p:spTgt>
                                        </p:tgtEl>
                                        <p:attrNameLst>
                                          <p:attrName>style.visibility</p:attrName>
                                        </p:attrNameLst>
                                      </p:cBhvr>
                                      <p:to>
                                        <p:strVal val="visible"/>
                                      </p:to>
                                    </p:set>
                                    <p:anim calcmode="lin" valueType="num">
                                      <p:cBhvr>
                                        <p:cTn id="56" dur="500" fill="hold"/>
                                        <p:tgtEl>
                                          <p:spTgt spid="323587">
                                            <p:txEl>
                                              <p:pRg st="7" end="7"/>
                                            </p:txEl>
                                          </p:spTgt>
                                        </p:tgtEl>
                                        <p:attrNameLst>
                                          <p:attrName>ppt_x</p:attrName>
                                        </p:attrNameLst>
                                      </p:cBhvr>
                                      <p:tavLst>
                                        <p:tav tm="0">
                                          <p:val>
                                            <p:strVal val="#ppt_x"/>
                                          </p:val>
                                        </p:tav>
                                        <p:tav tm="50000">
                                          <p:val>
                                            <p:strVal val="#ppt_x+.1"/>
                                          </p:val>
                                        </p:tav>
                                        <p:tav tm="100000">
                                          <p:val>
                                            <p:strVal val="#ppt_x"/>
                                          </p:val>
                                        </p:tav>
                                      </p:tavLst>
                                    </p:anim>
                                    <p:anim calcmode="lin" valueType="num">
                                      <p:cBhvr>
                                        <p:cTn id="57" dur="500" fill="hold"/>
                                        <p:tgtEl>
                                          <p:spTgt spid="323587">
                                            <p:txEl>
                                              <p:pRg st="7" end="7"/>
                                            </p:txEl>
                                          </p:spTgt>
                                        </p:tgtEl>
                                        <p:attrNameLst>
                                          <p:attrName>ppt_y</p:attrName>
                                        </p:attrNameLst>
                                      </p:cBhvr>
                                      <p:tavLst>
                                        <p:tav tm="0">
                                          <p:val>
                                            <p:strVal val="#ppt_y"/>
                                          </p:val>
                                        </p:tav>
                                        <p:tav tm="100000">
                                          <p:val>
                                            <p:strVal val="#ppt_y"/>
                                          </p:val>
                                        </p:tav>
                                      </p:tavLst>
                                    </p:anim>
                                    <p:anim calcmode="lin" valueType="num">
                                      <p:cBhvr>
                                        <p:cTn id="58" dur="500" fill="hold"/>
                                        <p:tgtEl>
                                          <p:spTgt spid="323587">
                                            <p:txEl>
                                              <p:pRg st="7" end="7"/>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59" dur="500" fill="hold"/>
                                        <p:tgtEl>
                                          <p:spTgt spid="323587">
                                            <p:txEl>
                                              <p:pRg st="7" end="7"/>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60" dur="500" tmFilter="0,0; .5, 1; 1, 1"/>
                                        <p:tgtEl>
                                          <p:spTgt spid="323587">
                                            <p:txEl>
                                              <p:pRg st="7" end="7"/>
                                            </p:txEl>
                                          </p:spTgt>
                                        </p:tgtEl>
                                      </p:cBhvr>
                                    </p:animEffect>
                                  </p:childTnLst>
                                </p:cTn>
                              </p:par>
                              <p:par>
                                <p:cTn id="61" presetID="41" presetClass="entr" presetSubtype="0" fill="hold" nodeType="withEffect">
                                  <p:stCondLst>
                                    <p:cond delay="0"/>
                                  </p:stCondLst>
                                  <p:iterate type="lt">
                                    <p:tmPct val="10000"/>
                                  </p:iterate>
                                  <p:childTnLst>
                                    <p:set>
                                      <p:cBhvr>
                                        <p:cTn id="62" dur="1" fill="hold">
                                          <p:stCondLst>
                                            <p:cond delay="0"/>
                                          </p:stCondLst>
                                        </p:cTn>
                                        <p:tgtEl>
                                          <p:spTgt spid="323587">
                                            <p:txEl>
                                              <p:pRg st="8" end="8"/>
                                            </p:txEl>
                                          </p:spTgt>
                                        </p:tgtEl>
                                        <p:attrNameLst>
                                          <p:attrName>style.visibility</p:attrName>
                                        </p:attrNameLst>
                                      </p:cBhvr>
                                      <p:to>
                                        <p:strVal val="visible"/>
                                      </p:to>
                                    </p:set>
                                    <p:anim calcmode="lin" valueType="num">
                                      <p:cBhvr>
                                        <p:cTn id="63" dur="500" fill="hold"/>
                                        <p:tgtEl>
                                          <p:spTgt spid="323587">
                                            <p:txEl>
                                              <p:pRg st="8" end="8"/>
                                            </p:txEl>
                                          </p:spTgt>
                                        </p:tgtEl>
                                        <p:attrNameLst>
                                          <p:attrName>ppt_x</p:attrName>
                                        </p:attrNameLst>
                                      </p:cBhvr>
                                      <p:tavLst>
                                        <p:tav tm="0">
                                          <p:val>
                                            <p:strVal val="#ppt_x"/>
                                          </p:val>
                                        </p:tav>
                                        <p:tav tm="50000">
                                          <p:val>
                                            <p:strVal val="#ppt_x+.1"/>
                                          </p:val>
                                        </p:tav>
                                        <p:tav tm="100000">
                                          <p:val>
                                            <p:strVal val="#ppt_x"/>
                                          </p:val>
                                        </p:tav>
                                      </p:tavLst>
                                    </p:anim>
                                    <p:anim calcmode="lin" valueType="num">
                                      <p:cBhvr>
                                        <p:cTn id="64" dur="500" fill="hold"/>
                                        <p:tgtEl>
                                          <p:spTgt spid="323587">
                                            <p:txEl>
                                              <p:pRg st="8" end="8"/>
                                            </p:txEl>
                                          </p:spTgt>
                                        </p:tgtEl>
                                        <p:attrNameLst>
                                          <p:attrName>ppt_y</p:attrName>
                                        </p:attrNameLst>
                                      </p:cBhvr>
                                      <p:tavLst>
                                        <p:tav tm="0">
                                          <p:val>
                                            <p:strVal val="#ppt_y"/>
                                          </p:val>
                                        </p:tav>
                                        <p:tav tm="100000">
                                          <p:val>
                                            <p:strVal val="#ppt_y"/>
                                          </p:val>
                                        </p:tav>
                                      </p:tavLst>
                                    </p:anim>
                                    <p:anim calcmode="lin" valueType="num">
                                      <p:cBhvr>
                                        <p:cTn id="65" dur="500" fill="hold"/>
                                        <p:tgtEl>
                                          <p:spTgt spid="323587">
                                            <p:txEl>
                                              <p:pRg st="8" end="8"/>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66" dur="500" fill="hold"/>
                                        <p:tgtEl>
                                          <p:spTgt spid="323587">
                                            <p:txEl>
                                              <p:pRg st="8" end="8"/>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67" dur="500" tmFilter="0,0; .5, 1; 1, 1"/>
                                        <p:tgtEl>
                                          <p:spTgt spid="323587">
                                            <p:txEl>
                                              <p:pRg st="8" end="8"/>
                                            </p:txEl>
                                          </p:spTgt>
                                        </p:tgtEl>
                                      </p:cBhvr>
                                    </p:animEffect>
                                  </p:childTnLst>
                                </p:cTn>
                              </p:par>
                              <p:par>
                                <p:cTn id="68" presetID="41" presetClass="entr" presetSubtype="0" fill="hold" nodeType="withEffect">
                                  <p:stCondLst>
                                    <p:cond delay="0"/>
                                  </p:stCondLst>
                                  <p:iterate type="lt">
                                    <p:tmPct val="10000"/>
                                  </p:iterate>
                                  <p:childTnLst>
                                    <p:set>
                                      <p:cBhvr>
                                        <p:cTn id="69" dur="1" fill="hold">
                                          <p:stCondLst>
                                            <p:cond delay="0"/>
                                          </p:stCondLst>
                                        </p:cTn>
                                        <p:tgtEl>
                                          <p:spTgt spid="323587">
                                            <p:txEl>
                                              <p:pRg st="9" end="9"/>
                                            </p:txEl>
                                          </p:spTgt>
                                        </p:tgtEl>
                                        <p:attrNameLst>
                                          <p:attrName>style.visibility</p:attrName>
                                        </p:attrNameLst>
                                      </p:cBhvr>
                                      <p:to>
                                        <p:strVal val="visible"/>
                                      </p:to>
                                    </p:set>
                                    <p:anim calcmode="lin" valueType="num">
                                      <p:cBhvr>
                                        <p:cTn id="70" dur="500" fill="hold"/>
                                        <p:tgtEl>
                                          <p:spTgt spid="323587">
                                            <p:txEl>
                                              <p:pRg st="9" end="9"/>
                                            </p:txEl>
                                          </p:spTgt>
                                        </p:tgtEl>
                                        <p:attrNameLst>
                                          <p:attrName>ppt_x</p:attrName>
                                        </p:attrNameLst>
                                      </p:cBhvr>
                                      <p:tavLst>
                                        <p:tav tm="0">
                                          <p:val>
                                            <p:strVal val="#ppt_x"/>
                                          </p:val>
                                        </p:tav>
                                        <p:tav tm="50000">
                                          <p:val>
                                            <p:strVal val="#ppt_x+.1"/>
                                          </p:val>
                                        </p:tav>
                                        <p:tav tm="100000">
                                          <p:val>
                                            <p:strVal val="#ppt_x"/>
                                          </p:val>
                                        </p:tav>
                                      </p:tavLst>
                                    </p:anim>
                                    <p:anim calcmode="lin" valueType="num">
                                      <p:cBhvr>
                                        <p:cTn id="71" dur="500" fill="hold"/>
                                        <p:tgtEl>
                                          <p:spTgt spid="323587">
                                            <p:txEl>
                                              <p:pRg st="9" end="9"/>
                                            </p:txEl>
                                          </p:spTgt>
                                        </p:tgtEl>
                                        <p:attrNameLst>
                                          <p:attrName>ppt_y</p:attrName>
                                        </p:attrNameLst>
                                      </p:cBhvr>
                                      <p:tavLst>
                                        <p:tav tm="0">
                                          <p:val>
                                            <p:strVal val="#ppt_y"/>
                                          </p:val>
                                        </p:tav>
                                        <p:tav tm="100000">
                                          <p:val>
                                            <p:strVal val="#ppt_y"/>
                                          </p:val>
                                        </p:tav>
                                      </p:tavLst>
                                    </p:anim>
                                    <p:anim calcmode="lin" valueType="num">
                                      <p:cBhvr>
                                        <p:cTn id="72" dur="500" fill="hold"/>
                                        <p:tgtEl>
                                          <p:spTgt spid="323587">
                                            <p:txEl>
                                              <p:pRg st="9" end="9"/>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73" dur="500" fill="hold"/>
                                        <p:tgtEl>
                                          <p:spTgt spid="323587">
                                            <p:txEl>
                                              <p:pRg st="9" end="9"/>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74" dur="500" tmFilter="0,0; .5, 1; 1, 1"/>
                                        <p:tgtEl>
                                          <p:spTgt spid="32358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Number Placeholder 5">
            <a:extLst>
              <a:ext uri="{FF2B5EF4-FFF2-40B4-BE49-F238E27FC236}">
                <a16:creationId xmlns:a16="http://schemas.microsoft.com/office/drawing/2014/main" id="{2A19CB95-25C0-96C8-BCEF-1998BE5CA7E4}"/>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4796C84D-9EC6-44D8-8BC1-58CF30F442DC}" type="slidenum">
              <a:rPr lang="en-US" altLang="vi-VN" sz="1000">
                <a:latin typeface="Verdana" panose="020B0604030504040204" pitchFamily="34" charset="0"/>
              </a:rPr>
              <a:pPr algn="r" eaLnBrk="1" hangingPunct="1">
                <a:spcBef>
                  <a:spcPct val="0"/>
                </a:spcBef>
                <a:buFontTx/>
                <a:buNone/>
              </a:pPr>
              <a:t>49</a:t>
            </a:fld>
            <a:endParaRPr lang="en-US" altLang="vi-VN" sz="1000">
              <a:latin typeface="Verdana" panose="020B0604030504040204" pitchFamily="34" charset="0"/>
            </a:endParaRPr>
          </a:p>
        </p:txBody>
      </p:sp>
      <p:sp>
        <p:nvSpPr>
          <p:cNvPr id="65539" name="Rectangle 2">
            <a:extLst>
              <a:ext uri="{FF2B5EF4-FFF2-40B4-BE49-F238E27FC236}">
                <a16:creationId xmlns:a16="http://schemas.microsoft.com/office/drawing/2014/main" id="{037492E3-DF43-7BC7-A76B-4FE4AB0EA4E8}"/>
              </a:ext>
            </a:extLst>
          </p:cNvPr>
          <p:cNvSpPr>
            <a:spLocks noGrp="1" noChangeArrowheads="1"/>
          </p:cNvSpPr>
          <p:nvPr>
            <p:ph type="title" idx="4294967295"/>
          </p:nvPr>
        </p:nvSpPr>
        <p:spPr>
          <a:xfrm>
            <a:off x="381000" y="-88900"/>
            <a:ext cx="8229600" cy="838200"/>
          </a:xfrm>
        </p:spPr>
        <p:txBody>
          <a:bodyPr anchor="b"/>
          <a:lstStyle/>
          <a:p>
            <a:pPr eaLnBrk="1" hangingPunct="1"/>
            <a:r>
              <a:rPr lang="en-US" altLang="vi-VN" sz="2800" b="1">
                <a:solidFill>
                  <a:srgbClr val="FF0000"/>
                </a:solidFill>
                <a:latin typeface="Times New Roman" panose="02020603050405020304" pitchFamily="18" charset="0"/>
              </a:rPr>
              <a:t>1. Nhóm hàm xử lý số</a:t>
            </a:r>
          </a:p>
        </p:txBody>
      </p:sp>
      <p:sp>
        <p:nvSpPr>
          <p:cNvPr id="324611" name="Rectangle 3">
            <a:extLst>
              <a:ext uri="{FF2B5EF4-FFF2-40B4-BE49-F238E27FC236}">
                <a16:creationId xmlns:a16="http://schemas.microsoft.com/office/drawing/2014/main" id="{B46E7AB3-50AA-C859-740F-B40126D53C52}"/>
              </a:ext>
            </a:extLst>
          </p:cNvPr>
          <p:cNvSpPr>
            <a:spLocks noGrp="1" noChangeArrowheads="1"/>
          </p:cNvSpPr>
          <p:nvPr>
            <p:ph type="body" idx="4294967295"/>
          </p:nvPr>
        </p:nvSpPr>
        <p:spPr>
          <a:xfrm>
            <a:off x="457200" y="2133600"/>
            <a:ext cx="8382000" cy="4267200"/>
          </a:xfrm>
        </p:spPr>
        <p:txBody>
          <a:bodyPr/>
          <a:lstStyle/>
          <a:p>
            <a:pPr eaLnBrk="1" hangingPunct="1">
              <a:buFont typeface="Wingdings" panose="05000000000000000000" pitchFamily="2" charset="2"/>
              <a:buNone/>
            </a:pPr>
            <a:r>
              <a:rPr lang="en-US" altLang="vi-VN" sz="2800">
                <a:solidFill>
                  <a:srgbClr val="0000FF"/>
                </a:solidFill>
                <a:latin typeface="Times New Roman" panose="02020603050405020304" pitchFamily="18" charset="0"/>
              </a:rPr>
              <a:t>Ví dụ 1</a:t>
            </a:r>
            <a:r>
              <a:rPr lang="en-US" altLang="vi-VN" sz="2800">
                <a:latin typeface="Times New Roman" panose="02020603050405020304" pitchFamily="18" charset="0"/>
              </a:rPr>
              <a:t>: =ROUND(1.45,1) kết quả là 1.5</a:t>
            </a:r>
          </a:p>
          <a:p>
            <a:pPr eaLnBrk="1" hangingPunct="1">
              <a:buFont typeface="Wingdings" panose="05000000000000000000" pitchFamily="2" charset="2"/>
              <a:buNone/>
            </a:pPr>
            <a:r>
              <a:rPr lang="en-US" altLang="vi-VN" sz="2800">
                <a:solidFill>
                  <a:srgbClr val="0000FF"/>
                </a:solidFill>
                <a:latin typeface="Times New Roman" panose="02020603050405020304" pitchFamily="18" charset="0"/>
              </a:rPr>
              <a:t>Ví dụ 2</a:t>
            </a:r>
            <a:r>
              <a:rPr lang="en-US" altLang="vi-VN" sz="2800">
                <a:latin typeface="Times New Roman" panose="02020603050405020304" pitchFamily="18" charset="0"/>
              </a:rPr>
              <a:t>: =ROUND(1.43,1) kết quả là 1.4</a:t>
            </a:r>
          </a:p>
          <a:p>
            <a:pPr eaLnBrk="1" hangingPunct="1">
              <a:buFont typeface="Wingdings" panose="05000000000000000000" pitchFamily="2" charset="2"/>
              <a:buNone/>
            </a:pPr>
            <a:r>
              <a:rPr lang="en-US" altLang="vi-VN" sz="2800">
                <a:solidFill>
                  <a:srgbClr val="0000FF"/>
                </a:solidFill>
                <a:latin typeface="Times New Roman" panose="02020603050405020304" pitchFamily="18" charset="0"/>
              </a:rPr>
              <a:t>Ví dụ 3</a:t>
            </a:r>
            <a:r>
              <a:rPr lang="en-US" altLang="vi-VN" sz="2800">
                <a:latin typeface="Times New Roman" panose="02020603050405020304" pitchFamily="18" charset="0"/>
              </a:rPr>
              <a:t>: =ROUND(1500200,-3) kết quả là 1500000</a:t>
            </a:r>
          </a:p>
          <a:p>
            <a:pPr eaLnBrk="1" hangingPunct="1">
              <a:buFont typeface="Wingdings" panose="05000000000000000000" pitchFamily="2" charset="2"/>
              <a:buNone/>
            </a:pPr>
            <a:r>
              <a:rPr lang="en-US" altLang="vi-VN" sz="2800">
                <a:solidFill>
                  <a:srgbClr val="0000FF"/>
                </a:solidFill>
                <a:latin typeface="Times New Roman" panose="02020603050405020304" pitchFamily="18" charset="0"/>
              </a:rPr>
              <a:t>Ví dụ 4:</a:t>
            </a:r>
            <a:r>
              <a:rPr lang="en-US" altLang="vi-VN" sz="2800">
                <a:latin typeface="Times New Roman" panose="02020603050405020304" pitchFamily="18" charset="0"/>
              </a:rPr>
              <a:t> =ROUND(1500500,-3) kết quả là 1501000</a:t>
            </a:r>
          </a:p>
          <a:p>
            <a:pPr eaLnBrk="1" hangingPunct="1">
              <a:buFont typeface="Wingdings" panose="05000000000000000000" pitchFamily="2" charset="2"/>
              <a:buNone/>
            </a:pPr>
            <a:r>
              <a:rPr lang="en-US" altLang="vi-VN" sz="2800">
                <a:solidFill>
                  <a:srgbClr val="0000FF"/>
                </a:solidFill>
                <a:latin typeface="Times New Roman" panose="02020603050405020304" pitchFamily="18" charset="0"/>
              </a:rPr>
              <a:t>Ví dụ 5:</a:t>
            </a:r>
            <a:r>
              <a:rPr lang="en-US" altLang="vi-VN" sz="2800">
                <a:latin typeface="Times New Roman" panose="02020603050405020304" pitchFamily="18" charset="0"/>
              </a:rPr>
              <a:t> =ROUND(1586.87,0) kết quả là 1587</a:t>
            </a:r>
            <a:r>
              <a:rPr lang="en-US" altLang="vi-VN" sz="2800"/>
              <a:t>.</a:t>
            </a:r>
            <a:r>
              <a:rPr lang="sv-SE" altLang="vi-VN" sz="2800"/>
              <a:t>	</a:t>
            </a:r>
            <a:r>
              <a:rPr lang="sv-SE" altLang="vi-VN"/>
              <a:t> </a:t>
            </a:r>
            <a:endParaRPr lang="en-US" altLang="vi-VN"/>
          </a:p>
          <a:p>
            <a:pPr eaLnBrk="1" hangingPunct="1"/>
            <a:endParaRPr lang="en-US" altLang="vi-VN"/>
          </a:p>
          <a:p>
            <a:pPr eaLnBrk="1" hangingPunct="1"/>
            <a:endParaRPr lang="en-US" altLang="vi-V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324611">
                                            <p:txEl>
                                              <p:pRg st="0" end="0"/>
                                            </p:txEl>
                                          </p:spTgt>
                                        </p:tgtEl>
                                        <p:attrNameLst>
                                          <p:attrName>style.visibility</p:attrName>
                                        </p:attrNameLst>
                                      </p:cBhvr>
                                      <p:to>
                                        <p:strVal val="visible"/>
                                      </p:to>
                                    </p:set>
                                    <p:anim calcmode="lin" valueType="num">
                                      <p:cBhvr>
                                        <p:cTn id="7" dur="500" fill="hold"/>
                                        <p:tgtEl>
                                          <p:spTgt spid="324611">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24611">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324611">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24611">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24611">
                                            <p:txEl>
                                              <p:pRg st="0" end="0"/>
                                            </p:txEl>
                                          </p:spTgt>
                                        </p:tgtEl>
                                      </p:cBhvr>
                                    </p:animEffect>
                                  </p:childTnLst>
                                </p:cTn>
                              </p:par>
                              <p:par>
                                <p:cTn id="12" presetID="41" presetClass="entr" presetSubtype="0" fill="hold" nodeType="withEffect">
                                  <p:stCondLst>
                                    <p:cond delay="0"/>
                                  </p:stCondLst>
                                  <p:iterate type="lt">
                                    <p:tmPct val="10000"/>
                                  </p:iterate>
                                  <p:childTnLst>
                                    <p:set>
                                      <p:cBhvr>
                                        <p:cTn id="13" dur="1" fill="hold">
                                          <p:stCondLst>
                                            <p:cond delay="0"/>
                                          </p:stCondLst>
                                        </p:cTn>
                                        <p:tgtEl>
                                          <p:spTgt spid="324611">
                                            <p:txEl>
                                              <p:pRg st="1" end="1"/>
                                            </p:txEl>
                                          </p:spTgt>
                                        </p:tgtEl>
                                        <p:attrNameLst>
                                          <p:attrName>style.visibility</p:attrName>
                                        </p:attrNameLst>
                                      </p:cBhvr>
                                      <p:to>
                                        <p:strVal val="visible"/>
                                      </p:to>
                                    </p:set>
                                    <p:anim calcmode="lin" valueType="num">
                                      <p:cBhvr>
                                        <p:cTn id="14" dur="500" fill="hold"/>
                                        <p:tgtEl>
                                          <p:spTgt spid="324611">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15" dur="500" fill="hold"/>
                                        <p:tgtEl>
                                          <p:spTgt spid="324611">
                                            <p:txEl>
                                              <p:pRg st="1" end="1"/>
                                            </p:txEl>
                                          </p:spTgt>
                                        </p:tgtEl>
                                        <p:attrNameLst>
                                          <p:attrName>ppt_y</p:attrName>
                                        </p:attrNameLst>
                                      </p:cBhvr>
                                      <p:tavLst>
                                        <p:tav tm="0">
                                          <p:val>
                                            <p:strVal val="#ppt_y"/>
                                          </p:val>
                                        </p:tav>
                                        <p:tav tm="100000">
                                          <p:val>
                                            <p:strVal val="#ppt_y"/>
                                          </p:val>
                                        </p:tav>
                                      </p:tavLst>
                                    </p:anim>
                                    <p:anim calcmode="lin" valueType="num">
                                      <p:cBhvr>
                                        <p:cTn id="16" dur="500" fill="hold"/>
                                        <p:tgtEl>
                                          <p:spTgt spid="324611">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7" dur="500" fill="hold"/>
                                        <p:tgtEl>
                                          <p:spTgt spid="324611">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8" dur="500" tmFilter="0,0; .5, 1; 1, 1"/>
                                        <p:tgtEl>
                                          <p:spTgt spid="324611">
                                            <p:txEl>
                                              <p:pRg st="1" end="1"/>
                                            </p:txEl>
                                          </p:spTgt>
                                        </p:tgtEl>
                                      </p:cBhvr>
                                    </p:animEffect>
                                  </p:childTnLst>
                                </p:cTn>
                              </p:par>
                              <p:par>
                                <p:cTn id="19" presetID="41" presetClass="entr" presetSubtype="0" fill="hold" nodeType="withEffect">
                                  <p:stCondLst>
                                    <p:cond delay="0"/>
                                  </p:stCondLst>
                                  <p:iterate type="lt">
                                    <p:tmPct val="10000"/>
                                  </p:iterate>
                                  <p:childTnLst>
                                    <p:set>
                                      <p:cBhvr>
                                        <p:cTn id="20" dur="1" fill="hold">
                                          <p:stCondLst>
                                            <p:cond delay="0"/>
                                          </p:stCondLst>
                                        </p:cTn>
                                        <p:tgtEl>
                                          <p:spTgt spid="324611">
                                            <p:txEl>
                                              <p:pRg st="2" end="2"/>
                                            </p:txEl>
                                          </p:spTgt>
                                        </p:tgtEl>
                                        <p:attrNameLst>
                                          <p:attrName>style.visibility</p:attrName>
                                        </p:attrNameLst>
                                      </p:cBhvr>
                                      <p:to>
                                        <p:strVal val="visible"/>
                                      </p:to>
                                    </p:set>
                                    <p:anim calcmode="lin" valueType="num">
                                      <p:cBhvr>
                                        <p:cTn id="21" dur="500" fill="hold"/>
                                        <p:tgtEl>
                                          <p:spTgt spid="324611">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324611">
                                            <p:txEl>
                                              <p:pRg st="2" end="2"/>
                                            </p:txEl>
                                          </p:spTgt>
                                        </p:tgtEl>
                                        <p:attrNameLst>
                                          <p:attrName>ppt_y</p:attrName>
                                        </p:attrNameLst>
                                      </p:cBhvr>
                                      <p:tavLst>
                                        <p:tav tm="0">
                                          <p:val>
                                            <p:strVal val="#ppt_y"/>
                                          </p:val>
                                        </p:tav>
                                        <p:tav tm="100000">
                                          <p:val>
                                            <p:strVal val="#ppt_y"/>
                                          </p:val>
                                        </p:tav>
                                      </p:tavLst>
                                    </p:anim>
                                    <p:anim calcmode="lin" valueType="num">
                                      <p:cBhvr>
                                        <p:cTn id="23" dur="500" fill="hold"/>
                                        <p:tgtEl>
                                          <p:spTgt spid="324611">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324611">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324611">
                                            <p:txEl>
                                              <p:pRg st="2" end="2"/>
                                            </p:txEl>
                                          </p:spTgt>
                                        </p:tgtEl>
                                      </p:cBhvr>
                                    </p:animEffect>
                                  </p:childTnLst>
                                </p:cTn>
                              </p:par>
                              <p:par>
                                <p:cTn id="26" presetID="41" presetClass="entr" presetSubtype="0" fill="hold" nodeType="withEffect">
                                  <p:stCondLst>
                                    <p:cond delay="0"/>
                                  </p:stCondLst>
                                  <p:iterate type="lt">
                                    <p:tmPct val="10000"/>
                                  </p:iterate>
                                  <p:childTnLst>
                                    <p:set>
                                      <p:cBhvr>
                                        <p:cTn id="27" dur="1" fill="hold">
                                          <p:stCondLst>
                                            <p:cond delay="0"/>
                                          </p:stCondLst>
                                        </p:cTn>
                                        <p:tgtEl>
                                          <p:spTgt spid="324611">
                                            <p:txEl>
                                              <p:pRg st="3" end="3"/>
                                            </p:txEl>
                                          </p:spTgt>
                                        </p:tgtEl>
                                        <p:attrNameLst>
                                          <p:attrName>style.visibility</p:attrName>
                                        </p:attrNameLst>
                                      </p:cBhvr>
                                      <p:to>
                                        <p:strVal val="visible"/>
                                      </p:to>
                                    </p:set>
                                    <p:anim calcmode="lin" valueType="num">
                                      <p:cBhvr>
                                        <p:cTn id="28" dur="500" fill="hold"/>
                                        <p:tgtEl>
                                          <p:spTgt spid="324611">
                                            <p:txEl>
                                              <p:pRg st="3" end="3"/>
                                            </p:txEl>
                                          </p:spTgt>
                                        </p:tgtEl>
                                        <p:attrNameLst>
                                          <p:attrName>ppt_x</p:attrName>
                                        </p:attrNameLst>
                                      </p:cBhvr>
                                      <p:tavLst>
                                        <p:tav tm="0">
                                          <p:val>
                                            <p:strVal val="#ppt_x"/>
                                          </p:val>
                                        </p:tav>
                                        <p:tav tm="50000">
                                          <p:val>
                                            <p:strVal val="#ppt_x+.1"/>
                                          </p:val>
                                        </p:tav>
                                        <p:tav tm="100000">
                                          <p:val>
                                            <p:strVal val="#ppt_x"/>
                                          </p:val>
                                        </p:tav>
                                      </p:tavLst>
                                    </p:anim>
                                    <p:anim calcmode="lin" valueType="num">
                                      <p:cBhvr>
                                        <p:cTn id="29" dur="500" fill="hold"/>
                                        <p:tgtEl>
                                          <p:spTgt spid="324611">
                                            <p:txEl>
                                              <p:pRg st="3" end="3"/>
                                            </p:txEl>
                                          </p:spTgt>
                                        </p:tgtEl>
                                        <p:attrNameLst>
                                          <p:attrName>ppt_y</p:attrName>
                                        </p:attrNameLst>
                                      </p:cBhvr>
                                      <p:tavLst>
                                        <p:tav tm="0">
                                          <p:val>
                                            <p:strVal val="#ppt_y"/>
                                          </p:val>
                                        </p:tav>
                                        <p:tav tm="100000">
                                          <p:val>
                                            <p:strVal val="#ppt_y"/>
                                          </p:val>
                                        </p:tav>
                                      </p:tavLst>
                                    </p:anim>
                                    <p:anim calcmode="lin" valueType="num">
                                      <p:cBhvr>
                                        <p:cTn id="30" dur="500" fill="hold"/>
                                        <p:tgtEl>
                                          <p:spTgt spid="324611">
                                            <p:txEl>
                                              <p:pRg st="3" end="3"/>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1" dur="500" fill="hold"/>
                                        <p:tgtEl>
                                          <p:spTgt spid="324611">
                                            <p:txEl>
                                              <p:pRg st="3" end="3"/>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2" dur="500" tmFilter="0,0; .5, 1; 1, 1"/>
                                        <p:tgtEl>
                                          <p:spTgt spid="324611">
                                            <p:txEl>
                                              <p:pRg st="3" end="3"/>
                                            </p:txEl>
                                          </p:spTgt>
                                        </p:tgtEl>
                                      </p:cBhvr>
                                    </p:animEffect>
                                  </p:childTnLst>
                                </p:cTn>
                              </p:par>
                              <p:par>
                                <p:cTn id="33" presetID="41" presetClass="entr" presetSubtype="0" fill="hold" nodeType="withEffect">
                                  <p:stCondLst>
                                    <p:cond delay="0"/>
                                  </p:stCondLst>
                                  <p:iterate type="lt">
                                    <p:tmPct val="10000"/>
                                  </p:iterate>
                                  <p:childTnLst>
                                    <p:set>
                                      <p:cBhvr>
                                        <p:cTn id="34" dur="1" fill="hold">
                                          <p:stCondLst>
                                            <p:cond delay="0"/>
                                          </p:stCondLst>
                                        </p:cTn>
                                        <p:tgtEl>
                                          <p:spTgt spid="324611">
                                            <p:txEl>
                                              <p:pRg st="4" end="4"/>
                                            </p:txEl>
                                          </p:spTgt>
                                        </p:tgtEl>
                                        <p:attrNameLst>
                                          <p:attrName>style.visibility</p:attrName>
                                        </p:attrNameLst>
                                      </p:cBhvr>
                                      <p:to>
                                        <p:strVal val="visible"/>
                                      </p:to>
                                    </p:set>
                                    <p:anim calcmode="lin" valueType="num">
                                      <p:cBhvr>
                                        <p:cTn id="35" dur="500" fill="hold"/>
                                        <p:tgtEl>
                                          <p:spTgt spid="324611">
                                            <p:txEl>
                                              <p:pRg st="4" end="4"/>
                                            </p:txEl>
                                          </p:spTgt>
                                        </p:tgtEl>
                                        <p:attrNameLst>
                                          <p:attrName>ppt_x</p:attrName>
                                        </p:attrNameLst>
                                      </p:cBhvr>
                                      <p:tavLst>
                                        <p:tav tm="0">
                                          <p:val>
                                            <p:strVal val="#ppt_x"/>
                                          </p:val>
                                        </p:tav>
                                        <p:tav tm="50000">
                                          <p:val>
                                            <p:strVal val="#ppt_x+.1"/>
                                          </p:val>
                                        </p:tav>
                                        <p:tav tm="100000">
                                          <p:val>
                                            <p:strVal val="#ppt_x"/>
                                          </p:val>
                                        </p:tav>
                                      </p:tavLst>
                                    </p:anim>
                                    <p:anim calcmode="lin" valueType="num">
                                      <p:cBhvr>
                                        <p:cTn id="36" dur="500" fill="hold"/>
                                        <p:tgtEl>
                                          <p:spTgt spid="324611">
                                            <p:txEl>
                                              <p:pRg st="4" end="4"/>
                                            </p:txEl>
                                          </p:spTgt>
                                        </p:tgtEl>
                                        <p:attrNameLst>
                                          <p:attrName>ppt_y</p:attrName>
                                        </p:attrNameLst>
                                      </p:cBhvr>
                                      <p:tavLst>
                                        <p:tav tm="0">
                                          <p:val>
                                            <p:strVal val="#ppt_y"/>
                                          </p:val>
                                        </p:tav>
                                        <p:tav tm="100000">
                                          <p:val>
                                            <p:strVal val="#ppt_y"/>
                                          </p:val>
                                        </p:tav>
                                      </p:tavLst>
                                    </p:anim>
                                    <p:anim calcmode="lin" valueType="num">
                                      <p:cBhvr>
                                        <p:cTn id="37" dur="500" fill="hold"/>
                                        <p:tgtEl>
                                          <p:spTgt spid="324611">
                                            <p:txEl>
                                              <p:pRg st="4" end="4"/>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8" dur="500" fill="hold"/>
                                        <p:tgtEl>
                                          <p:spTgt spid="324611">
                                            <p:txEl>
                                              <p:pRg st="4" end="4"/>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9" dur="500" tmFilter="0,0; .5, 1; 1, 1"/>
                                        <p:tgtEl>
                                          <p:spTgt spid="3246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Number Placeholder 5">
            <a:extLst>
              <a:ext uri="{FF2B5EF4-FFF2-40B4-BE49-F238E27FC236}">
                <a16:creationId xmlns:a16="http://schemas.microsoft.com/office/drawing/2014/main" id="{4EB10412-5DAB-64FB-064F-A83BB70532A5}"/>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218892CE-DC5A-46D6-96B5-452F0ED55F96}" type="slidenum">
              <a:rPr lang="en-US" altLang="vi-VN" sz="1000">
                <a:latin typeface="Verdana" panose="020B0604030504040204" pitchFamily="34" charset="0"/>
              </a:rPr>
              <a:pPr algn="r" eaLnBrk="1" hangingPunct="1">
                <a:spcBef>
                  <a:spcPct val="0"/>
                </a:spcBef>
                <a:buFontTx/>
                <a:buNone/>
              </a:pPr>
              <a:t>50</a:t>
            </a:fld>
            <a:endParaRPr lang="en-US" altLang="vi-VN" sz="1000">
              <a:latin typeface="Verdana" panose="020B0604030504040204" pitchFamily="34" charset="0"/>
            </a:endParaRPr>
          </a:p>
        </p:txBody>
      </p:sp>
      <p:sp>
        <p:nvSpPr>
          <p:cNvPr id="66563" name="Rectangle 2">
            <a:extLst>
              <a:ext uri="{FF2B5EF4-FFF2-40B4-BE49-F238E27FC236}">
                <a16:creationId xmlns:a16="http://schemas.microsoft.com/office/drawing/2014/main" id="{B68DAD15-CFA0-1691-D9F1-D55D362193D8}"/>
              </a:ext>
            </a:extLst>
          </p:cNvPr>
          <p:cNvSpPr>
            <a:spLocks noGrp="1" noChangeArrowheads="1"/>
          </p:cNvSpPr>
          <p:nvPr>
            <p:ph type="title" idx="4294967295"/>
          </p:nvPr>
        </p:nvSpPr>
        <p:spPr>
          <a:xfrm>
            <a:off x="1447800" y="254000"/>
            <a:ext cx="6858000" cy="463550"/>
          </a:xfrm>
        </p:spPr>
        <p:txBody>
          <a:bodyPr anchor="b"/>
          <a:lstStyle/>
          <a:p>
            <a:pPr eaLnBrk="1" hangingPunct="1"/>
            <a:r>
              <a:rPr lang="en-US" altLang="vi-VN" sz="3200" b="1">
                <a:solidFill>
                  <a:srgbClr val="FF0000"/>
                </a:solidFill>
                <a:latin typeface="Times New Roman" panose="02020603050405020304" pitchFamily="18" charset="0"/>
              </a:rPr>
              <a:t>2. Nhóm hàm xử lý dữ liệu chuỗi</a:t>
            </a:r>
          </a:p>
        </p:txBody>
      </p:sp>
      <p:sp>
        <p:nvSpPr>
          <p:cNvPr id="326659" name="Rectangle 3">
            <a:extLst>
              <a:ext uri="{FF2B5EF4-FFF2-40B4-BE49-F238E27FC236}">
                <a16:creationId xmlns:a16="http://schemas.microsoft.com/office/drawing/2014/main" id="{6AEF3E89-1AEF-1C2E-AAA9-36F713417CE5}"/>
              </a:ext>
            </a:extLst>
          </p:cNvPr>
          <p:cNvSpPr>
            <a:spLocks noGrp="1" noChangeArrowheads="1"/>
          </p:cNvSpPr>
          <p:nvPr>
            <p:ph type="body" idx="4294967295"/>
          </p:nvPr>
        </p:nvSpPr>
        <p:spPr>
          <a:xfrm>
            <a:off x="381000" y="1295400"/>
            <a:ext cx="8763000" cy="5105400"/>
          </a:xfrm>
        </p:spPr>
        <p:txBody>
          <a:bodyPr/>
          <a:lstStyle/>
          <a:p>
            <a:pPr eaLnBrk="1" hangingPunct="1">
              <a:lnSpc>
                <a:spcPct val="80000"/>
              </a:lnSpc>
              <a:buFont typeface="Wingdings" panose="05000000000000000000" pitchFamily="2" charset="2"/>
              <a:buNone/>
            </a:pPr>
            <a:r>
              <a:rPr lang="en-US" altLang="vi-VN" sz="2800">
                <a:solidFill>
                  <a:srgbClr val="0000FF"/>
                </a:solidFill>
                <a:latin typeface="Times New Roman" panose="02020603050405020304" pitchFamily="18" charset="0"/>
              </a:rPr>
              <a:t>Hàm LEFT</a:t>
            </a:r>
          </a:p>
          <a:p>
            <a:pPr algn="just" eaLnBrk="1" hangingPunct="1">
              <a:lnSpc>
                <a:spcPct val="80000"/>
              </a:lnSpc>
              <a:buFont typeface="Wingdings" panose="05000000000000000000" pitchFamily="2" charset="2"/>
              <a:buNone/>
            </a:pPr>
            <a:r>
              <a:rPr lang="en-US" altLang="vi-VN" sz="2800">
                <a:latin typeface="Times New Roman" panose="02020603050405020304" pitchFamily="18" charset="0"/>
              </a:rPr>
              <a:t>Cú pháp: =LEFT(s, n)</a:t>
            </a:r>
          </a:p>
          <a:p>
            <a:pPr algn="just" eaLnBrk="1" hangingPunct="1">
              <a:lnSpc>
                <a:spcPct val="80000"/>
              </a:lnSpc>
              <a:buFont typeface="Wingdings" panose="05000000000000000000" pitchFamily="2" charset="2"/>
              <a:buNone/>
            </a:pPr>
            <a:r>
              <a:rPr lang="en-US" altLang="vi-VN" sz="2800">
                <a:latin typeface="Times New Roman" panose="02020603050405020304" pitchFamily="18" charset="0"/>
              </a:rPr>
              <a:t>Công dụng: Lấy ra n ký tự của chuỗi s kể từ bên trái.</a:t>
            </a:r>
            <a:endParaRPr lang="fr-FR" altLang="vi-VN" sz="2800">
              <a:latin typeface="Times New Roman" panose="02020603050405020304" pitchFamily="18" charset="0"/>
            </a:endParaRPr>
          </a:p>
          <a:p>
            <a:pPr algn="just" eaLnBrk="1" hangingPunct="1">
              <a:lnSpc>
                <a:spcPct val="80000"/>
              </a:lnSpc>
              <a:buFont typeface="Wingdings" panose="05000000000000000000" pitchFamily="2" charset="2"/>
              <a:buNone/>
            </a:pPr>
            <a:r>
              <a:rPr lang="fr-FR" altLang="vi-VN" sz="2800">
                <a:solidFill>
                  <a:srgbClr val="0000FF"/>
                </a:solidFill>
                <a:latin typeface="Times New Roman" panose="02020603050405020304" pitchFamily="18" charset="0"/>
              </a:rPr>
              <a:t>Ví dụ</a:t>
            </a:r>
            <a:r>
              <a:rPr lang="fr-FR" altLang="vi-VN" sz="2800">
                <a:latin typeface="Times New Roman" panose="02020603050405020304" pitchFamily="18" charset="0"/>
              </a:rPr>
              <a:t>: =LEFT(“EXCEL”,2) kết quả là “EX”</a:t>
            </a:r>
            <a:endParaRPr lang="en-US" altLang="vi-VN" sz="2800">
              <a:latin typeface="Times New Roman" panose="02020603050405020304" pitchFamily="18" charset="0"/>
            </a:endParaRPr>
          </a:p>
          <a:p>
            <a:pPr algn="just" eaLnBrk="1" hangingPunct="1">
              <a:lnSpc>
                <a:spcPct val="80000"/>
              </a:lnSpc>
              <a:buFont typeface="Wingdings" panose="05000000000000000000" pitchFamily="2" charset="2"/>
              <a:buNone/>
            </a:pPr>
            <a:r>
              <a:rPr lang="en-US" altLang="vi-VN" sz="2800">
                <a:solidFill>
                  <a:srgbClr val="0000FF"/>
                </a:solidFill>
                <a:latin typeface="Times New Roman" panose="02020603050405020304" pitchFamily="18" charset="0"/>
              </a:rPr>
              <a:t>Hàm RIGHT</a:t>
            </a:r>
          </a:p>
          <a:p>
            <a:pPr algn="just" eaLnBrk="1" hangingPunct="1">
              <a:lnSpc>
                <a:spcPct val="80000"/>
              </a:lnSpc>
              <a:buFont typeface="Wingdings" panose="05000000000000000000" pitchFamily="2" charset="2"/>
              <a:buNone/>
            </a:pPr>
            <a:r>
              <a:rPr lang="en-US" altLang="vi-VN" sz="2800">
                <a:latin typeface="Times New Roman" panose="02020603050405020304" pitchFamily="18" charset="0"/>
              </a:rPr>
              <a:t>Cú pháp: =RIGHT(s, n)</a:t>
            </a:r>
          </a:p>
          <a:p>
            <a:pPr algn="just" eaLnBrk="1" hangingPunct="1">
              <a:lnSpc>
                <a:spcPct val="80000"/>
              </a:lnSpc>
              <a:buFont typeface="Wingdings" panose="05000000000000000000" pitchFamily="2" charset="2"/>
              <a:buNone/>
            </a:pPr>
            <a:r>
              <a:rPr lang="en-US" altLang="vi-VN" sz="2800">
                <a:latin typeface="Times New Roman" panose="02020603050405020304" pitchFamily="18" charset="0"/>
              </a:rPr>
              <a:t>Công dụng: Lấy ra n ký tự của chuỗi s kể từ bên phải.</a:t>
            </a:r>
          </a:p>
          <a:p>
            <a:pPr algn="just" eaLnBrk="1" hangingPunct="1">
              <a:lnSpc>
                <a:spcPct val="80000"/>
              </a:lnSpc>
              <a:buFont typeface="Wingdings" panose="05000000000000000000" pitchFamily="2" charset="2"/>
              <a:buNone/>
            </a:pPr>
            <a:r>
              <a:rPr lang="en-US" altLang="vi-VN" sz="2800">
                <a:solidFill>
                  <a:srgbClr val="0000FF"/>
                </a:solidFill>
                <a:latin typeface="Times New Roman" panose="02020603050405020304" pitchFamily="18" charset="0"/>
              </a:rPr>
              <a:t>Ví dụ:</a:t>
            </a:r>
            <a:r>
              <a:rPr lang="en-US" altLang="vi-VN" sz="2800">
                <a:latin typeface="Times New Roman" panose="02020603050405020304" pitchFamily="18" charset="0"/>
              </a:rPr>
              <a:t> =RIGHT(“TIN HOC CAN BAN”,7) kết quả là </a:t>
            </a:r>
          </a:p>
          <a:p>
            <a:pPr algn="just" eaLnBrk="1" hangingPunct="1">
              <a:lnSpc>
                <a:spcPct val="80000"/>
              </a:lnSpc>
              <a:buFont typeface="Wingdings" panose="05000000000000000000" pitchFamily="2" charset="2"/>
              <a:buNone/>
            </a:pPr>
            <a:r>
              <a:rPr lang="en-US" altLang="vi-VN" sz="2800">
                <a:latin typeface="Times New Roman" panose="02020603050405020304" pitchFamily="18" charset="0"/>
              </a:rPr>
              <a:t>“CAN BAN”</a:t>
            </a:r>
          </a:p>
          <a:p>
            <a:pPr algn="just" eaLnBrk="1" hangingPunct="1">
              <a:lnSpc>
                <a:spcPct val="80000"/>
              </a:lnSpc>
              <a:buFont typeface="Wingdings" panose="05000000000000000000" pitchFamily="2" charset="2"/>
              <a:buNone/>
            </a:pPr>
            <a:r>
              <a:rPr lang="en-US" altLang="vi-VN" sz="2800" i="1">
                <a:solidFill>
                  <a:srgbClr val="0000FF"/>
                </a:solidFill>
                <a:latin typeface="Times New Roman" panose="02020603050405020304" pitchFamily="18" charset="0"/>
              </a:rPr>
              <a:t>Lưu ý</a:t>
            </a:r>
            <a:r>
              <a:rPr lang="en-US" altLang="vi-VN" sz="2800">
                <a:solidFill>
                  <a:srgbClr val="0000FF"/>
                </a:solidFill>
                <a:latin typeface="Times New Roman" panose="02020603050405020304" pitchFamily="18" charset="0"/>
              </a:rPr>
              <a:t>:</a:t>
            </a:r>
            <a:r>
              <a:rPr lang="en-US" altLang="vi-VN" sz="2800">
                <a:latin typeface="Times New Roman" panose="02020603050405020304" pitchFamily="18" charset="0"/>
              </a:rPr>
              <a:t> Nếu các hàm LEFT, RIGHT không có tham số n</a:t>
            </a:r>
          </a:p>
          <a:p>
            <a:pPr algn="just" eaLnBrk="1" hangingPunct="1">
              <a:lnSpc>
                <a:spcPct val="80000"/>
              </a:lnSpc>
              <a:buFont typeface="Wingdings" panose="05000000000000000000" pitchFamily="2" charset="2"/>
              <a:buNone/>
            </a:pPr>
            <a:r>
              <a:rPr lang="en-US" altLang="vi-VN" sz="2800">
                <a:latin typeface="Times New Roman" panose="02020603050405020304" pitchFamily="18" charset="0"/>
              </a:rPr>
              <a:t>thì Excel sẽ hiểu n=1.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326659">
                                            <p:txEl>
                                              <p:pRg st="0" end="0"/>
                                            </p:txEl>
                                          </p:spTgt>
                                        </p:tgtEl>
                                        <p:attrNameLst>
                                          <p:attrName>style.visibility</p:attrName>
                                        </p:attrNameLst>
                                      </p:cBhvr>
                                      <p:to>
                                        <p:strVal val="visible"/>
                                      </p:to>
                                    </p:set>
                                    <p:anim calcmode="lin" valueType="num">
                                      <p:cBhvr>
                                        <p:cTn id="7" dur="500" fill="hold"/>
                                        <p:tgtEl>
                                          <p:spTgt spid="326659">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26659">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326659">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26659">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26659">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1" presetClass="entr" presetSubtype="0" fill="hold" nodeType="clickEffect">
                                  <p:stCondLst>
                                    <p:cond delay="0"/>
                                  </p:stCondLst>
                                  <p:iterate type="lt">
                                    <p:tmPct val="10000"/>
                                  </p:iterate>
                                  <p:childTnLst>
                                    <p:set>
                                      <p:cBhvr>
                                        <p:cTn id="15" dur="1" fill="hold">
                                          <p:stCondLst>
                                            <p:cond delay="0"/>
                                          </p:stCondLst>
                                        </p:cTn>
                                        <p:tgtEl>
                                          <p:spTgt spid="326659">
                                            <p:txEl>
                                              <p:pRg st="1" end="1"/>
                                            </p:txEl>
                                          </p:spTgt>
                                        </p:tgtEl>
                                        <p:attrNameLst>
                                          <p:attrName>style.visibility</p:attrName>
                                        </p:attrNameLst>
                                      </p:cBhvr>
                                      <p:to>
                                        <p:strVal val="visible"/>
                                      </p:to>
                                    </p:set>
                                    <p:anim calcmode="lin" valueType="num">
                                      <p:cBhvr>
                                        <p:cTn id="16" dur="500" fill="hold"/>
                                        <p:tgtEl>
                                          <p:spTgt spid="326659">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326659">
                                            <p:txEl>
                                              <p:pRg st="1" end="1"/>
                                            </p:txEl>
                                          </p:spTgt>
                                        </p:tgtEl>
                                        <p:attrNameLst>
                                          <p:attrName>ppt_y</p:attrName>
                                        </p:attrNameLst>
                                      </p:cBhvr>
                                      <p:tavLst>
                                        <p:tav tm="0">
                                          <p:val>
                                            <p:strVal val="#ppt_y"/>
                                          </p:val>
                                        </p:tav>
                                        <p:tav tm="100000">
                                          <p:val>
                                            <p:strVal val="#ppt_y"/>
                                          </p:val>
                                        </p:tav>
                                      </p:tavLst>
                                    </p:anim>
                                    <p:anim calcmode="lin" valueType="num">
                                      <p:cBhvr>
                                        <p:cTn id="18" dur="500" fill="hold"/>
                                        <p:tgtEl>
                                          <p:spTgt spid="326659">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326659">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326659">
                                            <p:txEl>
                                              <p:pRg st="1" end="1"/>
                                            </p:txEl>
                                          </p:spTgt>
                                        </p:tgtEl>
                                      </p:cBhvr>
                                    </p:animEffect>
                                  </p:childTnLst>
                                </p:cTn>
                              </p:par>
                              <p:par>
                                <p:cTn id="21" presetID="41" presetClass="entr" presetSubtype="0" fill="hold" nodeType="withEffect">
                                  <p:stCondLst>
                                    <p:cond delay="0"/>
                                  </p:stCondLst>
                                  <p:iterate type="lt">
                                    <p:tmPct val="10000"/>
                                  </p:iterate>
                                  <p:childTnLst>
                                    <p:set>
                                      <p:cBhvr>
                                        <p:cTn id="22" dur="1" fill="hold">
                                          <p:stCondLst>
                                            <p:cond delay="0"/>
                                          </p:stCondLst>
                                        </p:cTn>
                                        <p:tgtEl>
                                          <p:spTgt spid="326659">
                                            <p:txEl>
                                              <p:pRg st="2" end="2"/>
                                            </p:txEl>
                                          </p:spTgt>
                                        </p:tgtEl>
                                        <p:attrNameLst>
                                          <p:attrName>style.visibility</p:attrName>
                                        </p:attrNameLst>
                                      </p:cBhvr>
                                      <p:to>
                                        <p:strVal val="visible"/>
                                      </p:to>
                                    </p:set>
                                    <p:anim calcmode="lin" valueType="num">
                                      <p:cBhvr>
                                        <p:cTn id="23" dur="500" fill="hold"/>
                                        <p:tgtEl>
                                          <p:spTgt spid="326659">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24" dur="500" fill="hold"/>
                                        <p:tgtEl>
                                          <p:spTgt spid="326659">
                                            <p:txEl>
                                              <p:pRg st="2" end="2"/>
                                            </p:txEl>
                                          </p:spTgt>
                                        </p:tgtEl>
                                        <p:attrNameLst>
                                          <p:attrName>ppt_y</p:attrName>
                                        </p:attrNameLst>
                                      </p:cBhvr>
                                      <p:tavLst>
                                        <p:tav tm="0">
                                          <p:val>
                                            <p:strVal val="#ppt_y"/>
                                          </p:val>
                                        </p:tav>
                                        <p:tav tm="100000">
                                          <p:val>
                                            <p:strVal val="#ppt_y"/>
                                          </p:val>
                                        </p:tav>
                                      </p:tavLst>
                                    </p:anim>
                                    <p:anim calcmode="lin" valueType="num">
                                      <p:cBhvr>
                                        <p:cTn id="25" dur="500" fill="hold"/>
                                        <p:tgtEl>
                                          <p:spTgt spid="326659">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6" dur="500" fill="hold"/>
                                        <p:tgtEl>
                                          <p:spTgt spid="326659">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7" dur="500" tmFilter="0,0; .5, 1; 1, 1"/>
                                        <p:tgtEl>
                                          <p:spTgt spid="326659">
                                            <p:txEl>
                                              <p:pRg st="2" end="2"/>
                                            </p:txEl>
                                          </p:spTgt>
                                        </p:tgtEl>
                                      </p:cBhvr>
                                    </p:animEffect>
                                  </p:childTnLst>
                                </p:cTn>
                              </p:par>
                              <p:par>
                                <p:cTn id="28" presetID="41" presetClass="entr" presetSubtype="0" fill="hold" nodeType="withEffect">
                                  <p:stCondLst>
                                    <p:cond delay="0"/>
                                  </p:stCondLst>
                                  <p:iterate type="lt">
                                    <p:tmPct val="10000"/>
                                  </p:iterate>
                                  <p:childTnLst>
                                    <p:set>
                                      <p:cBhvr>
                                        <p:cTn id="29" dur="1" fill="hold">
                                          <p:stCondLst>
                                            <p:cond delay="0"/>
                                          </p:stCondLst>
                                        </p:cTn>
                                        <p:tgtEl>
                                          <p:spTgt spid="326659">
                                            <p:txEl>
                                              <p:pRg st="3" end="3"/>
                                            </p:txEl>
                                          </p:spTgt>
                                        </p:tgtEl>
                                        <p:attrNameLst>
                                          <p:attrName>style.visibility</p:attrName>
                                        </p:attrNameLst>
                                      </p:cBhvr>
                                      <p:to>
                                        <p:strVal val="visible"/>
                                      </p:to>
                                    </p:set>
                                    <p:anim calcmode="lin" valueType="num">
                                      <p:cBhvr>
                                        <p:cTn id="30" dur="500" fill="hold"/>
                                        <p:tgtEl>
                                          <p:spTgt spid="326659">
                                            <p:txEl>
                                              <p:pRg st="3" end="3"/>
                                            </p:txEl>
                                          </p:spTgt>
                                        </p:tgtEl>
                                        <p:attrNameLst>
                                          <p:attrName>ppt_x</p:attrName>
                                        </p:attrNameLst>
                                      </p:cBhvr>
                                      <p:tavLst>
                                        <p:tav tm="0">
                                          <p:val>
                                            <p:strVal val="#ppt_x"/>
                                          </p:val>
                                        </p:tav>
                                        <p:tav tm="50000">
                                          <p:val>
                                            <p:strVal val="#ppt_x+.1"/>
                                          </p:val>
                                        </p:tav>
                                        <p:tav tm="100000">
                                          <p:val>
                                            <p:strVal val="#ppt_x"/>
                                          </p:val>
                                        </p:tav>
                                      </p:tavLst>
                                    </p:anim>
                                    <p:anim calcmode="lin" valueType="num">
                                      <p:cBhvr>
                                        <p:cTn id="31" dur="500" fill="hold"/>
                                        <p:tgtEl>
                                          <p:spTgt spid="326659">
                                            <p:txEl>
                                              <p:pRg st="3" end="3"/>
                                            </p:txEl>
                                          </p:spTgt>
                                        </p:tgtEl>
                                        <p:attrNameLst>
                                          <p:attrName>ppt_y</p:attrName>
                                        </p:attrNameLst>
                                      </p:cBhvr>
                                      <p:tavLst>
                                        <p:tav tm="0">
                                          <p:val>
                                            <p:strVal val="#ppt_y"/>
                                          </p:val>
                                        </p:tav>
                                        <p:tav tm="100000">
                                          <p:val>
                                            <p:strVal val="#ppt_y"/>
                                          </p:val>
                                        </p:tav>
                                      </p:tavLst>
                                    </p:anim>
                                    <p:anim calcmode="lin" valueType="num">
                                      <p:cBhvr>
                                        <p:cTn id="32" dur="500" fill="hold"/>
                                        <p:tgtEl>
                                          <p:spTgt spid="326659">
                                            <p:txEl>
                                              <p:pRg st="3" end="3"/>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3" dur="500" fill="hold"/>
                                        <p:tgtEl>
                                          <p:spTgt spid="326659">
                                            <p:txEl>
                                              <p:pRg st="3" end="3"/>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4" dur="500" tmFilter="0,0; .5, 1; 1, 1"/>
                                        <p:tgtEl>
                                          <p:spTgt spid="326659">
                                            <p:txEl>
                                              <p:pRg st="3" end="3"/>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1" presetClass="entr" presetSubtype="4" fill="hold" nodeType="clickEffect">
                                  <p:stCondLst>
                                    <p:cond delay="0"/>
                                  </p:stCondLst>
                                  <p:childTnLst>
                                    <p:set>
                                      <p:cBhvr>
                                        <p:cTn id="38" dur="1" fill="hold">
                                          <p:stCondLst>
                                            <p:cond delay="0"/>
                                          </p:stCondLst>
                                        </p:cTn>
                                        <p:tgtEl>
                                          <p:spTgt spid="326659">
                                            <p:txEl>
                                              <p:pRg st="4" end="4"/>
                                            </p:txEl>
                                          </p:spTgt>
                                        </p:tgtEl>
                                        <p:attrNameLst>
                                          <p:attrName>style.visibility</p:attrName>
                                        </p:attrNameLst>
                                      </p:cBhvr>
                                      <p:to>
                                        <p:strVal val="visible"/>
                                      </p:to>
                                    </p:set>
                                    <p:animEffect transition="in" filter="wheel(4)">
                                      <p:cBhvr>
                                        <p:cTn id="39" dur="2000"/>
                                        <p:tgtEl>
                                          <p:spTgt spid="326659">
                                            <p:txEl>
                                              <p:pRg st="4" end="4"/>
                                            </p:txEl>
                                          </p:spTgt>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41" presetClass="entr" presetSubtype="0" fill="hold" nodeType="clickEffect">
                                  <p:stCondLst>
                                    <p:cond delay="0"/>
                                  </p:stCondLst>
                                  <p:iterate type="lt">
                                    <p:tmPct val="10000"/>
                                  </p:iterate>
                                  <p:childTnLst>
                                    <p:set>
                                      <p:cBhvr>
                                        <p:cTn id="43" dur="1" fill="hold">
                                          <p:stCondLst>
                                            <p:cond delay="0"/>
                                          </p:stCondLst>
                                        </p:cTn>
                                        <p:tgtEl>
                                          <p:spTgt spid="326659">
                                            <p:txEl>
                                              <p:pRg st="5" end="5"/>
                                            </p:txEl>
                                          </p:spTgt>
                                        </p:tgtEl>
                                        <p:attrNameLst>
                                          <p:attrName>style.visibility</p:attrName>
                                        </p:attrNameLst>
                                      </p:cBhvr>
                                      <p:to>
                                        <p:strVal val="visible"/>
                                      </p:to>
                                    </p:set>
                                    <p:anim calcmode="lin" valueType="num">
                                      <p:cBhvr>
                                        <p:cTn id="44" dur="500" fill="hold"/>
                                        <p:tgtEl>
                                          <p:spTgt spid="326659">
                                            <p:txEl>
                                              <p:pRg st="5" end="5"/>
                                            </p:txEl>
                                          </p:spTgt>
                                        </p:tgtEl>
                                        <p:attrNameLst>
                                          <p:attrName>ppt_x</p:attrName>
                                        </p:attrNameLst>
                                      </p:cBhvr>
                                      <p:tavLst>
                                        <p:tav tm="0">
                                          <p:val>
                                            <p:strVal val="#ppt_x"/>
                                          </p:val>
                                        </p:tav>
                                        <p:tav tm="50000">
                                          <p:val>
                                            <p:strVal val="#ppt_x+.1"/>
                                          </p:val>
                                        </p:tav>
                                        <p:tav tm="100000">
                                          <p:val>
                                            <p:strVal val="#ppt_x"/>
                                          </p:val>
                                        </p:tav>
                                      </p:tavLst>
                                    </p:anim>
                                    <p:anim calcmode="lin" valueType="num">
                                      <p:cBhvr>
                                        <p:cTn id="45" dur="500" fill="hold"/>
                                        <p:tgtEl>
                                          <p:spTgt spid="326659">
                                            <p:txEl>
                                              <p:pRg st="5" end="5"/>
                                            </p:txEl>
                                          </p:spTgt>
                                        </p:tgtEl>
                                        <p:attrNameLst>
                                          <p:attrName>ppt_y</p:attrName>
                                        </p:attrNameLst>
                                      </p:cBhvr>
                                      <p:tavLst>
                                        <p:tav tm="0">
                                          <p:val>
                                            <p:strVal val="#ppt_y"/>
                                          </p:val>
                                        </p:tav>
                                        <p:tav tm="100000">
                                          <p:val>
                                            <p:strVal val="#ppt_y"/>
                                          </p:val>
                                        </p:tav>
                                      </p:tavLst>
                                    </p:anim>
                                    <p:anim calcmode="lin" valueType="num">
                                      <p:cBhvr>
                                        <p:cTn id="46" dur="500" fill="hold"/>
                                        <p:tgtEl>
                                          <p:spTgt spid="326659">
                                            <p:txEl>
                                              <p:pRg st="5" end="5"/>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47" dur="500" fill="hold"/>
                                        <p:tgtEl>
                                          <p:spTgt spid="326659">
                                            <p:txEl>
                                              <p:pRg st="5" end="5"/>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48" dur="500" tmFilter="0,0; .5, 1; 1, 1"/>
                                        <p:tgtEl>
                                          <p:spTgt spid="326659">
                                            <p:txEl>
                                              <p:pRg st="5" end="5"/>
                                            </p:txEl>
                                          </p:spTgt>
                                        </p:tgtEl>
                                      </p:cBhvr>
                                    </p:animEffect>
                                  </p:childTnLst>
                                </p:cTn>
                              </p:par>
                              <p:par>
                                <p:cTn id="49" presetID="41" presetClass="entr" presetSubtype="0" fill="hold" nodeType="withEffect">
                                  <p:stCondLst>
                                    <p:cond delay="0"/>
                                  </p:stCondLst>
                                  <p:iterate type="lt">
                                    <p:tmPct val="10000"/>
                                  </p:iterate>
                                  <p:childTnLst>
                                    <p:set>
                                      <p:cBhvr>
                                        <p:cTn id="50" dur="1" fill="hold">
                                          <p:stCondLst>
                                            <p:cond delay="0"/>
                                          </p:stCondLst>
                                        </p:cTn>
                                        <p:tgtEl>
                                          <p:spTgt spid="326659">
                                            <p:txEl>
                                              <p:pRg st="6" end="6"/>
                                            </p:txEl>
                                          </p:spTgt>
                                        </p:tgtEl>
                                        <p:attrNameLst>
                                          <p:attrName>style.visibility</p:attrName>
                                        </p:attrNameLst>
                                      </p:cBhvr>
                                      <p:to>
                                        <p:strVal val="visible"/>
                                      </p:to>
                                    </p:set>
                                    <p:anim calcmode="lin" valueType="num">
                                      <p:cBhvr>
                                        <p:cTn id="51" dur="500" fill="hold"/>
                                        <p:tgtEl>
                                          <p:spTgt spid="326659">
                                            <p:txEl>
                                              <p:pRg st="6" end="6"/>
                                            </p:txEl>
                                          </p:spTgt>
                                        </p:tgtEl>
                                        <p:attrNameLst>
                                          <p:attrName>ppt_x</p:attrName>
                                        </p:attrNameLst>
                                      </p:cBhvr>
                                      <p:tavLst>
                                        <p:tav tm="0">
                                          <p:val>
                                            <p:strVal val="#ppt_x"/>
                                          </p:val>
                                        </p:tav>
                                        <p:tav tm="50000">
                                          <p:val>
                                            <p:strVal val="#ppt_x+.1"/>
                                          </p:val>
                                        </p:tav>
                                        <p:tav tm="100000">
                                          <p:val>
                                            <p:strVal val="#ppt_x"/>
                                          </p:val>
                                        </p:tav>
                                      </p:tavLst>
                                    </p:anim>
                                    <p:anim calcmode="lin" valueType="num">
                                      <p:cBhvr>
                                        <p:cTn id="52" dur="500" fill="hold"/>
                                        <p:tgtEl>
                                          <p:spTgt spid="326659">
                                            <p:txEl>
                                              <p:pRg st="6" end="6"/>
                                            </p:txEl>
                                          </p:spTgt>
                                        </p:tgtEl>
                                        <p:attrNameLst>
                                          <p:attrName>ppt_y</p:attrName>
                                        </p:attrNameLst>
                                      </p:cBhvr>
                                      <p:tavLst>
                                        <p:tav tm="0">
                                          <p:val>
                                            <p:strVal val="#ppt_y"/>
                                          </p:val>
                                        </p:tav>
                                        <p:tav tm="100000">
                                          <p:val>
                                            <p:strVal val="#ppt_y"/>
                                          </p:val>
                                        </p:tav>
                                      </p:tavLst>
                                    </p:anim>
                                    <p:anim calcmode="lin" valueType="num">
                                      <p:cBhvr>
                                        <p:cTn id="53" dur="500" fill="hold"/>
                                        <p:tgtEl>
                                          <p:spTgt spid="326659">
                                            <p:txEl>
                                              <p:pRg st="6" end="6"/>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54" dur="500" fill="hold"/>
                                        <p:tgtEl>
                                          <p:spTgt spid="326659">
                                            <p:txEl>
                                              <p:pRg st="6" end="6"/>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55" dur="500" tmFilter="0,0; .5, 1; 1, 1"/>
                                        <p:tgtEl>
                                          <p:spTgt spid="326659">
                                            <p:txEl>
                                              <p:pRg st="6" end="6"/>
                                            </p:txEl>
                                          </p:spTgt>
                                        </p:tgtEl>
                                      </p:cBhvr>
                                    </p:animEffect>
                                  </p:childTnLst>
                                </p:cTn>
                              </p:par>
                              <p:par>
                                <p:cTn id="56" presetID="41" presetClass="entr" presetSubtype="0" fill="hold" nodeType="withEffect">
                                  <p:stCondLst>
                                    <p:cond delay="0"/>
                                  </p:stCondLst>
                                  <p:iterate type="lt">
                                    <p:tmPct val="10000"/>
                                  </p:iterate>
                                  <p:childTnLst>
                                    <p:set>
                                      <p:cBhvr>
                                        <p:cTn id="57" dur="1" fill="hold">
                                          <p:stCondLst>
                                            <p:cond delay="0"/>
                                          </p:stCondLst>
                                        </p:cTn>
                                        <p:tgtEl>
                                          <p:spTgt spid="326659">
                                            <p:txEl>
                                              <p:pRg st="7" end="7"/>
                                            </p:txEl>
                                          </p:spTgt>
                                        </p:tgtEl>
                                        <p:attrNameLst>
                                          <p:attrName>style.visibility</p:attrName>
                                        </p:attrNameLst>
                                      </p:cBhvr>
                                      <p:to>
                                        <p:strVal val="visible"/>
                                      </p:to>
                                    </p:set>
                                    <p:anim calcmode="lin" valueType="num">
                                      <p:cBhvr>
                                        <p:cTn id="58" dur="500" fill="hold"/>
                                        <p:tgtEl>
                                          <p:spTgt spid="326659">
                                            <p:txEl>
                                              <p:pRg st="7" end="7"/>
                                            </p:txEl>
                                          </p:spTgt>
                                        </p:tgtEl>
                                        <p:attrNameLst>
                                          <p:attrName>ppt_x</p:attrName>
                                        </p:attrNameLst>
                                      </p:cBhvr>
                                      <p:tavLst>
                                        <p:tav tm="0">
                                          <p:val>
                                            <p:strVal val="#ppt_x"/>
                                          </p:val>
                                        </p:tav>
                                        <p:tav tm="50000">
                                          <p:val>
                                            <p:strVal val="#ppt_x+.1"/>
                                          </p:val>
                                        </p:tav>
                                        <p:tav tm="100000">
                                          <p:val>
                                            <p:strVal val="#ppt_x"/>
                                          </p:val>
                                        </p:tav>
                                      </p:tavLst>
                                    </p:anim>
                                    <p:anim calcmode="lin" valueType="num">
                                      <p:cBhvr>
                                        <p:cTn id="59" dur="500" fill="hold"/>
                                        <p:tgtEl>
                                          <p:spTgt spid="326659">
                                            <p:txEl>
                                              <p:pRg st="7" end="7"/>
                                            </p:txEl>
                                          </p:spTgt>
                                        </p:tgtEl>
                                        <p:attrNameLst>
                                          <p:attrName>ppt_y</p:attrName>
                                        </p:attrNameLst>
                                      </p:cBhvr>
                                      <p:tavLst>
                                        <p:tav tm="0">
                                          <p:val>
                                            <p:strVal val="#ppt_y"/>
                                          </p:val>
                                        </p:tav>
                                        <p:tav tm="100000">
                                          <p:val>
                                            <p:strVal val="#ppt_y"/>
                                          </p:val>
                                        </p:tav>
                                      </p:tavLst>
                                    </p:anim>
                                    <p:anim calcmode="lin" valueType="num">
                                      <p:cBhvr>
                                        <p:cTn id="60" dur="500" fill="hold"/>
                                        <p:tgtEl>
                                          <p:spTgt spid="326659">
                                            <p:txEl>
                                              <p:pRg st="7" end="7"/>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61" dur="500" fill="hold"/>
                                        <p:tgtEl>
                                          <p:spTgt spid="326659">
                                            <p:txEl>
                                              <p:pRg st="7" end="7"/>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62" dur="500" tmFilter="0,0; .5, 1; 1, 1"/>
                                        <p:tgtEl>
                                          <p:spTgt spid="326659">
                                            <p:txEl>
                                              <p:pRg st="7" end="7"/>
                                            </p:txEl>
                                          </p:spTgt>
                                        </p:tgtEl>
                                      </p:cBhvr>
                                    </p:animEffect>
                                  </p:childTnLst>
                                </p:cTn>
                              </p:par>
                              <p:par>
                                <p:cTn id="63" presetID="41" presetClass="entr" presetSubtype="0" fill="hold" nodeType="withEffect">
                                  <p:stCondLst>
                                    <p:cond delay="0"/>
                                  </p:stCondLst>
                                  <p:iterate type="lt">
                                    <p:tmPct val="10000"/>
                                  </p:iterate>
                                  <p:childTnLst>
                                    <p:set>
                                      <p:cBhvr>
                                        <p:cTn id="64" dur="1" fill="hold">
                                          <p:stCondLst>
                                            <p:cond delay="0"/>
                                          </p:stCondLst>
                                        </p:cTn>
                                        <p:tgtEl>
                                          <p:spTgt spid="326659">
                                            <p:txEl>
                                              <p:pRg st="8" end="8"/>
                                            </p:txEl>
                                          </p:spTgt>
                                        </p:tgtEl>
                                        <p:attrNameLst>
                                          <p:attrName>style.visibility</p:attrName>
                                        </p:attrNameLst>
                                      </p:cBhvr>
                                      <p:to>
                                        <p:strVal val="visible"/>
                                      </p:to>
                                    </p:set>
                                    <p:anim calcmode="lin" valueType="num">
                                      <p:cBhvr>
                                        <p:cTn id="65" dur="500" fill="hold"/>
                                        <p:tgtEl>
                                          <p:spTgt spid="326659">
                                            <p:txEl>
                                              <p:pRg st="8" end="8"/>
                                            </p:txEl>
                                          </p:spTgt>
                                        </p:tgtEl>
                                        <p:attrNameLst>
                                          <p:attrName>ppt_x</p:attrName>
                                        </p:attrNameLst>
                                      </p:cBhvr>
                                      <p:tavLst>
                                        <p:tav tm="0">
                                          <p:val>
                                            <p:strVal val="#ppt_x"/>
                                          </p:val>
                                        </p:tav>
                                        <p:tav tm="50000">
                                          <p:val>
                                            <p:strVal val="#ppt_x+.1"/>
                                          </p:val>
                                        </p:tav>
                                        <p:tav tm="100000">
                                          <p:val>
                                            <p:strVal val="#ppt_x"/>
                                          </p:val>
                                        </p:tav>
                                      </p:tavLst>
                                    </p:anim>
                                    <p:anim calcmode="lin" valueType="num">
                                      <p:cBhvr>
                                        <p:cTn id="66" dur="500" fill="hold"/>
                                        <p:tgtEl>
                                          <p:spTgt spid="326659">
                                            <p:txEl>
                                              <p:pRg st="8" end="8"/>
                                            </p:txEl>
                                          </p:spTgt>
                                        </p:tgtEl>
                                        <p:attrNameLst>
                                          <p:attrName>ppt_y</p:attrName>
                                        </p:attrNameLst>
                                      </p:cBhvr>
                                      <p:tavLst>
                                        <p:tav tm="0">
                                          <p:val>
                                            <p:strVal val="#ppt_y"/>
                                          </p:val>
                                        </p:tav>
                                        <p:tav tm="100000">
                                          <p:val>
                                            <p:strVal val="#ppt_y"/>
                                          </p:val>
                                        </p:tav>
                                      </p:tavLst>
                                    </p:anim>
                                    <p:anim calcmode="lin" valueType="num">
                                      <p:cBhvr>
                                        <p:cTn id="67" dur="500" fill="hold"/>
                                        <p:tgtEl>
                                          <p:spTgt spid="326659">
                                            <p:txEl>
                                              <p:pRg st="8" end="8"/>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68" dur="500" fill="hold"/>
                                        <p:tgtEl>
                                          <p:spTgt spid="326659">
                                            <p:txEl>
                                              <p:pRg st="8" end="8"/>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69" dur="500" tmFilter="0,0; .5, 1; 1, 1"/>
                                        <p:tgtEl>
                                          <p:spTgt spid="326659">
                                            <p:txEl>
                                              <p:pRg st="8" end="8"/>
                                            </p:txEl>
                                          </p:spTgt>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41" presetClass="entr" presetSubtype="0" fill="hold" nodeType="clickEffect">
                                  <p:stCondLst>
                                    <p:cond delay="0"/>
                                  </p:stCondLst>
                                  <p:iterate type="lt">
                                    <p:tmPct val="10000"/>
                                  </p:iterate>
                                  <p:childTnLst>
                                    <p:set>
                                      <p:cBhvr>
                                        <p:cTn id="73" dur="1" fill="hold">
                                          <p:stCondLst>
                                            <p:cond delay="0"/>
                                          </p:stCondLst>
                                        </p:cTn>
                                        <p:tgtEl>
                                          <p:spTgt spid="326659">
                                            <p:txEl>
                                              <p:pRg st="9" end="9"/>
                                            </p:txEl>
                                          </p:spTgt>
                                        </p:tgtEl>
                                        <p:attrNameLst>
                                          <p:attrName>style.visibility</p:attrName>
                                        </p:attrNameLst>
                                      </p:cBhvr>
                                      <p:to>
                                        <p:strVal val="visible"/>
                                      </p:to>
                                    </p:set>
                                    <p:anim calcmode="lin" valueType="num">
                                      <p:cBhvr>
                                        <p:cTn id="74" dur="500" fill="hold"/>
                                        <p:tgtEl>
                                          <p:spTgt spid="326659">
                                            <p:txEl>
                                              <p:pRg st="9" end="9"/>
                                            </p:txEl>
                                          </p:spTgt>
                                        </p:tgtEl>
                                        <p:attrNameLst>
                                          <p:attrName>ppt_x</p:attrName>
                                        </p:attrNameLst>
                                      </p:cBhvr>
                                      <p:tavLst>
                                        <p:tav tm="0">
                                          <p:val>
                                            <p:strVal val="#ppt_x"/>
                                          </p:val>
                                        </p:tav>
                                        <p:tav tm="50000">
                                          <p:val>
                                            <p:strVal val="#ppt_x+.1"/>
                                          </p:val>
                                        </p:tav>
                                        <p:tav tm="100000">
                                          <p:val>
                                            <p:strVal val="#ppt_x"/>
                                          </p:val>
                                        </p:tav>
                                      </p:tavLst>
                                    </p:anim>
                                    <p:anim calcmode="lin" valueType="num">
                                      <p:cBhvr>
                                        <p:cTn id="75" dur="500" fill="hold"/>
                                        <p:tgtEl>
                                          <p:spTgt spid="326659">
                                            <p:txEl>
                                              <p:pRg st="9" end="9"/>
                                            </p:txEl>
                                          </p:spTgt>
                                        </p:tgtEl>
                                        <p:attrNameLst>
                                          <p:attrName>ppt_y</p:attrName>
                                        </p:attrNameLst>
                                      </p:cBhvr>
                                      <p:tavLst>
                                        <p:tav tm="0">
                                          <p:val>
                                            <p:strVal val="#ppt_y"/>
                                          </p:val>
                                        </p:tav>
                                        <p:tav tm="100000">
                                          <p:val>
                                            <p:strVal val="#ppt_y"/>
                                          </p:val>
                                        </p:tav>
                                      </p:tavLst>
                                    </p:anim>
                                    <p:anim calcmode="lin" valueType="num">
                                      <p:cBhvr>
                                        <p:cTn id="76" dur="500" fill="hold"/>
                                        <p:tgtEl>
                                          <p:spTgt spid="326659">
                                            <p:txEl>
                                              <p:pRg st="9" end="9"/>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77" dur="500" fill="hold"/>
                                        <p:tgtEl>
                                          <p:spTgt spid="326659">
                                            <p:txEl>
                                              <p:pRg st="9" end="9"/>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78" dur="500" tmFilter="0,0; .5, 1; 1, 1"/>
                                        <p:tgtEl>
                                          <p:spTgt spid="326659">
                                            <p:txEl>
                                              <p:pRg st="9" end="9"/>
                                            </p:txEl>
                                          </p:spTgt>
                                        </p:tgtEl>
                                      </p:cBhvr>
                                    </p:animEffect>
                                  </p:childTnLst>
                                </p:cTn>
                              </p:par>
                              <p:par>
                                <p:cTn id="79" presetID="41" presetClass="entr" presetSubtype="0" fill="hold" nodeType="withEffect">
                                  <p:stCondLst>
                                    <p:cond delay="0"/>
                                  </p:stCondLst>
                                  <p:iterate type="lt">
                                    <p:tmPct val="10000"/>
                                  </p:iterate>
                                  <p:childTnLst>
                                    <p:set>
                                      <p:cBhvr>
                                        <p:cTn id="80" dur="1" fill="hold">
                                          <p:stCondLst>
                                            <p:cond delay="0"/>
                                          </p:stCondLst>
                                        </p:cTn>
                                        <p:tgtEl>
                                          <p:spTgt spid="326659">
                                            <p:txEl>
                                              <p:pRg st="10" end="10"/>
                                            </p:txEl>
                                          </p:spTgt>
                                        </p:tgtEl>
                                        <p:attrNameLst>
                                          <p:attrName>style.visibility</p:attrName>
                                        </p:attrNameLst>
                                      </p:cBhvr>
                                      <p:to>
                                        <p:strVal val="visible"/>
                                      </p:to>
                                    </p:set>
                                    <p:anim calcmode="lin" valueType="num">
                                      <p:cBhvr>
                                        <p:cTn id="81" dur="500" fill="hold"/>
                                        <p:tgtEl>
                                          <p:spTgt spid="326659">
                                            <p:txEl>
                                              <p:pRg st="10" end="1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2" dur="500" fill="hold"/>
                                        <p:tgtEl>
                                          <p:spTgt spid="326659">
                                            <p:txEl>
                                              <p:pRg st="10" end="10"/>
                                            </p:txEl>
                                          </p:spTgt>
                                        </p:tgtEl>
                                        <p:attrNameLst>
                                          <p:attrName>ppt_y</p:attrName>
                                        </p:attrNameLst>
                                      </p:cBhvr>
                                      <p:tavLst>
                                        <p:tav tm="0">
                                          <p:val>
                                            <p:strVal val="#ppt_y"/>
                                          </p:val>
                                        </p:tav>
                                        <p:tav tm="100000">
                                          <p:val>
                                            <p:strVal val="#ppt_y"/>
                                          </p:val>
                                        </p:tav>
                                      </p:tavLst>
                                    </p:anim>
                                    <p:anim calcmode="lin" valueType="num">
                                      <p:cBhvr>
                                        <p:cTn id="83" dur="500" fill="hold"/>
                                        <p:tgtEl>
                                          <p:spTgt spid="326659">
                                            <p:txEl>
                                              <p:pRg st="10" end="1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84" dur="500" fill="hold"/>
                                        <p:tgtEl>
                                          <p:spTgt spid="326659">
                                            <p:txEl>
                                              <p:pRg st="10" end="1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85" dur="500" tmFilter="0,0; .5, 1; 1, 1"/>
                                        <p:tgtEl>
                                          <p:spTgt spid="32665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Number Placeholder 5">
            <a:extLst>
              <a:ext uri="{FF2B5EF4-FFF2-40B4-BE49-F238E27FC236}">
                <a16:creationId xmlns:a16="http://schemas.microsoft.com/office/drawing/2014/main" id="{25AAA9AD-709B-A39B-4780-3ED8F177A960}"/>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9320BEFE-A087-424F-8B13-5F8AA319DE1B}" type="slidenum">
              <a:rPr lang="en-US" altLang="vi-VN" sz="1000">
                <a:latin typeface="Verdana" panose="020B0604030504040204" pitchFamily="34" charset="0"/>
              </a:rPr>
              <a:pPr algn="r" eaLnBrk="1" hangingPunct="1">
                <a:spcBef>
                  <a:spcPct val="0"/>
                </a:spcBef>
                <a:buFontTx/>
                <a:buNone/>
              </a:pPr>
              <a:t>51</a:t>
            </a:fld>
            <a:endParaRPr lang="en-US" altLang="vi-VN" sz="1000">
              <a:latin typeface="Verdana" panose="020B0604030504040204" pitchFamily="34" charset="0"/>
            </a:endParaRPr>
          </a:p>
        </p:txBody>
      </p:sp>
      <p:sp>
        <p:nvSpPr>
          <p:cNvPr id="327683" name="Rectangle 3">
            <a:extLst>
              <a:ext uri="{FF2B5EF4-FFF2-40B4-BE49-F238E27FC236}">
                <a16:creationId xmlns:a16="http://schemas.microsoft.com/office/drawing/2014/main" id="{4653C486-8F1D-5698-E1F6-491F0A2DA633}"/>
              </a:ext>
            </a:extLst>
          </p:cNvPr>
          <p:cNvSpPr>
            <a:spLocks noGrp="1" noChangeArrowheads="1"/>
          </p:cNvSpPr>
          <p:nvPr>
            <p:ph type="body" idx="4294967295"/>
          </p:nvPr>
        </p:nvSpPr>
        <p:spPr>
          <a:xfrm>
            <a:off x="457200" y="1219200"/>
            <a:ext cx="8686800" cy="5410200"/>
          </a:xfrm>
        </p:spPr>
        <p:txBody>
          <a:bodyPr/>
          <a:lstStyle/>
          <a:p>
            <a:pPr eaLnBrk="1" hangingPunct="1">
              <a:lnSpc>
                <a:spcPct val="90000"/>
              </a:lnSpc>
              <a:buFont typeface="Wingdings" panose="05000000000000000000" pitchFamily="2" charset="2"/>
              <a:buNone/>
            </a:pPr>
            <a:r>
              <a:rPr lang="en-US" altLang="vi-VN" sz="2800">
                <a:solidFill>
                  <a:srgbClr val="0000FF"/>
                </a:solidFill>
                <a:latin typeface="Times New Roman" panose="02020603050405020304" pitchFamily="18" charset="0"/>
              </a:rPr>
              <a:t>Hàm MID</a:t>
            </a:r>
          </a:p>
          <a:p>
            <a:pPr eaLnBrk="1" hangingPunct="1">
              <a:lnSpc>
                <a:spcPct val="90000"/>
              </a:lnSpc>
              <a:buFont typeface="Wingdings" panose="05000000000000000000" pitchFamily="2" charset="2"/>
              <a:buNone/>
            </a:pPr>
            <a:r>
              <a:rPr lang="en-US" altLang="vi-VN" sz="2800">
                <a:latin typeface="Times New Roman" panose="02020603050405020304" pitchFamily="18" charset="0"/>
              </a:rPr>
              <a:t>Cú pháp: =</a:t>
            </a:r>
            <a:r>
              <a:rPr lang="en-US" altLang="vi-VN" sz="2800" b="1">
                <a:latin typeface="Times New Roman" panose="02020603050405020304" pitchFamily="18" charset="0"/>
              </a:rPr>
              <a:t>MID(s, m, n)</a:t>
            </a:r>
            <a:endParaRPr lang="en-US" altLang="vi-VN" sz="2800">
              <a:latin typeface="Times New Roman" panose="02020603050405020304" pitchFamily="18" charset="0"/>
            </a:endParaRPr>
          </a:p>
          <a:p>
            <a:pPr eaLnBrk="1" hangingPunct="1">
              <a:lnSpc>
                <a:spcPct val="90000"/>
              </a:lnSpc>
              <a:buFont typeface="Wingdings" panose="05000000000000000000" pitchFamily="2" charset="2"/>
              <a:buNone/>
            </a:pPr>
            <a:r>
              <a:rPr lang="en-US" altLang="vi-VN" sz="2800">
                <a:latin typeface="Times New Roman" panose="02020603050405020304" pitchFamily="18" charset="0"/>
              </a:rPr>
              <a:t>Công dụng: Lấy ra n ký tự của chuỗi s tính từ vị trí</a:t>
            </a:r>
          </a:p>
          <a:p>
            <a:pPr eaLnBrk="1" hangingPunct="1">
              <a:lnSpc>
                <a:spcPct val="90000"/>
              </a:lnSpc>
              <a:buFont typeface="Wingdings" panose="05000000000000000000" pitchFamily="2" charset="2"/>
              <a:buNone/>
            </a:pPr>
            <a:r>
              <a:rPr lang="en-US" altLang="vi-VN" sz="2800">
                <a:latin typeface="Times New Roman" panose="02020603050405020304" pitchFamily="18" charset="0"/>
              </a:rPr>
              <a:t>thứ m (từ trái lấy qua)</a:t>
            </a:r>
          </a:p>
          <a:p>
            <a:pPr eaLnBrk="1" hangingPunct="1">
              <a:lnSpc>
                <a:spcPct val="90000"/>
              </a:lnSpc>
              <a:buFont typeface="Wingdings" panose="05000000000000000000" pitchFamily="2" charset="2"/>
              <a:buNone/>
            </a:pPr>
            <a:r>
              <a:rPr lang="en-US" altLang="vi-VN" sz="2800">
                <a:solidFill>
                  <a:srgbClr val="0000FF"/>
                </a:solidFill>
                <a:latin typeface="Times New Roman" panose="02020603050405020304" pitchFamily="18" charset="0"/>
              </a:rPr>
              <a:t>Ví dụ:</a:t>
            </a:r>
            <a:r>
              <a:rPr lang="en-US" altLang="vi-VN" sz="2800">
                <a:latin typeface="Times New Roman" panose="02020603050405020304" pitchFamily="18" charset="0"/>
              </a:rPr>
              <a:t> =MID("26-01-1983",4,2) kết quả là “01”</a:t>
            </a:r>
          </a:p>
          <a:p>
            <a:pPr eaLnBrk="1" hangingPunct="1">
              <a:lnSpc>
                <a:spcPct val="90000"/>
              </a:lnSpc>
              <a:buFont typeface="Wingdings" panose="05000000000000000000" pitchFamily="2" charset="2"/>
              <a:buNone/>
            </a:pPr>
            <a:r>
              <a:rPr lang="en-US" altLang="vi-VN" sz="2800">
                <a:solidFill>
                  <a:srgbClr val="0000FF"/>
                </a:solidFill>
                <a:latin typeface="Times New Roman" panose="02020603050405020304" pitchFamily="18" charset="0"/>
              </a:rPr>
              <a:t>Hàm LEN</a:t>
            </a:r>
          </a:p>
          <a:p>
            <a:pPr eaLnBrk="1" hangingPunct="1">
              <a:lnSpc>
                <a:spcPct val="90000"/>
              </a:lnSpc>
              <a:buFont typeface="Wingdings" panose="05000000000000000000" pitchFamily="2" charset="2"/>
              <a:buNone/>
            </a:pPr>
            <a:r>
              <a:rPr lang="en-US" altLang="vi-VN" sz="2800">
                <a:latin typeface="Times New Roman" panose="02020603050405020304" pitchFamily="18" charset="0"/>
              </a:rPr>
              <a:t>Cú pháp: </a:t>
            </a:r>
            <a:r>
              <a:rPr lang="en-US" altLang="vi-VN" sz="2800" b="1">
                <a:latin typeface="Times New Roman" panose="02020603050405020304" pitchFamily="18" charset="0"/>
              </a:rPr>
              <a:t>=LEN(s)</a:t>
            </a:r>
            <a:endParaRPr lang="en-US" altLang="vi-VN" sz="2800">
              <a:latin typeface="Times New Roman" panose="02020603050405020304" pitchFamily="18" charset="0"/>
            </a:endParaRPr>
          </a:p>
          <a:p>
            <a:pPr eaLnBrk="1" hangingPunct="1">
              <a:lnSpc>
                <a:spcPct val="90000"/>
              </a:lnSpc>
              <a:buFont typeface="Wingdings" panose="05000000000000000000" pitchFamily="2" charset="2"/>
              <a:buNone/>
            </a:pPr>
            <a:r>
              <a:rPr lang="en-US" altLang="vi-VN" sz="2800">
                <a:latin typeface="Times New Roman" panose="02020603050405020304" pitchFamily="18" charset="0"/>
              </a:rPr>
              <a:t>Công dụng: Trả về giá trị là chiều dài của chuỗi s.</a:t>
            </a:r>
            <a:endParaRPr lang="fr-FR" altLang="vi-VN" sz="2800">
              <a:latin typeface="Times New Roman" panose="02020603050405020304" pitchFamily="18" charset="0"/>
            </a:endParaRPr>
          </a:p>
          <a:p>
            <a:pPr eaLnBrk="1" hangingPunct="1">
              <a:lnSpc>
                <a:spcPct val="90000"/>
              </a:lnSpc>
              <a:buFont typeface="Wingdings" panose="05000000000000000000" pitchFamily="2" charset="2"/>
              <a:buNone/>
            </a:pPr>
            <a:r>
              <a:rPr lang="fr-FR" altLang="vi-VN" sz="2800">
                <a:solidFill>
                  <a:srgbClr val="0000FF"/>
                </a:solidFill>
                <a:latin typeface="Times New Roman" panose="02020603050405020304" pitchFamily="18" charset="0"/>
              </a:rPr>
              <a:t>Ví dụ</a:t>
            </a:r>
            <a:r>
              <a:rPr lang="fr-FR" altLang="vi-VN" sz="2800">
                <a:latin typeface="Times New Roman" panose="02020603050405020304" pitchFamily="18" charset="0"/>
              </a:rPr>
              <a:t>: =LEN(“CA MAU”)  kết quả là 6</a:t>
            </a:r>
            <a:endParaRPr lang="en-US" altLang="vi-VN" sz="2800">
              <a:latin typeface="Times New Roman" panose="02020603050405020304" pitchFamily="18" charset="0"/>
            </a:endParaRPr>
          </a:p>
        </p:txBody>
      </p:sp>
      <p:sp>
        <p:nvSpPr>
          <p:cNvPr id="67588" name="Rectangle 2">
            <a:extLst>
              <a:ext uri="{FF2B5EF4-FFF2-40B4-BE49-F238E27FC236}">
                <a16:creationId xmlns:a16="http://schemas.microsoft.com/office/drawing/2014/main" id="{708D18A5-883D-29F3-CA86-9D7C659BD74C}"/>
              </a:ext>
            </a:extLst>
          </p:cNvPr>
          <p:cNvSpPr>
            <a:spLocks noChangeArrowheads="1"/>
          </p:cNvSpPr>
          <p:nvPr/>
        </p:nvSpPr>
        <p:spPr bwMode="gray">
          <a:xfrm>
            <a:off x="1447800" y="254000"/>
            <a:ext cx="68580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vi-VN" sz="3600" b="1">
                <a:solidFill>
                  <a:srgbClr val="FF0000"/>
                </a:solidFill>
                <a:latin typeface="Times New Roman" panose="02020603050405020304" pitchFamily="18" charset="0"/>
              </a:rPr>
              <a:t>2. Nhóm hàm xử lý dữ liệu chuỗi</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327683">
                                            <p:txEl>
                                              <p:pRg st="0" end="0"/>
                                            </p:txEl>
                                          </p:spTgt>
                                        </p:tgtEl>
                                        <p:attrNameLst>
                                          <p:attrName>style.visibility</p:attrName>
                                        </p:attrNameLst>
                                      </p:cBhvr>
                                      <p:to>
                                        <p:strVal val="visible"/>
                                      </p:to>
                                    </p:set>
                                    <p:anim calcmode="lin" valueType="num">
                                      <p:cBhvr>
                                        <p:cTn id="7" dur="500" fill="hold"/>
                                        <p:tgtEl>
                                          <p:spTgt spid="327683">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27683">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327683">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27683">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27683">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1" presetClass="entr" presetSubtype="0" fill="hold" nodeType="clickEffect">
                                  <p:stCondLst>
                                    <p:cond delay="0"/>
                                  </p:stCondLst>
                                  <p:iterate type="lt">
                                    <p:tmPct val="10000"/>
                                  </p:iterate>
                                  <p:childTnLst>
                                    <p:set>
                                      <p:cBhvr>
                                        <p:cTn id="15" dur="1" fill="hold">
                                          <p:stCondLst>
                                            <p:cond delay="0"/>
                                          </p:stCondLst>
                                        </p:cTn>
                                        <p:tgtEl>
                                          <p:spTgt spid="327683">
                                            <p:txEl>
                                              <p:pRg st="1" end="1"/>
                                            </p:txEl>
                                          </p:spTgt>
                                        </p:tgtEl>
                                        <p:attrNameLst>
                                          <p:attrName>style.visibility</p:attrName>
                                        </p:attrNameLst>
                                      </p:cBhvr>
                                      <p:to>
                                        <p:strVal val="visible"/>
                                      </p:to>
                                    </p:set>
                                    <p:anim calcmode="lin" valueType="num">
                                      <p:cBhvr>
                                        <p:cTn id="16" dur="500" fill="hold"/>
                                        <p:tgtEl>
                                          <p:spTgt spid="327683">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327683">
                                            <p:txEl>
                                              <p:pRg st="1" end="1"/>
                                            </p:txEl>
                                          </p:spTgt>
                                        </p:tgtEl>
                                        <p:attrNameLst>
                                          <p:attrName>ppt_y</p:attrName>
                                        </p:attrNameLst>
                                      </p:cBhvr>
                                      <p:tavLst>
                                        <p:tav tm="0">
                                          <p:val>
                                            <p:strVal val="#ppt_y"/>
                                          </p:val>
                                        </p:tav>
                                        <p:tav tm="100000">
                                          <p:val>
                                            <p:strVal val="#ppt_y"/>
                                          </p:val>
                                        </p:tav>
                                      </p:tavLst>
                                    </p:anim>
                                    <p:anim calcmode="lin" valueType="num">
                                      <p:cBhvr>
                                        <p:cTn id="18" dur="500" fill="hold"/>
                                        <p:tgtEl>
                                          <p:spTgt spid="327683">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327683">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327683">
                                            <p:txEl>
                                              <p:pRg st="1" end="1"/>
                                            </p:txEl>
                                          </p:spTgt>
                                        </p:tgtEl>
                                      </p:cBhvr>
                                    </p:animEffect>
                                  </p:childTnLst>
                                </p:cTn>
                              </p:par>
                              <p:par>
                                <p:cTn id="21" presetID="41" presetClass="entr" presetSubtype="0" fill="hold" nodeType="withEffect">
                                  <p:stCondLst>
                                    <p:cond delay="0"/>
                                  </p:stCondLst>
                                  <p:iterate type="lt">
                                    <p:tmPct val="10000"/>
                                  </p:iterate>
                                  <p:childTnLst>
                                    <p:set>
                                      <p:cBhvr>
                                        <p:cTn id="22" dur="1" fill="hold">
                                          <p:stCondLst>
                                            <p:cond delay="0"/>
                                          </p:stCondLst>
                                        </p:cTn>
                                        <p:tgtEl>
                                          <p:spTgt spid="327683">
                                            <p:txEl>
                                              <p:pRg st="2" end="2"/>
                                            </p:txEl>
                                          </p:spTgt>
                                        </p:tgtEl>
                                        <p:attrNameLst>
                                          <p:attrName>style.visibility</p:attrName>
                                        </p:attrNameLst>
                                      </p:cBhvr>
                                      <p:to>
                                        <p:strVal val="visible"/>
                                      </p:to>
                                    </p:set>
                                    <p:anim calcmode="lin" valueType="num">
                                      <p:cBhvr>
                                        <p:cTn id="23" dur="500" fill="hold"/>
                                        <p:tgtEl>
                                          <p:spTgt spid="327683">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24" dur="500" fill="hold"/>
                                        <p:tgtEl>
                                          <p:spTgt spid="327683">
                                            <p:txEl>
                                              <p:pRg st="2" end="2"/>
                                            </p:txEl>
                                          </p:spTgt>
                                        </p:tgtEl>
                                        <p:attrNameLst>
                                          <p:attrName>ppt_y</p:attrName>
                                        </p:attrNameLst>
                                      </p:cBhvr>
                                      <p:tavLst>
                                        <p:tav tm="0">
                                          <p:val>
                                            <p:strVal val="#ppt_y"/>
                                          </p:val>
                                        </p:tav>
                                        <p:tav tm="100000">
                                          <p:val>
                                            <p:strVal val="#ppt_y"/>
                                          </p:val>
                                        </p:tav>
                                      </p:tavLst>
                                    </p:anim>
                                    <p:anim calcmode="lin" valueType="num">
                                      <p:cBhvr>
                                        <p:cTn id="25" dur="500" fill="hold"/>
                                        <p:tgtEl>
                                          <p:spTgt spid="327683">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6" dur="500" fill="hold"/>
                                        <p:tgtEl>
                                          <p:spTgt spid="327683">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7" dur="500" tmFilter="0,0; .5, 1; 1, 1"/>
                                        <p:tgtEl>
                                          <p:spTgt spid="327683">
                                            <p:txEl>
                                              <p:pRg st="2" end="2"/>
                                            </p:txEl>
                                          </p:spTgt>
                                        </p:tgtEl>
                                      </p:cBhvr>
                                    </p:animEffect>
                                  </p:childTnLst>
                                </p:cTn>
                              </p:par>
                              <p:par>
                                <p:cTn id="28" presetID="41" presetClass="entr" presetSubtype="0" fill="hold" nodeType="withEffect">
                                  <p:stCondLst>
                                    <p:cond delay="0"/>
                                  </p:stCondLst>
                                  <p:iterate type="lt">
                                    <p:tmPct val="10000"/>
                                  </p:iterate>
                                  <p:childTnLst>
                                    <p:set>
                                      <p:cBhvr>
                                        <p:cTn id="29" dur="1" fill="hold">
                                          <p:stCondLst>
                                            <p:cond delay="0"/>
                                          </p:stCondLst>
                                        </p:cTn>
                                        <p:tgtEl>
                                          <p:spTgt spid="327683">
                                            <p:txEl>
                                              <p:pRg st="3" end="3"/>
                                            </p:txEl>
                                          </p:spTgt>
                                        </p:tgtEl>
                                        <p:attrNameLst>
                                          <p:attrName>style.visibility</p:attrName>
                                        </p:attrNameLst>
                                      </p:cBhvr>
                                      <p:to>
                                        <p:strVal val="visible"/>
                                      </p:to>
                                    </p:set>
                                    <p:anim calcmode="lin" valueType="num">
                                      <p:cBhvr>
                                        <p:cTn id="30" dur="500" fill="hold"/>
                                        <p:tgtEl>
                                          <p:spTgt spid="327683">
                                            <p:txEl>
                                              <p:pRg st="3" end="3"/>
                                            </p:txEl>
                                          </p:spTgt>
                                        </p:tgtEl>
                                        <p:attrNameLst>
                                          <p:attrName>ppt_x</p:attrName>
                                        </p:attrNameLst>
                                      </p:cBhvr>
                                      <p:tavLst>
                                        <p:tav tm="0">
                                          <p:val>
                                            <p:strVal val="#ppt_x"/>
                                          </p:val>
                                        </p:tav>
                                        <p:tav tm="50000">
                                          <p:val>
                                            <p:strVal val="#ppt_x+.1"/>
                                          </p:val>
                                        </p:tav>
                                        <p:tav tm="100000">
                                          <p:val>
                                            <p:strVal val="#ppt_x"/>
                                          </p:val>
                                        </p:tav>
                                      </p:tavLst>
                                    </p:anim>
                                    <p:anim calcmode="lin" valueType="num">
                                      <p:cBhvr>
                                        <p:cTn id="31" dur="500" fill="hold"/>
                                        <p:tgtEl>
                                          <p:spTgt spid="327683">
                                            <p:txEl>
                                              <p:pRg st="3" end="3"/>
                                            </p:txEl>
                                          </p:spTgt>
                                        </p:tgtEl>
                                        <p:attrNameLst>
                                          <p:attrName>ppt_y</p:attrName>
                                        </p:attrNameLst>
                                      </p:cBhvr>
                                      <p:tavLst>
                                        <p:tav tm="0">
                                          <p:val>
                                            <p:strVal val="#ppt_y"/>
                                          </p:val>
                                        </p:tav>
                                        <p:tav tm="100000">
                                          <p:val>
                                            <p:strVal val="#ppt_y"/>
                                          </p:val>
                                        </p:tav>
                                      </p:tavLst>
                                    </p:anim>
                                    <p:anim calcmode="lin" valueType="num">
                                      <p:cBhvr>
                                        <p:cTn id="32" dur="500" fill="hold"/>
                                        <p:tgtEl>
                                          <p:spTgt spid="327683">
                                            <p:txEl>
                                              <p:pRg st="3" end="3"/>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3" dur="500" fill="hold"/>
                                        <p:tgtEl>
                                          <p:spTgt spid="327683">
                                            <p:txEl>
                                              <p:pRg st="3" end="3"/>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4" dur="500" tmFilter="0,0; .5, 1; 1, 1"/>
                                        <p:tgtEl>
                                          <p:spTgt spid="327683">
                                            <p:txEl>
                                              <p:pRg st="3" end="3"/>
                                            </p:txEl>
                                          </p:spTgt>
                                        </p:tgtEl>
                                      </p:cBhvr>
                                    </p:animEffect>
                                  </p:childTnLst>
                                </p:cTn>
                              </p:par>
                              <p:par>
                                <p:cTn id="35" presetID="41" presetClass="entr" presetSubtype="0" fill="hold" nodeType="withEffect">
                                  <p:stCondLst>
                                    <p:cond delay="0"/>
                                  </p:stCondLst>
                                  <p:iterate type="lt">
                                    <p:tmPct val="10000"/>
                                  </p:iterate>
                                  <p:childTnLst>
                                    <p:set>
                                      <p:cBhvr>
                                        <p:cTn id="36" dur="1" fill="hold">
                                          <p:stCondLst>
                                            <p:cond delay="0"/>
                                          </p:stCondLst>
                                        </p:cTn>
                                        <p:tgtEl>
                                          <p:spTgt spid="327683">
                                            <p:txEl>
                                              <p:pRg st="4" end="4"/>
                                            </p:txEl>
                                          </p:spTgt>
                                        </p:tgtEl>
                                        <p:attrNameLst>
                                          <p:attrName>style.visibility</p:attrName>
                                        </p:attrNameLst>
                                      </p:cBhvr>
                                      <p:to>
                                        <p:strVal val="visible"/>
                                      </p:to>
                                    </p:set>
                                    <p:anim calcmode="lin" valueType="num">
                                      <p:cBhvr>
                                        <p:cTn id="37" dur="500" fill="hold"/>
                                        <p:tgtEl>
                                          <p:spTgt spid="327683">
                                            <p:txEl>
                                              <p:pRg st="4" end="4"/>
                                            </p:txEl>
                                          </p:spTgt>
                                        </p:tgtEl>
                                        <p:attrNameLst>
                                          <p:attrName>ppt_x</p:attrName>
                                        </p:attrNameLst>
                                      </p:cBhvr>
                                      <p:tavLst>
                                        <p:tav tm="0">
                                          <p:val>
                                            <p:strVal val="#ppt_x"/>
                                          </p:val>
                                        </p:tav>
                                        <p:tav tm="50000">
                                          <p:val>
                                            <p:strVal val="#ppt_x+.1"/>
                                          </p:val>
                                        </p:tav>
                                        <p:tav tm="100000">
                                          <p:val>
                                            <p:strVal val="#ppt_x"/>
                                          </p:val>
                                        </p:tav>
                                      </p:tavLst>
                                    </p:anim>
                                    <p:anim calcmode="lin" valueType="num">
                                      <p:cBhvr>
                                        <p:cTn id="38" dur="500" fill="hold"/>
                                        <p:tgtEl>
                                          <p:spTgt spid="327683">
                                            <p:txEl>
                                              <p:pRg st="4" end="4"/>
                                            </p:txEl>
                                          </p:spTgt>
                                        </p:tgtEl>
                                        <p:attrNameLst>
                                          <p:attrName>ppt_y</p:attrName>
                                        </p:attrNameLst>
                                      </p:cBhvr>
                                      <p:tavLst>
                                        <p:tav tm="0">
                                          <p:val>
                                            <p:strVal val="#ppt_y"/>
                                          </p:val>
                                        </p:tav>
                                        <p:tav tm="100000">
                                          <p:val>
                                            <p:strVal val="#ppt_y"/>
                                          </p:val>
                                        </p:tav>
                                      </p:tavLst>
                                    </p:anim>
                                    <p:anim calcmode="lin" valueType="num">
                                      <p:cBhvr>
                                        <p:cTn id="39" dur="500" fill="hold"/>
                                        <p:tgtEl>
                                          <p:spTgt spid="327683">
                                            <p:txEl>
                                              <p:pRg st="4" end="4"/>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40" dur="500" fill="hold"/>
                                        <p:tgtEl>
                                          <p:spTgt spid="327683">
                                            <p:txEl>
                                              <p:pRg st="4" end="4"/>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41" dur="500" tmFilter="0,0; .5, 1; 1, 1"/>
                                        <p:tgtEl>
                                          <p:spTgt spid="327683">
                                            <p:txEl>
                                              <p:pRg st="4" end="4"/>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41" presetClass="entr" presetSubtype="0" fill="hold" nodeType="clickEffect">
                                  <p:stCondLst>
                                    <p:cond delay="0"/>
                                  </p:stCondLst>
                                  <p:iterate type="lt">
                                    <p:tmPct val="10000"/>
                                  </p:iterate>
                                  <p:childTnLst>
                                    <p:set>
                                      <p:cBhvr>
                                        <p:cTn id="45" dur="1" fill="hold">
                                          <p:stCondLst>
                                            <p:cond delay="0"/>
                                          </p:stCondLst>
                                        </p:cTn>
                                        <p:tgtEl>
                                          <p:spTgt spid="327683">
                                            <p:txEl>
                                              <p:pRg st="5" end="5"/>
                                            </p:txEl>
                                          </p:spTgt>
                                        </p:tgtEl>
                                        <p:attrNameLst>
                                          <p:attrName>style.visibility</p:attrName>
                                        </p:attrNameLst>
                                      </p:cBhvr>
                                      <p:to>
                                        <p:strVal val="visible"/>
                                      </p:to>
                                    </p:set>
                                    <p:anim calcmode="lin" valueType="num">
                                      <p:cBhvr>
                                        <p:cTn id="46" dur="500" fill="hold"/>
                                        <p:tgtEl>
                                          <p:spTgt spid="327683">
                                            <p:txEl>
                                              <p:pRg st="5" end="5"/>
                                            </p:txEl>
                                          </p:spTgt>
                                        </p:tgtEl>
                                        <p:attrNameLst>
                                          <p:attrName>ppt_x</p:attrName>
                                        </p:attrNameLst>
                                      </p:cBhvr>
                                      <p:tavLst>
                                        <p:tav tm="0">
                                          <p:val>
                                            <p:strVal val="#ppt_x"/>
                                          </p:val>
                                        </p:tav>
                                        <p:tav tm="50000">
                                          <p:val>
                                            <p:strVal val="#ppt_x+.1"/>
                                          </p:val>
                                        </p:tav>
                                        <p:tav tm="100000">
                                          <p:val>
                                            <p:strVal val="#ppt_x"/>
                                          </p:val>
                                        </p:tav>
                                      </p:tavLst>
                                    </p:anim>
                                    <p:anim calcmode="lin" valueType="num">
                                      <p:cBhvr>
                                        <p:cTn id="47" dur="500" fill="hold"/>
                                        <p:tgtEl>
                                          <p:spTgt spid="327683">
                                            <p:txEl>
                                              <p:pRg st="5" end="5"/>
                                            </p:txEl>
                                          </p:spTgt>
                                        </p:tgtEl>
                                        <p:attrNameLst>
                                          <p:attrName>ppt_y</p:attrName>
                                        </p:attrNameLst>
                                      </p:cBhvr>
                                      <p:tavLst>
                                        <p:tav tm="0">
                                          <p:val>
                                            <p:strVal val="#ppt_y"/>
                                          </p:val>
                                        </p:tav>
                                        <p:tav tm="100000">
                                          <p:val>
                                            <p:strVal val="#ppt_y"/>
                                          </p:val>
                                        </p:tav>
                                      </p:tavLst>
                                    </p:anim>
                                    <p:anim calcmode="lin" valueType="num">
                                      <p:cBhvr>
                                        <p:cTn id="48" dur="500" fill="hold"/>
                                        <p:tgtEl>
                                          <p:spTgt spid="327683">
                                            <p:txEl>
                                              <p:pRg st="5" end="5"/>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49" dur="500" fill="hold"/>
                                        <p:tgtEl>
                                          <p:spTgt spid="327683">
                                            <p:txEl>
                                              <p:pRg st="5" end="5"/>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50" dur="500" tmFilter="0,0; .5, 1; 1, 1"/>
                                        <p:tgtEl>
                                          <p:spTgt spid="327683">
                                            <p:txEl>
                                              <p:pRg st="5" end="5"/>
                                            </p:txEl>
                                          </p:spTgt>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1" presetClass="entr" presetSubtype="4" fill="hold" nodeType="clickEffect">
                                  <p:stCondLst>
                                    <p:cond delay="0"/>
                                  </p:stCondLst>
                                  <p:childTnLst>
                                    <p:set>
                                      <p:cBhvr>
                                        <p:cTn id="54" dur="1" fill="hold">
                                          <p:stCondLst>
                                            <p:cond delay="0"/>
                                          </p:stCondLst>
                                        </p:cTn>
                                        <p:tgtEl>
                                          <p:spTgt spid="327683">
                                            <p:txEl>
                                              <p:pRg st="6" end="6"/>
                                            </p:txEl>
                                          </p:spTgt>
                                        </p:tgtEl>
                                        <p:attrNameLst>
                                          <p:attrName>style.visibility</p:attrName>
                                        </p:attrNameLst>
                                      </p:cBhvr>
                                      <p:to>
                                        <p:strVal val="visible"/>
                                      </p:to>
                                    </p:set>
                                    <p:animEffect transition="in" filter="wheel(4)">
                                      <p:cBhvr>
                                        <p:cTn id="55" dur="2000"/>
                                        <p:tgtEl>
                                          <p:spTgt spid="327683">
                                            <p:txEl>
                                              <p:pRg st="6" end="6"/>
                                            </p:txEl>
                                          </p:spTgt>
                                        </p:tgtEl>
                                      </p:cBhvr>
                                    </p:animEffect>
                                  </p:childTnLst>
                                </p:cTn>
                              </p:par>
                              <p:par>
                                <p:cTn id="56" presetID="21" presetClass="entr" presetSubtype="4" fill="hold" nodeType="withEffect">
                                  <p:stCondLst>
                                    <p:cond delay="0"/>
                                  </p:stCondLst>
                                  <p:childTnLst>
                                    <p:set>
                                      <p:cBhvr>
                                        <p:cTn id="57" dur="1" fill="hold">
                                          <p:stCondLst>
                                            <p:cond delay="0"/>
                                          </p:stCondLst>
                                        </p:cTn>
                                        <p:tgtEl>
                                          <p:spTgt spid="327683">
                                            <p:txEl>
                                              <p:pRg st="7" end="7"/>
                                            </p:txEl>
                                          </p:spTgt>
                                        </p:tgtEl>
                                        <p:attrNameLst>
                                          <p:attrName>style.visibility</p:attrName>
                                        </p:attrNameLst>
                                      </p:cBhvr>
                                      <p:to>
                                        <p:strVal val="visible"/>
                                      </p:to>
                                    </p:set>
                                    <p:animEffect transition="in" filter="wheel(4)">
                                      <p:cBhvr>
                                        <p:cTn id="58" dur="2000"/>
                                        <p:tgtEl>
                                          <p:spTgt spid="327683">
                                            <p:txEl>
                                              <p:pRg st="7" end="7"/>
                                            </p:txEl>
                                          </p:spTgt>
                                        </p:tgtEl>
                                      </p:cBhvr>
                                    </p:animEffect>
                                  </p:childTnLst>
                                </p:cTn>
                              </p:par>
                              <p:par>
                                <p:cTn id="59" presetID="21" presetClass="entr" presetSubtype="4" fill="hold" nodeType="withEffect">
                                  <p:stCondLst>
                                    <p:cond delay="0"/>
                                  </p:stCondLst>
                                  <p:childTnLst>
                                    <p:set>
                                      <p:cBhvr>
                                        <p:cTn id="60" dur="1" fill="hold">
                                          <p:stCondLst>
                                            <p:cond delay="0"/>
                                          </p:stCondLst>
                                        </p:cTn>
                                        <p:tgtEl>
                                          <p:spTgt spid="327683">
                                            <p:txEl>
                                              <p:pRg st="8" end="8"/>
                                            </p:txEl>
                                          </p:spTgt>
                                        </p:tgtEl>
                                        <p:attrNameLst>
                                          <p:attrName>style.visibility</p:attrName>
                                        </p:attrNameLst>
                                      </p:cBhvr>
                                      <p:to>
                                        <p:strVal val="visible"/>
                                      </p:to>
                                    </p:set>
                                    <p:animEffect transition="in" filter="wheel(4)">
                                      <p:cBhvr>
                                        <p:cTn id="61" dur="2000"/>
                                        <p:tgtEl>
                                          <p:spTgt spid="32768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Number Placeholder 5">
            <a:extLst>
              <a:ext uri="{FF2B5EF4-FFF2-40B4-BE49-F238E27FC236}">
                <a16:creationId xmlns:a16="http://schemas.microsoft.com/office/drawing/2014/main" id="{6F8EDD07-9F78-2FD8-BB54-A4BAB1031FC2}"/>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97C6C0D3-4418-4ED0-A187-100566437FCF}" type="slidenum">
              <a:rPr lang="en-US" altLang="vi-VN" sz="1000">
                <a:latin typeface="Verdana" panose="020B0604030504040204" pitchFamily="34" charset="0"/>
              </a:rPr>
              <a:pPr algn="r" eaLnBrk="1" hangingPunct="1">
                <a:spcBef>
                  <a:spcPct val="0"/>
                </a:spcBef>
                <a:buFontTx/>
                <a:buNone/>
              </a:pPr>
              <a:t>52</a:t>
            </a:fld>
            <a:endParaRPr lang="en-US" altLang="vi-VN" sz="1000">
              <a:latin typeface="Verdana" panose="020B0604030504040204" pitchFamily="34" charset="0"/>
            </a:endParaRPr>
          </a:p>
        </p:txBody>
      </p:sp>
      <p:sp>
        <p:nvSpPr>
          <p:cNvPr id="328707" name="Rectangle 3">
            <a:extLst>
              <a:ext uri="{FF2B5EF4-FFF2-40B4-BE49-F238E27FC236}">
                <a16:creationId xmlns:a16="http://schemas.microsoft.com/office/drawing/2014/main" id="{9B610B7F-925B-D8E5-E4F6-EA250CD1AD6D}"/>
              </a:ext>
            </a:extLst>
          </p:cNvPr>
          <p:cNvSpPr>
            <a:spLocks noGrp="1" noChangeArrowheads="1"/>
          </p:cNvSpPr>
          <p:nvPr>
            <p:ph type="body" idx="4294967295"/>
          </p:nvPr>
        </p:nvSpPr>
        <p:spPr>
          <a:xfrm>
            <a:off x="228600" y="1143000"/>
            <a:ext cx="8763000" cy="5334000"/>
          </a:xfrm>
        </p:spPr>
        <p:txBody>
          <a:bodyPr/>
          <a:lstStyle/>
          <a:p>
            <a:pPr algn="just" eaLnBrk="1" hangingPunct="1">
              <a:buFont typeface="Wingdings" panose="05000000000000000000" pitchFamily="2" charset="2"/>
              <a:buNone/>
            </a:pPr>
            <a:r>
              <a:rPr lang="en-US" altLang="vi-VN" sz="2600">
                <a:solidFill>
                  <a:srgbClr val="0000FF"/>
                </a:solidFill>
                <a:latin typeface="Times New Roman" panose="02020603050405020304" pitchFamily="18" charset="0"/>
              </a:rPr>
              <a:t>Hàm TRIM</a:t>
            </a:r>
          </a:p>
          <a:p>
            <a:pPr algn="just" eaLnBrk="1" hangingPunct="1">
              <a:buFont typeface="Wingdings" panose="05000000000000000000" pitchFamily="2" charset="2"/>
              <a:buNone/>
            </a:pPr>
            <a:r>
              <a:rPr lang="en-US" altLang="vi-VN" sz="2600">
                <a:latin typeface="Times New Roman" panose="02020603050405020304" pitchFamily="18" charset="0"/>
              </a:rPr>
              <a:t>Cú pháp: </a:t>
            </a:r>
            <a:r>
              <a:rPr lang="en-US" altLang="vi-VN" sz="2600" b="1">
                <a:latin typeface="Times New Roman" panose="02020603050405020304" pitchFamily="18" charset="0"/>
              </a:rPr>
              <a:t>=TRIM(s)</a:t>
            </a:r>
            <a:endParaRPr lang="en-US" altLang="vi-VN" sz="2600">
              <a:latin typeface="Times New Roman" panose="02020603050405020304" pitchFamily="18" charset="0"/>
            </a:endParaRPr>
          </a:p>
          <a:p>
            <a:pPr algn="just" eaLnBrk="1" hangingPunct="1">
              <a:buFont typeface="Wingdings" panose="05000000000000000000" pitchFamily="2" charset="2"/>
              <a:buNone/>
            </a:pPr>
            <a:r>
              <a:rPr lang="en-US" altLang="vi-VN" sz="2600">
                <a:latin typeface="Times New Roman" panose="02020603050405020304" pitchFamily="18" charset="0"/>
              </a:rPr>
              <a:t>Công dụng: Trả về chuỗi s sau khi đã cắt bỏ các ký tự trống ở hai đầu.</a:t>
            </a:r>
          </a:p>
          <a:p>
            <a:pPr algn="just" eaLnBrk="1" hangingPunct="1">
              <a:buFont typeface="Wingdings" panose="05000000000000000000" pitchFamily="2" charset="2"/>
              <a:buNone/>
            </a:pPr>
            <a:r>
              <a:rPr lang="en-US" altLang="vi-VN" sz="2600">
                <a:solidFill>
                  <a:srgbClr val="0000FF"/>
                </a:solidFill>
                <a:latin typeface="Times New Roman" panose="02020603050405020304" pitchFamily="18" charset="0"/>
              </a:rPr>
              <a:t>Ví dụ</a:t>
            </a:r>
            <a:r>
              <a:rPr lang="en-US" altLang="vi-VN" sz="2600">
                <a:latin typeface="Times New Roman" panose="02020603050405020304" pitchFamily="18" charset="0"/>
              </a:rPr>
              <a:t>: =TRIM(“ CONG DONG  ”) kết quả là “CONG DONG”</a:t>
            </a:r>
          </a:p>
          <a:p>
            <a:pPr algn="just" eaLnBrk="1" hangingPunct="1">
              <a:buFont typeface="Wingdings" panose="05000000000000000000" pitchFamily="2" charset="2"/>
              <a:buNone/>
            </a:pPr>
            <a:r>
              <a:rPr lang="en-US" altLang="vi-VN" sz="2600">
                <a:solidFill>
                  <a:srgbClr val="0000FF"/>
                </a:solidFill>
                <a:latin typeface="Times New Roman" panose="02020603050405020304" pitchFamily="18" charset="0"/>
              </a:rPr>
              <a:t>Hàm LOWER</a:t>
            </a:r>
          </a:p>
          <a:p>
            <a:pPr algn="just" eaLnBrk="1" hangingPunct="1">
              <a:buFont typeface="Wingdings" panose="05000000000000000000" pitchFamily="2" charset="2"/>
              <a:buNone/>
            </a:pPr>
            <a:r>
              <a:rPr lang="en-US" altLang="vi-VN" sz="2600">
                <a:latin typeface="Times New Roman" panose="02020603050405020304" pitchFamily="18" charset="0"/>
              </a:rPr>
              <a:t>Cú pháp: </a:t>
            </a:r>
            <a:r>
              <a:rPr lang="en-US" altLang="vi-VN" sz="2600" b="1">
                <a:latin typeface="Times New Roman" panose="02020603050405020304" pitchFamily="18" charset="0"/>
              </a:rPr>
              <a:t>=LOWER(s)</a:t>
            </a:r>
            <a:endParaRPr lang="en-US" altLang="vi-VN" sz="2600">
              <a:latin typeface="Times New Roman" panose="02020603050405020304" pitchFamily="18" charset="0"/>
            </a:endParaRPr>
          </a:p>
          <a:p>
            <a:pPr algn="just" eaLnBrk="1" hangingPunct="1">
              <a:buFont typeface="Wingdings" panose="05000000000000000000" pitchFamily="2" charset="2"/>
              <a:buNone/>
            </a:pPr>
            <a:r>
              <a:rPr lang="en-US" altLang="vi-VN" sz="2600">
                <a:latin typeface="Times New Roman" panose="02020603050405020304" pitchFamily="18" charset="0"/>
              </a:rPr>
              <a:t>Công dụng: Chuyển tất cả các ký tự trong chuỗi s sang chữ thường.</a:t>
            </a:r>
          </a:p>
          <a:p>
            <a:pPr algn="just" eaLnBrk="1" hangingPunct="1">
              <a:buFont typeface="Wingdings" panose="05000000000000000000" pitchFamily="2" charset="2"/>
              <a:buNone/>
            </a:pPr>
            <a:r>
              <a:rPr lang="en-US" altLang="vi-VN" sz="2600">
                <a:solidFill>
                  <a:srgbClr val="0000FF"/>
                </a:solidFill>
                <a:latin typeface="Times New Roman" panose="02020603050405020304" pitchFamily="18" charset="0"/>
              </a:rPr>
              <a:t>Ví dụ</a:t>
            </a:r>
            <a:r>
              <a:rPr lang="en-US" altLang="vi-VN" sz="2600">
                <a:latin typeface="Times New Roman" panose="02020603050405020304" pitchFamily="18" charset="0"/>
              </a:rPr>
              <a:t>: =LOWER(“ExCeL”) kết quả là “excel”</a:t>
            </a:r>
          </a:p>
        </p:txBody>
      </p:sp>
      <p:sp>
        <p:nvSpPr>
          <p:cNvPr id="68612" name="Rectangle 2">
            <a:extLst>
              <a:ext uri="{FF2B5EF4-FFF2-40B4-BE49-F238E27FC236}">
                <a16:creationId xmlns:a16="http://schemas.microsoft.com/office/drawing/2014/main" id="{B5DA0F75-4498-6045-706C-F38A6F57001D}"/>
              </a:ext>
            </a:extLst>
          </p:cNvPr>
          <p:cNvSpPr>
            <a:spLocks noChangeArrowheads="1"/>
          </p:cNvSpPr>
          <p:nvPr/>
        </p:nvSpPr>
        <p:spPr bwMode="gray">
          <a:xfrm>
            <a:off x="1447800" y="254000"/>
            <a:ext cx="68580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vi-VN" sz="3600" b="1">
                <a:solidFill>
                  <a:srgbClr val="FF0000"/>
                </a:solidFill>
                <a:latin typeface="Times New Roman" panose="02020603050405020304" pitchFamily="18" charset="0"/>
              </a:rPr>
              <a:t>2. Nhóm hàm xử lý dữ liệu chuỗi</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328707">
                                            <p:txEl>
                                              <p:pRg st="0" end="0"/>
                                            </p:txEl>
                                          </p:spTgt>
                                        </p:tgtEl>
                                        <p:attrNameLst>
                                          <p:attrName>style.visibility</p:attrName>
                                        </p:attrNameLst>
                                      </p:cBhvr>
                                      <p:to>
                                        <p:strVal val="visible"/>
                                      </p:to>
                                    </p:set>
                                    <p:anim calcmode="lin" valueType="num">
                                      <p:cBhvr>
                                        <p:cTn id="7" dur="500" fill="hold"/>
                                        <p:tgtEl>
                                          <p:spTgt spid="328707">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2870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328707">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28707">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28707">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1" presetClass="entr" presetSubtype="0" fill="hold" nodeType="clickEffect">
                                  <p:stCondLst>
                                    <p:cond delay="0"/>
                                  </p:stCondLst>
                                  <p:iterate type="lt">
                                    <p:tmPct val="10000"/>
                                  </p:iterate>
                                  <p:childTnLst>
                                    <p:set>
                                      <p:cBhvr>
                                        <p:cTn id="15" dur="1" fill="hold">
                                          <p:stCondLst>
                                            <p:cond delay="0"/>
                                          </p:stCondLst>
                                        </p:cTn>
                                        <p:tgtEl>
                                          <p:spTgt spid="328707">
                                            <p:txEl>
                                              <p:pRg st="1" end="1"/>
                                            </p:txEl>
                                          </p:spTgt>
                                        </p:tgtEl>
                                        <p:attrNameLst>
                                          <p:attrName>style.visibility</p:attrName>
                                        </p:attrNameLst>
                                      </p:cBhvr>
                                      <p:to>
                                        <p:strVal val="visible"/>
                                      </p:to>
                                    </p:set>
                                    <p:anim calcmode="lin" valueType="num">
                                      <p:cBhvr>
                                        <p:cTn id="16" dur="500" fill="hold"/>
                                        <p:tgtEl>
                                          <p:spTgt spid="328707">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328707">
                                            <p:txEl>
                                              <p:pRg st="1" end="1"/>
                                            </p:txEl>
                                          </p:spTgt>
                                        </p:tgtEl>
                                        <p:attrNameLst>
                                          <p:attrName>ppt_y</p:attrName>
                                        </p:attrNameLst>
                                      </p:cBhvr>
                                      <p:tavLst>
                                        <p:tav tm="0">
                                          <p:val>
                                            <p:strVal val="#ppt_y"/>
                                          </p:val>
                                        </p:tav>
                                        <p:tav tm="100000">
                                          <p:val>
                                            <p:strVal val="#ppt_y"/>
                                          </p:val>
                                        </p:tav>
                                      </p:tavLst>
                                    </p:anim>
                                    <p:anim calcmode="lin" valueType="num">
                                      <p:cBhvr>
                                        <p:cTn id="18" dur="500" fill="hold"/>
                                        <p:tgtEl>
                                          <p:spTgt spid="328707">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328707">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328707">
                                            <p:txEl>
                                              <p:pRg st="1" end="1"/>
                                            </p:txEl>
                                          </p:spTgt>
                                        </p:tgtEl>
                                      </p:cBhvr>
                                    </p:animEffect>
                                  </p:childTnLst>
                                </p:cTn>
                              </p:par>
                              <p:par>
                                <p:cTn id="21" presetID="41" presetClass="entr" presetSubtype="0" fill="hold" nodeType="withEffect">
                                  <p:stCondLst>
                                    <p:cond delay="0"/>
                                  </p:stCondLst>
                                  <p:iterate type="lt">
                                    <p:tmPct val="10000"/>
                                  </p:iterate>
                                  <p:childTnLst>
                                    <p:set>
                                      <p:cBhvr>
                                        <p:cTn id="22" dur="1" fill="hold">
                                          <p:stCondLst>
                                            <p:cond delay="0"/>
                                          </p:stCondLst>
                                        </p:cTn>
                                        <p:tgtEl>
                                          <p:spTgt spid="328707">
                                            <p:txEl>
                                              <p:pRg st="2" end="2"/>
                                            </p:txEl>
                                          </p:spTgt>
                                        </p:tgtEl>
                                        <p:attrNameLst>
                                          <p:attrName>style.visibility</p:attrName>
                                        </p:attrNameLst>
                                      </p:cBhvr>
                                      <p:to>
                                        <p:strVal val="visible"/>
                                      </p:to>
                                    </p:set>
                                    <p:anim calcmode="lin" valueType="num">
                                      <p:cBhvr>
                                        <p:cTn id="23" dur="500" fill="hold"/>
                                        <p:tgtEl>
                                          <p:spTgt spid="328707">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24" dur="500" fill="hold"/>
                                        <p:tgtEl>
                                          <p:spTgt spid="328707">
                                            <p:txEl>
                                              <p:pRg st="2" end="2"/>
                                            </p:txEl>
                                          </p:spTgt>
                                        </p:tgtEl>
                                        <p:attrNameLst>
                                          <p:attrName>ppt_y</p:attrName>
                                        </p:attrNameLst>
                                      </p:cBhvr>
                                      <p:tavLst>
                                        <p:tav tm="0">
                                          <p:val>
                                            <p:strVal val="#ppt_y"/>
                                          </p:val>
                                        </p:tav>
                                        <p:tav tm="100000">
                                          <p:val>
                                            <p:strVal val="#ppt_y"/>
                                          </p:val>
                                        </p:tav>
                                      </p:tavLst>
                                    </p:anim>
                                    <p:anim calcmode="lin" valueType="num">
                                      <p:cBhvr>
                                        <p:cTn id="25" dur="500" fill="hold"/>
                                        <p:tgtEl>
                                          <p:spTgt spid="328707">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6" dur="500" fill="hold"/>
                                        <p:tgtEl>
                                          <p:spTgt spid="328707">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7" dur="500" tmFilter="0,0; .5, 1; 1, 1"/>
                                        <p:tgtEl>
                                          <p:spTgt spid="328707">
                                            <p:txEl>
                                              <p:pRg st="2" end="2"/>
                                            </p:txEl>
                                          </p:spTgt>
                                        </p:tgtEl>
                                      </p:cBhvr>
                                    </p:animEffect>
                                  </p:childTnLst>
                                </p:cTn>
                              </p:par>
                              <p:par>
                                <p:cTn id="28" presetID="41" presetClass="entr" presetSubtype="0" fill="hold" nodeType="withEffect">
                                  <p:stCondLst>
                                    <p:cond delay="0"/>
                                  </p:stCondLst>
                                  <p:iterate type="lt">
                                    <p:tmPct val="10000"/>
                                  </p:iterate>
                                  <p:childTnLst>
                                    <p:set>
                                      <p:cBhvr>
                                        <p:cTn id="29" dur="1" fill="hold">
                                          <p:stCondLst>
                                            <p:cond delay="0"/>
                                          </p:stCondLst>
                                        </p:cTn>
                                        <p:tgtEl>
                                          <p:spTgt spid="328707">
                                            <p:txEl>
                                              <p:pRg st="3" end="3"/>
                                            </p:txEl>
                                          </p:spTgt>
                                        </p:tgtEl>
                                        <p:attrNameLst>
                                          <p:attrName>style.visibility</p:attrName>
                                        </p:attrNameLst>
                                      </p:cBhvr>
                                      <p:to>
                                        <p:strVal val="visible"/>
                                      </p:to>
                                    </p:set>
                                    <p:anim calcmode="lin" valueType="num">
                                      <p:cBhvr>
                                        <p:cTn id="30" dur="500" fill="hold"/>
                                        <p:tgtEl>
                                          <p:spTgt spid="328707">
                                            <p:txEl>
                                              <p:pRg st="3" end="3"/>
                                            </p:txEl>
                                          </p:spTgt>
                                        </p:tgtEl>
                                        <p:attrNameLst>
                                          <p:attrName>ppt_x</p:attrName>
                                        </p:attrNameLst>
                                      </p:cBhvr>
                                      <p:tavLst>
                                        <p:tav tm="0">
                                          <p:val>
                                            <p:strVal val="#ppt_x"/>
                                          </p:val>
                                        </p:tav>
                                        <p:tav tm="50000">
                                          <p:val>
                                            <p:strVal val="#ppt_x+.1"/>
                                          </p:val>
                                        </p:tav>
                                        <p:tav tm="100000">
                                          <p:val>
                                            <p:strVal val="#ppt_x"/>
                                          </p:val>
                                        </p:tav>
                                      </p:tavLst>
                                    </p:anim>
                                    <p:anim calcmode="lin" valueType="num">
                                      <p:cBhvr>
                                        <p:cTn id="31" dur="500" fill="hold"/>
                                        <p:tgtEl>
                                          <p:spTgt spid="328707">
                                            <p:txEl>
                                              <p:pRg st="3" end="3"/>
                                            </p:txEl>
                                          </p:spTgt>
                                        </p:tgtEl>
                                        <p:attrNameLst>
                                          <p:attrName>ppt_y</p:attrName>
                                        </p:attrNameLst>
                                      </p:cBhvr>
                                      <p:tavLst>
                                        <p:tav tm="0">
                                          <p:val>
                                            <p:strVal val="#ppt_y"/>
                                          </p:val>
                                        </p:tav>
                                        <p:tav tm="100000">
                                          <p:val>
                                            <p:strVal val="#ppt_y"/>
                                          </p:val>
                                        </p:tav>
                                      </p:tavLst>
                                    </p:anim>
                                    <p:anim calcmode="lin" valueType="num">
                                      <p:cBhvr>
                                        <p:cTn id="32" dur="500" fill="hold"/>
                                        <p:tgtEl>
                                          <p:spTgt spid="328707">
                                            <p:txEl>
                                              <p:pRg st="3" end="3"/>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3" dur="500" fill="hold"/>
                                        <p:tgtEl>
                                          <p:spTgt spid="328707">
                                            <p:txEl>
                                              <p:pRg st="3" end="3"/>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4" dur="500" tmFilter="0,0; .5, 1; 1, 1"/>
                                        <p:tgtEl>
                                          <p:spTgt spid="328707">
                                            <p:txEl>
                                              <p:pRg st="3" end="3"/>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41" presetClass="entr" presetSubtype="0" fill="hold" nodeType="clickEffect">
                                  <p:stCondLst>
                                    <p:cond delay="0"/>
                                  </p:stCondLst>
                                  <p:iterate type="lt">
                                    <p:tmPct val="10000"/>
                                  </p:iterate>
                                  <p:childTnLst>
                                    <p:set>
                                      <p:cBhvr>
                                        <p:cTn id="38" dur="1" fill="hold">
                                          <p:stCondLst>
                                            <p:cond delay="0"/>
                                          </p:stCondLst>
                                        </p:cTn>
                                        <p:tgtEl>
                                          <p:spTgt spid="328707">
                                            <p:txEl>
                                              <p:pRg st="4" end="4"/>
                                            </p:txEl>
                                          </p:spTgt>
                                        </p:tgtEl>
                                        <p:attrNameLst>
                                          <p:attrName>style.visibility</p:attrName>
                                        </p:attrNameLst>
                                      </p:cBhvr>
                                      <p:to>
                                        <p:strVal val="visible"/>
                                      </p:to>
                                    </p:set>
                                    <p:anim calcmode="lin" valueType="num">
                                      <p:cBhvr>
                                        <p:cTn id="39" dur="500" fill="hold"/>
                                        <p:tgtEl>
                                          <p:spTgt spid="328707">
                                            <p:txEl>
                                              <p:pRg st="4" end="4"/>
                                            </p:txEl>
                                          </p:spTgt>
                                        </p:tgtEl>
                                        <p:attrNameLst>
                                          <p:attrName>ppt_x</p:attrName>
                                        </p:attrNameLst>
                                      </p:cBhvr>
                                      <p:tavLst>
                                        <p:tav tm="0">
                                          <p:val>
                                            <p:strVal val="#ppt_x"/>
                                          </p:val>
                                        </p:tav>
                                        <p:tav tm="50000">
                                          <p:val>
                                            <p:strVal val="#ppt_x+.1"/>
                                          </p:val>
                                        </p:tav>
                                        <p:tav tm="100000">
                                          <p:val>
                                            <p:strVal val="#ppt_x"/>
                                          </p:val>
                                        </p:tav>
                                      </p:tavLst>
                                    </p:anim>
                                    <p:anim calcmode="lin" valueType="num">
                                      <p:cBhvr>
                                        <p:cTn id="40" dur="500" fill="hold"/>
                                        <p:tgtEl>
                                          <p:spTgt spid="328707">
                                            <p:txEl>
                                              <p:pRg st="4" end="4"/>
                                            </p:txEl>
                                          </p:spTgt>
                                        </p:tgtEl>
                                        <p:attrNameLst>
                                          <p:attrName>ppt_y</p:attrName>
                                        </p:attrNameLst>
                                      </p:cBhvr>
                                      <p:tavLst>
                                        <p:tav tm="0">
                                          <p:val>
                                            <p:strVal val="#ppt_y"/>
                                          </p:val>
                                        </p:tav>
                                        <p:tav tm="100000">
                                          <p:val>
                                            <p:strVal val="#ppt_y"/>
                                          </p:val>
                                        </p:tav>
                                      </p:tavLst>
                                    </p:anim>
                                    <p:anim calcmode="lin" valueType="num">
                                      <p:cBhvr>
                                        <p:cTn id="41" dur="500" fill="hold"/>
                                        <p:tgtEl>
                                          <p:spTgt spid="328707">
                                            <p:txEl>
                                              <p:pRg st="4" end="4"/>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42" dur="500" fill="hold"/>
                                        <p:tgtEl>
                                          <p:spTgt spid="328707">
                                            <p:txEl>
                                              <p:pRg st="4" end="4"/>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43" dur="500" tmFilter="0,0; .5, 1; 1, 1"/>
                                        <p:tgtEl>
                                          <p:spTgt spid="328707">
                                            <p:txEl>
                                              <p:pRg st="4" end="4"/>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1" presetClass="entr" presetSubtype="4" fill="hold" nodeType="clickEffect">
                                  <p:stCondLst>
                                    <p:cond delay="0"/>
                                  </p:stCondLst>
                                  <p:childTnLst>
                                    <p:set>
                                      <p:cBhvr>
                                        <p:cTn id="47" dur="1" fill="hold">
                                          <p:stCondLst>
                                            <p:cond delay="0"/>
                                          </p:stCondLst>
                                        </p:cTn>
                                        <p:tgtEl>
                                          <p:spTgt spid="328707">
                                            <p:txEl>
                                              <p:pRg st="5" end="5"/>
                                            </p:txEl>
                                          </p:spTgt>
                                        </p:tgtEl>
                                        <p:attrNameLst>
                                          <p:attrName>style.visibility</p:attrName>
                                        </p:attrNameLst>
                                      </p:cBhvr>
                                      <p:to>
                                        <p:strVal val="visible"/>
                                      </p:to>
                                    </p:set>
                                    <p:animEffect transition="in" filter="wheel(4)">
                                      <p:cBhvr>
                                        <p:cTn id="48" dur="2000"/>
                                        <p:tgtEl>
                                          <p:spTgt spid="328707">
                                            <p:txEl>
                                              <p:pRg st="5" end="5"/>
                                            </p:txEl>
                                          </p:spTgt>
                                        </p:tgtEl>
                                      </p:cBhvr>
                                    </p:animEffect>
                                  </p:childTnLst>
                                </p:cTn>
                              </p:par>
                              <p:par>
                                <p:cTn id="49" presetID="21" presetClass="entr" presetSubtype="4" fill="hold" nodeType="withEffect">
                                  <p:stCondLst>
                                    <p:cond delay="0"/>
                                  </p:stCondLst>
                                  <p:childTnLst>
                                    <p:set>
                                      <p:cBhvr>
                                        <p:cTn id="50" dur="1" fill="hold">
                                          <p:stCondLst>
                                            <p:cond delay="0"/>
                                          </p:stCondLst>
                                        </p:cTn>
                                        <p:tgtEl>
                                          <p:spTgt spid="328707">
                                            <p:txEl>
                                              <p:pRg st="6" end="6"/>
                                            </p:txEl>
                                          </p:spTgt>
                                        </p:tgtEl>
                                        <p:attrNameLst>
                                          <p:attrName>style.visibility</p:attrName>
                                        </p:attrNameLst>
                                      </p:cBhvr>
                                      <p:to>
                                        <p:strVal val="visible"/>
                                      </p:to>
                                    </p:set>
                                    <p:animEffect transition="in" filter="wheel(4)">
                                      <p:cBhvr>
                                        <p:cTn id="51" dur="2000"/>
                                        <p:tgtEl>
                                          <p:spTgt spid="328707">
                                            <p:txEl>
                                              <p:pRg st="6" end="6"/>
                                            </p:txEl>
                                          </p:spTgt>
                                        </p:tgtEl>
                                      </p:cBhvr>
                                    </p:animEffect>
                                  </p:childTnLst>
                                </p:cTn>
                              </p:par>
                              <p:par>
                                <p:cTn id="52" presetID="21" presetClass="entr" presetSubtype="4" fill="hold" nodeType="withEffect">
                                  <p:stCondLst>
                                    <p:cond delay="0"/>
                                  </p:stCondLst>
                                  <p:childTnLst>
                                    <p:set>
                                      <p:cBhvr>
                                        <p:cTn id="53" dur="1" fill="hold">
                                          <p:stCondLst>
                                            <p:cond delay="0"/>
                                          </p:stCondLst>
                                        </p:cTn>
                                        <p:tgtEl>
                                          <p:spTgt spid="328707">
                                            <p:txEl>
                                              <p:pRg st="7" end="7"/>
                                            </p:txEl>
                                          </p:spTgt>
                                        </p:tgtEl>
                                        <p:attrNameLst>
                                          <p:attrName>style.visibility</p:attrName>
                                        </p:attrNameLst>
                                      </p:cBhvr>
                                      <p:to>
                                        <p:strVal val="visible"/>
                                      </p:to>
                                    </p:set>
                                    <p:animEffect transition="in" filter="wheel(4)">
                                      <p:cBhvr>
                                        <p:cTn id="54" dur="2000"/>
                                        <p:tgtEl>
                                          <p:spTgt spid="32870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Number Placeholder 5">
            <a:extLst>
              <a:ext uri="{FF2B5EF4-FFF2-40B4-BE49-F238E27FC236}">
                <a16:creationId xmlns:a16="http://schemas.microsoft.com/office/drawing/2014/main" id="{CC772B5D-3D69-00AF-AA59-F3E1D70679BE}"/>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888231EA-0137-45BA-BB72-DFAB6395C0C7}" type="slidenum">
              <a:rPr lang="en-US" altLang="vi-VN" sz="1000">
                <a:latin typeface="Verdana" panose="020B0604030504040204" pitchFamily="34" charset="0"/>
              </a:rPr>
              <a:pPr algn="r" eaLnBrk="1" hangingPunct="1">
                <a:spcBef>
                  <a:spcPct val="0"/>
                </a:spcBef>
                <a:buFontTx/>
                <a:buNone/>
              </a:pPr>
              <a:t>53</a:t>
            </a:fld>
            <a:endParaRPr lang="en-US" altLang="vi-VN" sz="1000">
              <a:latin typeface="Verdana" panose="020B0604030504040204" pitchFamily="34" charset="0"/>
            </a:endParaRPr>
          </a:p>
        </p:txBody>
      </p:sp>
      <p:sp>
        <p:nvSpPr>
          <p:cNvPr id="331779" name="Rectangle 3">
            <a:extLst>
              <a:ext uri="{FF2B5EF4-FFF2-40B4-BE49-F238E27FC236}">
                <a16:creationId xmlns:a16="http://schemas.microsoft.com/office/drawing/2014/main" id="{ACBC0E6B-6E96-81A2-3CF3-92F2C26CEF31}"/>
              </a:ext>
            </a:extLst>
          </p:cNvPr>
          <p:cNvSpPr>
            <a:spLocks noGrp="1" noChangeArrowheads="1"/>
          </p:cNvSpPr>
          <p:nvPr>
            <p:ph type="body" idx="4294967295"/>
          </p:nvPr>
        </p:nvSpPr>
        <p:spPr>
          <a:xfrm>
            <a:off x="228600" y="1219200"/>
            <a:ext cx="8915400" cy="4800600"/>
          </a:xfrm>
        </p:spPr>
        <p:txBody>
          <a:bodyPr/>
          <a:lstStyle/>
          <a:p>
            <a:pPr marL="0" indent="0" algn="just" eaLnBrk="1" hangingPunct="1">
              <a:buFont typeface="Wingdings" panose="05000000000000000000" pitchFamily="2" charset="2"/>
              <a:buNone/>
            </a:pPr>
            <a:r>
              <a:rPr lang="sv-SE" altLang="vi-VN" sz="2800">
                <a:solidFill>
                  <a:srgbClr val="0000FF"/>
                </a:solidFill>
                <a:latin typeface="Times New Roman" panose="02020603050405020304" pitchFamily="18" charset="0"/>
              </a:rPr>
              <a:t>Hàm UPPER</a:t>
            </a:r>
          </a:p>
          <a:p>
            <a:pPr marL="0" indent="0" algn="just" eaLnBrk="1" hangingPunct="1">
              <a:buFont typeface="Wingdings" panose="05000000000000000000" pitchFamily="2" charset="2"/>
              <a:buNone/>
            </a:pPr>
            <a:r>
              <a:rPr lang="sv-SE" altLang="vi-VN" sz="2800">
                <a:latin typeface="Times New Roman" panose="02020603050405020304" pitchFamily="18" charset="0"/>
              </a:rPr>
              <a:t>Cú pháp: </a:t>
            </a:r>
            <a:r>
              <a:rPr lang="sv-SE" altLang="vi-VN" sz="2800" b="1">
                <a:latin typeface="Times New Roman" panose="02020603050405020304" pitchFamily="18" charset="0"/>
              </a:rPr>
              <a:t>=UPPER(s)</a:t>
            </a:r>
            <a:endParaRPr lang="sv-SE" altLang="vi-VN" sz="2800">
              <a:latin typeface="Times New Roman" panose="02020603050405020304" pitchFamily="18" charset="0"/>
            </a:endParaRPr>
          </a:p>
          <a:p>
            <a:pPr marL="0" indent="0" algn="just" eaLnBrk="1" hangingPunct="1">
              <a:buFont typeface="Wingdings" panose="05000000000000000000" pitchFamily="2" charset="2"/>
              <a:buNone/>
            </a:pPr>
            <a:r>
              <a:rPr lang="sv-SE" altLang="vi-VN" sz="2800">
                <a:latin typeface="Times New Roman" panose="02020603050405020304" pitchFamily="18" charset="0"/>
              </a:rPr>
              <a:t>Công dụng: Chuyển tất cả các ký tự trong chuỗi s sang chữ hoa.</a:t>
            </a:r>
          </a:p>
          <a:p>
            <a:pPr marL="0" indent="0" algn="just" eaLnBrk="1" hangingPunct="1">
              <a:buFont typeface="Wingdings" panose="05000000000000000000" pitchFamily="2" charset="2"/>
              <a:buNone/>
            </a:pPr>
            <a:r>
              <a:rPr lang="sv-SE" altLang="vi-VN" sz="2800">
                <a:solidFill>
                  <a:srgbClr val="0000FF"/>
                </a:solidFill>
                <a:latin typeface="Times New Roman" panose="02020603050405020304" pitchFamily="18" charset="0"/>
              </a:rPr>
              <a:t>Ví dụ</a:t>
            </a:r>
            <a:r>
              <a:rPr lang="sv-SE" altLang="vi-VN" sz="2800">
                <a:latin typeface="Times New Roman" panose="02020603050405020304" pitchFamily="18" charset="0"/>
              </a:rPr>
              <a:t>: =UPPER(“ho va ten”) kết quả là “HO VA TEN”</a:t>
            </a:r>
            <a:endParaRPr lang="en-US" altLang="vi-VN" sz="2800">
              <a:latin typeface="Times New Roman" panose="02020603050405020304" pitchFamily="18" charset="0"/>
            </a:endParaRPr>
          </a:p>
          <a:p>
            <a:pPr marL="0" indent="0" algn="just" eaLnBrk="1" hangingPunct="1">
              <a:buFont typeface="Wingdings" panose="05000000000000000000" pitchFamily="2" charset="2"/>
              <a:buNone/>
            </a:pPr>
            <a:r>
              <a:rPr lang="en-US" altLang="vi-VN" sz="2800">
                <a:solidFill>
                  <a:srgbClr val="0000FF"/>
                </a:solidFill>
                <a:latin typeface="Times New Roman" panose="02020603050405020304" pitchFamily="18" charset="0"/>
              </a:rPr>
              <a:t>Hàm PROPER</a:t>
            </a:r>
          </a:p>
          <a:p>
            <a:pPr marL="0" indent="0" algn="just" eaLnBrk="1" hangingPunct="1">
              <a:buFont typeface="Wingdings" panose="05000000000000000000" pitchFamily="2" charset="2"/>
              <a:buNone/>
            </a:pPr>
            <a:r>
              <a:rPr lang="en-US" altLang="vi-VN" sz="2800">
                <a:latin typeface="Times New Roman" panose="02020603050405020304" pitchFamily="18" charset="0"/>
              </a:rPr>
              <a:t>Cú pháp: </a:t>
            </a:r>
            <a:r>
              <a:rPr lang="en-US" altLang="vi-VN" sz="2800" b="1">
                <a:latin typeface="Times New Roman" panose="02020603050405020304" pitchFamily="18" charset="0"/>
              </a:rPr>
              <a:t>=PROPER(s)</a:t>
            </a:r>
            <a:endParaRPr lang="en-US" altLang="vi-VN" sz="2800">
              <a:latin typeface="Times New Roman" panose="02020603050405020304" pitchFamily="18" charset="0"/>
            </a:endParaRPr>
          </a:p>
          <a:p>
            <a:pPr marL="0" indent="0" algn="just" eaLnBrk="1" hangingPunct="1">
              <a:buFont typeface="Wingdings" panose="05000000000000000000" pitchFamily="2" charset="2"/>
              <a:buNone/>
            </a:pPr>
            <a:r>
              <a:rPr lang="en-US" altLang="vi-VN" sz="2800">
                <a:latin typeface="Times New Roman" panose="02020603050405020304" pitchFamily="18" charset="0"/>
              </a:rPr>
              <a:t>Công dụng:Chuyển tất cả các ký tự đầu của mỗi từ trong chuỗi s sang chữ hoa.</a:t>
            </a:r>
          </a:p>
          <a:p>
            <a:pPr marL="0" indent="0" algn="just" eaLnBrk="1" hangingPunct="1">
              <a:buFont typeface="Wingdings" panose="05000000000000000000" pitchFamily="2" charset="2"/>
              <a:buNone/>
            </a:pPr>
            <a:r>
              <a:rPr lang="en-US" altLang="vi-VN" sz="2800">
                <a:solidFill>
                  <a:srgbClr val="0000FF"/>
                </a:solidFill>
                <a:latin typeface="Times New Roman" panose="02020603050405020304" pitchFamily="18" charset="0"/>
              </a:rPr>
              <a:t>Ví dụ</a:t>
            </a:r>
            <a:r>
              <a:rPr lang="en-US" altLang="vi-VN" sz="2800">
                <a:latin typeface="Times New Roman" panose="02020603050405020304" pitchFamily="18" charset="0"/>
              </a:rPr>
              <a:t>: =PROPER(“tin hoc chung chi A”) kết quả là “Tin Hoc Chung Chi A”.</a:t>
            </a:r>
          </a:p>
        </p:txBody>
      </p:sp>
      <p:sp>
        <p:nvSpPr>
          <p:cNvPr id="69636" name="Rectangle 2">
            <a:extLst>
              <a:ext uri="{FF2B5EF4-FFF2-40B4-BE49-F238E27FC236}">
                <a16:creationId xmlns:a16="http://schemas.microsoft.com/office/drawing/2014/main" id="{5D2D6078-3C63-C7AC-E674-BEFB476ED208}"/>
              </a:ext>
            </a:extLst>
          </p:cNvPr>
          <p:cNvSpPr>
            <a:spLocks noChangeArrowheads="1"/>
          </p:cNvSpPr>
          <p:nvPr/>
        </p:nvSpPr>
        <p:spPr bwMode="gray">
          <a:xfrm>
            <a:off x="1447800" y="254000"/>
            <a:ext cx="68580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vi-VN" sz="3600" b="1">
                <a:solidFill>
                  <a:srgbClr val="FF0000"/>
                </a:solidFill>
                <a:latin typeface="Times New Roman" panose="02020603050405020304" pitchFamily="18" charset="0"/>
              </a:rPr>
              <a:t>2. Nhóm hàm xử lý dữ liệu chuỗi</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331779">
                                            <p:txEl>
                                              <p:pRg st="0" end="0"/>
                                            </p:txEl>
                                          </p:spTgt>
                                        </p:tgtEl>
                                        <p:attrNameLst>
                                          <p:attrName>style.visibility</p:attrName>
                                        </p:attrNameLst>
                                      </p:cBhvr>
                                      <p:to>
                                        <p:strVal val="visible"/>
                                      </p:to>
                                    </p:set>
                                    <p:anim calcmode="lin" valueType="num">
                                      <p:cBhvr>
                                        <p:cTn id="7" dur="500" fill="hold"/>
                                        <p:tgtEl>
                                          <p:spTgt spid="331779">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31779">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331779">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31779">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31779">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1" presetClass="entr" presetSubtype="4" fill="hold" nodeType="clickEffect">
                                  <p:stCondLst>
                                    <p:cond delay="0"/>
                                  </p:stCondLst>
                                  <p:childTnLst>
                                    <p:set>
                                      <p:cBhvr>
                                        <p:cTn id="15" dur="1" fill="hold">
                                          <p:stCondLst>
                                            <p:cond delay="0"/>
                                          </p:stCondLst>
                                        </p:cTn>
                                        <p:tgtEl>
                                          <p:spTgt spid="331779">
                                            <p:txEl>
                                              <p:pRg st="1" end="1"/>
                                            </p:txEl>
                                          </p:spTgt>
                                        </p:tgtEl>
                                        <p:attrNameLst>
                                          <p:attrName>style.visibility</p:attrName>
                                        </p:attrNameLst>
                                      </p:cBhvr>
                                      <p:to>
                                        <p:strVal val="visible"/>
                                      </p:to>
                                    </p:set>
                                    <p:animEffect transition="in" filter="wheel(4)">
                                      <p:cBhvr>
                                        <p:cTn id="16" dur="2000"/>
                                        <p:tgtEl>
                                          <p:spTgt spid="331779">
                                            <p:txEl>
                                              <p:pRg st="1" end="1"/>
                                            </p:txEl>
                                          </p:spTgt>
                                        </p:tgtEl>
                                      </p:cBhvr>
                                    </p:animEffect>
                                  </p:childTnLst>
                                </p:cTn>
                              </p:par>
                              <p:par>
                                <p:cTn id="17" presetID="21" presetClass="entr" presetSubtype="4" fill="hold" nodeType="withEffect">
                                  <p:stCondLst>
                                    <p:cond delay="0"/>
                                  </p:stCondLst>
                                  <p:childTnLst>
                                    <p:set>
                                      <p:cBhvr>
                                        <p:cTn id="18" dur="1" fill="hold">
                                          <p:stCondLst>
                                            <p:cond delay="0"/>
                                          </p:stCondLst>
                                        </p:cTn>
                                        <p:tgtEl>
                                          <p:spTgt spid="331779">
                                            <p:txEl>
                                              <p:pRg st="2" end="2"/>
                                            </p:txEl>
                                          </p:spTgt>
                                        </p:tgtEl>
                                        <p:attrNameLst>
                                          <p:attrName>style.visibility</p:attrName>
                                        </p:attrNameLst>
                                      </p:cBhvr>
                                      <p:to>
                                        <p:strVal val="visible"/>
                                      </p:to>
                                    </p:set>
                                    <p:animEffect transition="in" filter="wheel(4)">
                                      <p:cBhvr>
                                        <p:cTn id="19" dur="2000"/>
                                        <p:tgtEl>
                                          <p:spTgt spid="331779">
                                            <p:txEl>
                                              <p:pRg st="2" end="2"/>
                                            </p:txEl>
                                          </p:spTgt>
                                        </p:tgtEl>
                                      </p:cBhvr>
                                    </p:animEffect>
                                  </p:childTnLst>
                                </p:cTn>
                              </p:par>
                              <p:par>
                                <p:cTn id="20" presetID="21" presetClass="entr" presetSubtype="4" fill="hold" nodeType="withEffect">
                                  <p:stCondLst>
                                    <p:cond delay="0"/>
                                  </p:stCondLst>
                                  <p:childTnLst>
                                    <p:set>
                                      <p:cBhvr>
                                        <p:cTn id="21" dur="1" fill="hold">
                                          <p:stCondLst>
                                            <p:cond delay="0"/>
                                          </p:stCondLst>
                                        </p:cTn>
                                        <p:tgtEl>
                                          <p:spTgt spid="331779">
                                            <p:txEl>
                                              <p:pRg st="3" end="3"/>
                                            </p:txEl>
                                          </p:spTgt>
                                        </p:tgtEl>
                                        <p:attrNameLst>
                                          <p:attrName>style.visibility</p:attrName>
                                        </p:attrNameLst>
                                      </p:cBhvr>
                                      <p:to>
                                        <p:strVal val="visible"/>
                                      </p:to>
                                    </p:set>
                                    <p:animEffect transition="in" filter="wheel(4)">
                                      <p:cBhvr>
                                        <p:cTn id="22" dur="2000"/>
                                        <p:tgtEl>
                                          <p:spTgt spid="33177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1" presetClass="entr" presetSubtype="4" fill="hold" nodeType="clickEffect">
                                  <p:stCondLst>
                                    <p:cond delay="0"/>
                                  </p:stCondLst>
                                  <p:childTnLst>
                                    <p:set>
                                      <p:cBhvr>
                                        <p:cTn id="26" dur="1" fill="hold">
                                          <p:stCondLst>
                                            <p:cond delay="0"/>
                                          </p:stCondLst>
                                        </p:cTn>
                                        <p:tgtEl>
                                          <p:spTgt spid="331779">
                                            <p:txEl>
                                              <p:pRg st="4" end="4"/>
                                            </p:txEl>
                                          </p:spTgt>
                                        </p:tgtEl>
                                        <p:attrNameLst>
                                          <p:attrName>style.visibility</p:attrName>
                                        </p:attrNameLst>
                                      </p:cBhvr>
                                      <p:to>
                                        <p:strVal val="visible"/>
                                      </p:to>
                                    </p:set>
                                    <p:animEffect transition="in" filter="wheel(4)">
                                      <p:cBhvr>
                                        <p:cTn id="27" dur="2000"/>
                                        <p:tgtEl>
                                          <p:spTgt spid="33177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1" presetClass="entr" presetSubtype="0" fill="hold" nodeType="clickEffect">
                                  <p:stCondLst>
                                    <p:cond delay="0"/>
                                  </p:stCondLst>
                                  <p:iterate type="lt">
                                    <p:tmPct val="10000"/>
                                  </p:iterate>
                                  <p:childTnLst>
                                    <p:set>
                                      <p:cBhvr>
                                        <p:cTn id="31" dur="1" fill="hold">
                                          <p:stCondLst>
                                            <p:cond delay="0"/>
                                          </p:stCondLst>
                                        </p:cTn>
                                        <p:tgtEl>
                                          <p:spTgt spid="331779">
                                            <p:txEl>
                                              <p:pRg st="5" end="5"/>
                                            </p:txEl>
                                          </p:spTgt>
                                        </p:tgtEl>
                                        <p:attrNameLst>
                                          <p:attrName>style.visibility</p:attrName>
                                        </p:attrNameLst>
                                      </p:cBhvr>
                                      <p:to>
                                        <p:strVal val="visible"/>
                                      </p:to>
                                    </p:set>
                                    <p:anim calcmode="lin" valueType="num">
                                      <p:cBhvr>
                                        <p:cTn id="32" dur="500" fill="hold"/>
                                        <p:tgtEl>
                                          <p:spTgt spid="331779">
                                            <p:txEl>
                                              <p:pRg st="5" end="5"/>
                                            </p:txEl>
                                          </p:spTgt>
                                        </p:tgtEl>
                                        <p:attrNameLst>
                                          <p:attrName>ppt_x</p:attrName>
                                        </p:attrNameLst>
                                      </p:cBhvr>
                                      <p:tavLst>
                                        <p:tav tm="0">
                                          <p:val>
                                            <p:strVal val="#ppt_x"/>
                                          </p:val>
                                        </p:tav>
                                        <p:tav tm="50000">
                                          <p:val>
                                            <p:strVal val="#ppt_x+.1"/>
                                          </p:val>
                                        </p:tav>
                                        <p:tav tm="100000">
                                          <p:val>
                                            <p:strVal val="#ppt_x"/>
                                          </p:val>
                                        </p:tav>
                                      </p:tavLst>
                                    </p:anim>
                                    <p:anim calcmode="lin" valueType="num">
                                      <p:cBhvr>
                                        <p:cTn id="33" dur="500" fill="hold"/>
                                        <p:tgtEl>
                                          <p:spTgt spid="331779">
                                            <p:txEl>
                                              <p:pRg st="5" end="5"/>
                                            </p:txEl>
                                          </p:spTgt>
                                        </p:tgtEl>
                                        <p:attrNameLst>
                                          <p:attrName>ppt_y</p:attrName>
                                        </p:attrNameLst>
                                      </p:cBhvr>
                                      <p:tavLst>
                                        <p:tav tm="0">
                                          <p:val>
                                            <p:strVal val="#ppt_y"/>
                                          </p:val>
                                        </p:tav>
                                        <p:tav tm="100000">
                                          <p:val>
                                            <p:strVal val="#ppt_y"/>
                                          </p:val>
                                        </p:tav>
                                      </p:tavLst>
                                    </p:anim>
                                    <p:anim calcmode="lin" valueType="num">
                                      <p:cBhvr>
                                        <p:cTn id="34" dur="500" fill="hold"/>
                                        <p:tgtEl>
                                          <p:spTgt spid="331779">
                                            <p:txEl>
                                              <p:pRg st="5" end="5"/>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5" dur="500" fill="hold"/>
                                        <p:tgtEl>
                                          <p:spTgt spid="331779">
                                            <p:txEl>
                                              <p:pRg st="5" end="5"/>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6" dur="500" tmFilter="0,0; .5, 1; 1, 1"/>
                                        <p:tgtEl>
                                          <p:spTgt spid="331779">
                                            <p:txEl>
                                              <p:pRg st="5" end="5"/>
                                            </p:txEl>
                                          </p:spTgt>
                                        </p:tgtEl>
                                      </p:cBhvr>
                                    </p:animEffect>
                                  </p:childTnLst>
                                </p:cTn>
                              </p:par>
                              <p:par>
                                <p:cTn id="37" presetID="41" presetClass="entr" presetSubtype="0" fill="hold" nodeType="withEffect">
                                  <p:stCondLst>
                                    <p:cond delay="0"/>
                                  </p:stCondLst>
                                  <p:iterate type="lt">
                                    <p:tmPct val="10000"/>
                                  </p:iterate>
                                  <p:childTnLst>
                                    <p:set>
                                      <p:cBhvr>
                                        <p:cTn id="38" dur="1" fill="hold">
                                          <p:stCondLst>
                                            <p:cond delay="0"/>
                                          </p:stCondLst>
                                        </p:cTn>
                                        <p:tgtEl>
                                          <p:spTgt spid="331779">
                                            <p:txEl>
                                              <p:pRg st="6" end="6"/>
                                            </p:txEl>
                                          </p:spTgt>
                                        </p:tgtEl>
                                        <p:attrNameLst>
                                          <p:attrName>style.visibility</p:attrName>
                                        </p:attrNameLst>
                                      </p:cBhvr>
                                      <p:to>
                                        <p:strVal val="visible"/>
                                      </p:to>
                                    </p:set>
                                    <p:anim calcmode="lin" valueType="num">
                                      <p:cBhvr>
                                        <p:cTn id="39" dur="500" fill="hold"/>
                                        <p:tgtEl>
                                          <p:spTgt spid="331779">
                                            <p:txEl>
                                              <p:pRg st="6" end="6"/>
                                            </p:txEl>
                                          </p:spTgt>
                                        </p:tgtEl>
                                        <p:attrNameLst>
                                          <p:attrName>ppt_x</p:attrName>
                                        </p:attrNameLst>
                                      </p:cBhvr>
                                      <p:tavLst>
                                        <p:tav tm="0">
                                          <p:val>
                                            <p:strVal val="#ppt_x"/>
                                          </p:val>
                                        </p:tav>
                                        <p:tav tm="50000">
                                          <p:val>
                                            <p:strVal val="#ppt_x+.1"/>
                                          </p:val>
                                        </p:tav>
                                        <p:tav tm="100000">
                                          <p:val>
                                            <p:strVal val="#ppt_x"/>
                                          </p:val>
                                        </p:tav>
                                      </p:tavLst>
                                    </p:anim>
                                    <p:anim calcmode="lin" valueType="num">
                                      <p:cBhvr>
                                        <p:cTn id="40" dur="500" fill="hold"/>
                                        <p:tgtEl>
                                          <p:spTgt spid="331779">
                                            <p:txEl>
                                              <p:pRg st="6" end="6"/>
                                            </p:txEl>
                                          </p:spTgt>
                                        </p:tgtEl>
                                        <p:attrNameLst>
                                          <p:attrName>ppt_y</p:attrName>
                                        </p:attrNameLst>
                                      </p:cBhvr>
                                      <p:tavLst>
                                        <p:tav tm="0">
                                          <p:val>
                                            <p:strVal val="#ppt_y"/>
                                          </p:val>
                                        </p:tav>
                                        <p:tav tm="100000">
                                          <p:val>
                                            <p:strVal val="#ppt_y"/>
                                          </p:val>
                                        </p:tav>
                                      </p:tavLst>
                                    </p:anim>
                                    <p:anim calcmode="lin" valueType="num">
                                      <p:cBhvr>
                                        <p:cTn id="41" dur="500" fill="hold"/>
                                        <p:tgtEl>
                                          <p:spTgt spid="331779">
                                            <p:txEl>
                                              <p:pRg st="6" end="6"/>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42" dur="500" fill="hold"/>
                                        <p:tgtEl>
                                          <p:spTgt spid="331779">
                                            <p:txEl>
                                              <p:pRg st="6" end="6"/>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43" dur="500" tmFilter="0,0; .5, 1; 1, 1"/>
                                        <p:tgtEl>
                                          <p:spTgt spid="331779">
                                            <p:txEl>
                                              <p:pRg st="6" end="6"/>
                                            </p:txEl>
                                          </p:spTgt>
                                        </p:tgtEl>
                                      </p:cBhvr>
                                    </p:animEffect>
                                  </p:childTnLst>
                                </p:cTn>
                              </p:par>
                              <p:par>
                                <p:cTn id="44" presetID="41" presetClass="entr" presetSubtype="0" fill="hold" nodeType="withEffect">
                                  <p:stCondLst>
                                    <p:cond delay="0"/>
                                  </p:stCondLst>
                                  <p:iterate type="lt">
                                    <p:tmPct val="10000"/>
                                  </p:iterate>
                                  <p:childTnLst>
                                    <p:set>
                                      <p:cBhvr>
                                        <p:cTn id="45" dur="1" fill="hold">
                                          <p:stCondLst>
                                            <p:cond delay="0"/>
                                          </p:stCondLst>
                                        </p:cTn>
                                        <p:tgtEl>
                                          <p:spTgt spid="331779">
                                            <p:txEl>
                                              <p:pRg st="7" end="7"/>
                                            </p:txEl>
                                          </p:spTgt>
                                        </p:tgtEl>
                                        <p:attrNameLst>
                                          <p:attrName>style.visibility</p:attrName>
                                        </p:attrNameLst>
                                      </p:cBhvr>
                                      <p:to>
                                        <p:strVal val="visible"/>
                                      </p:to>
                                    </p:set>
                                    <p:anim calcmode="lin" valueType="num">
                                      <p:cBhvr>
                                        <p:cTn id="46" dur="500" fill="hold"/>
                                        <p:tgtEl>
                                          <p:spTgt spid="331779">
                                            <p:txEl>
                                              <p:pRg st="7" end="7"/>
                                            </p:txEl>
                                          </p:spTgt>
                                        </p:tgtEl>
                                        <p:attrNameLst>
                                          <p:attrName>ppt_x</p:attrName>
                                        </p:attrNameLst>
                                      </p:cBhvr>
                                      <p:tavLst>
                                        <p:tav tm="0">
                                          <p:val>
                                            <p:strVal val="#ppt_x"/>
                                          </p:val>
                                        </p:tav>
                                        <p:tav tm="50000">
                                          <p:val>
                                            <p:strVal val="#ppt_x+.1"/>
                                          </p:val>
                                        </p:tav>
                                        <p:tav tm="100000">
                                          <p:val>
                                            <p:strVal val="#ppt_x"/>
                                          </p:val>
                                        </p:tav>
                                      </p:tavLst>
                                    </p:anim>
                                    <p:anim calcmode="lin" valueType="num">
                                      <p:cBhvr>
                                        <p:cTn id="47" dur="500" fill="hold"/>
                                        <p:tgtEl>
                                          <p:spTgt spid="331779">
                                            <p:txEl>
                                              <p:pRg st="7" end="7"/>
                                            </p:txEl>
                                          </p:spTgt>
                                        </p:tgtEl>
                                        <p:attrNameLst>
                                          <p:attrName>ppt_y</p:attrName>
                                        </p:attrNameLst>
                                      </p:cBhvr>
                                      <p:tavLst>
                                        <p:tav tm="0">
                                          <p:val>
                                            <p:strVal val="#ppt_y"/>
                                          </p:val>
                                        </p:tav>
                                        <p:tav tm="100000">
                                          <p:val>
                                            <p:strVal val="#ppt_y"/>
                                          </p:val>
                                        </p:tav>
                                      </p:tavLst>
                                    </p:anim>
                                    <p:anim calcmode="lin" valueType="num">
                                      <p:cBhvr>
                                        <p:cTn id="48" dur="500" fill="hold"/>
                                        <p:tgtEl>
                                          <p:spTgt spid="331779">
                                            <p:txEl>
                                              <p:pRg st="7" end="7"/>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49" dur="500" fill="hold"/>
                                        <p:tgtEl>
                                          <p:spTgt spid="331779">
                                            <p:txEl>
                                              <p:pRg st="7" end="7"/>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50" dur="500" tmFilter="0,0; .5, 1; 1, 1"/>
                                        <p:tgtEl>
                                          <p:spTgt spid="33177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Number Placeholder 5">
            <a:extLst>
              <a:ext uri="{FF2B5EF4-FFF2-40B4-BE49-F238E27FC236}">
                <a16:creationId xmlns:a16="http://schemas.microsoft.com/office/drawing/2014/main" id="{F78CEA87-9DAB-3556-19EE-904AF7092FD0}"/>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22FAFB7E-B25B-4E16-B4A4-B0A619D1712A}" type="slidenum">
              <a:rPr lang="en-US" altLang="vi-VN" sz="1000">
                <a:latin typeface="Verdana" panose="020B0604030504040204" pitchFamily="34" charset="0"/>
              </a:rPr>
              <a:pPr algn="r" eaLnBrk="1" hangingPunct="1">
                <a:spcBef>
                  <a:spcPct val="0"/>
                </a:spcBef>
                <a:buFontTx/>
                <a:buNone/>
              </a:pPr>
              <a:t>54</a:t>
            </a:fld>
            <a:endParaRPr lang="en-US" altLang="vi-VN" sz="1000">
              <a:latin typeface="Verdana" panose="020B0604030504040204" pitchFamily="34" charset="0"/>
            </a:endParaRPr>
          </a:p>
        </p:txBody>
      </p:sp>
      <p:sp>
        <p:nvSpPr>
          <p:cNvPr id="400387" name="Rectangle 3">
            <a:extLst>
              <a:ext uri="{FF2B5EF4-FFF2-40B4-BE49-F238E27FC236}">
                <a16:creationId xmlns:a16="http://schemas.microsoft.com/office/drawing/2014/main" id="{80A24A64-6AF5-1511-06C8-0E32A2C66A53}"/>
              </a:ext>
            </a:extLst>
          </p:cNvPr>
          <p:cNvSpPr>
            <a:spLocks noGrp="1" noChangeArrowheads="1"/>
          </p:cNvSpPr>
          <p:nvPr>
            <p:ph type="body" idx="4294967295"/>
          </p:nvPr>
        </p:nvSpPr>
        <p:spPr/>
        <p:txBody>
          <a:bodyPr/>
          <a:lstStyle/>
          <a:p>
            <a:pPr eaLnBrk="1" hangingPunct="1">
              <a:buFont typeface="Wingdings" panose="05000000000000000000" pitchFamily="2" charset="2"/>
              <a:buNone/>
            </a:pPr>
            <a:r>
              <a:rPr lang="en-US" altLang="vi-VN" b="1">
                <a:solidFill>
                  <a:srgbClr val="0000FF"/>
                </a:solidFill>
                <a:latin typeface="Times New Roman" panose="02020603050405020304" pitchFamily="18" charset="0"/>
              </a:rPr>
              <a:t>HÀM VALUE</a:t>
            </a:r>
          </a:p>
          <a:p>
            <a:pPr eaLnBrk="1" hangingPunct="1">
              <a:buFont typeface="Wingdings" panose="05000000000000000000" pitchFamily="2" charset="2"/>
              <a:buNone/>
            </a:pPr>
            <a:r>
              <a:rPr lang="en-US" altLang="vi-VN">
                <a:latin typeface="Times New Roman" panose="02020603050405020304" pitchFamily="18" charset="0"/>
              </a:rPr>
              <a:t>Cú Pháp: =VALUE(S)</a:t>
            </a:r>
          </a:p>
          <a:p>
            <a:pPr eaLnBrk="1" hangingPunct="1">
              <a:buFont typeface="Wingdings" panose="05000000000000000000" pitchFamily="2" charset="2"/>
              <a:buNone/>
            </a:pPr>
            <a:r>
              <a:rPr lang="en-US" altLang="vi-VN">
                <a:latin typeface="Times New Roman" panose="02020603050405020304" pitchFamily="18" charset="0"/>
              </a:rPr>
              <a:t>Công dụng: Chuyển chuỗi có dạng số thành số</a:t>
            </a:r>
          </a:p>
          <a:p>
            <a:pPr eaLnBrk="1" hangingPunct="1">
              <a:buFont typeface="Wingdings" panose="05000000000000000000" pitchFamily="2" charset="2"/>
              <a:buNone/>
            </a:pPr>
            <a:r>
              <a:rPr lang="en-US" altLang="vi-VN">
                <a:latin typeface="Times New Roman" panose="02020603050405020304" pitchFamily="18" charset="0"/>
              </a:rPr>
              <a:t>VD:=value(“345”) kết quả là (345)</a:t>
            </a:r>
          </a:p>
        </p:txBody>
      </p:sp>
      <p:sp>
        <p:nvSpPr>
          <p:cNvPr id="70660" name="Rectangle 2">
            <a:extLst>
              <a:ext uri="{FF2B5EF4-FFF2-40B4-BE49-F238E27FC236}">
                <a16:creationId xmlns:a16="http://schemas.microsoft.com/office/drawing/2014/main" id="{D9C0A726-05FD-1531-FB7E-3A83C57185FE}"/>
              </a:ext>
            </a:extLst>
          </p:cNvPr>
          <p:cNvSpPr>
            <a:spLocks noChangeArrowheads="1"/>
          </p:cNvSpPr>
          <p:nvPr/>
        </p:nvSpPr>
        <p:spPr bwMode="gray">
          <a:xfrm>
            <a:off x="1447800" y="254000"/>
            <a:ext cx="68580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vi-VN" sz="3600" b="1">
                <a:solidFill>
                  <a:srgbClr val="FF0000"/>
                </a:solidFill>
                <a:latin typeface="Times New Roman" panose="02020603050405020304" pitchFamily="18" charset="0"/>
              </a:rPr>
              <a:t>2. Nhóm hàm xử lý dữ liệu chuỗi</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400387">
                                            <p:txEl>
                                              <p:pRg st="0" end="0"/>
                                            </p:txEl>
                                          </p:spTgt>
                                        </p:tgtEl>
                                        <p:attrNameLst>
                                          <p:attrName>style.visibility</p:attrName>
                                        </p:attrNameLst>
                                      </p:cBhvr>
                                      <p:to>
                                        <p:strVal val="visible"/>
                                      </p:to>
                                    </p:set>
                                    <p:anim calcmode="lin" valueType="num">
                                      <p:cBhvr>
                                        <p:cTn id="7" dur="500" fill="hold"/>
                                        <p:tgtEl>
                                          <p:spTgt spid="400387">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0038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400387">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00387">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00387">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1" presetClass="entr" presetSubtype="0" fill="hold" nodeType="clickEffect">
                                  <p:stCondLst>
                                    <p:cond delay="0"/>
                                  </p:stCondLst>
                                  <p:iterate type="lt">
                                    <p:tmPct val="10000"/>
                                  </p:iterate>
                                  <p:childTnLst>
                                    <p:set>
                                      <p:cBhvr>
                                        <p:cTn id="15" dur="1" fill="hold">
                                          <p:stCondLst>
                                            <p:cond delay="0"/>
                                          </p:stCondLst>
                                        </p:cTn>
                                        <p:tgtEl>
                                          <p:spTgt spid="400387">
                                            <p:txEl>
                                              <p:pRg st="1" end="1"/>
                                            </p:txEl>
                                          </p:spTgt>
                                        </p:tgtEl>
                                        <p:attrNameLst>
                                          <p:attrName>style.visibility</p:attrName>
                                        </p:attrNameLst>
                                      </p:cBhvr>
                                      <p:to>
                                        <p:strVal val="visible"/>
                                      </p:to>
                                    </p:set>
                                    <p:anim calcmode="lin" valueType="num">
                                      <p:cBhvr>
                                        <p:cTn id="16" dur="500" fill="hold"/>
                                        <p:tgtEl>
                                          <p:spTgt spid="400387">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400387">
                                            <p:txEl>
                                              <p:pRg st="1" end="1"/>
                                            </p:txEl>
                                          </p:spTgt>
                                        </p:tgtEl>
                                        <p:attrNameLst>
                                          <p:attrName>ppt_y</p:attrName>
                                        </p:attrNameLst>
                                      </p:cBhvr>
                                      <p:tavLst>
                                        <p:tav tm="0">
                                          <p:val>
                                            <p:strVal val="#ppt_y"/>
                                          </p:val>
                                        </p:tav>
                                        <p:tav tm="100000">
                                          <p:val>
                                            <p:strVal val="#ppt_y"/>
                                          </p:val>
                                        </p:tav>
                                      </p:tavLst>
                                    </p:anim>
                                    <p:anim calcmode="lin" valueType="num">
                                      <p:cBhvr>
                                        <p:cTn id="18" dur="500" fill="hold"/>
                                        <p:tgtEl>
                                          <p:spTgt spid="400387">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400387">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400387">
                                            <p:txEl>
                                              <p:pRg st="1" end="1"/>
                                            </p:txEl>
                                          </p:spTgt>
                                        </p:tgtEl>
                                      </p:cBhvr>
                                    </p:animEffect>
                                  </p:childTnLst>
                                </p:cTn>
                              </p:par>
                              <p:par>
                                <p:cTn id="21" presetID="41" presetClass="entr" presetSubtype="0" fill="hold" nodeType="withEffect">
                                  <p:stCondLst>
                                    <p:cond delay="0"/>
                                  </p:stCondLst>
                                  <p:iterate type="lt">
                                    <p:tmPct val="10000"/>
                                  </p:iterate>
                                  <p:childTnLst>
                                    <p:set>
                                      <p:cBhvr>
                                        <p:cTn id="22" dur="1" fill="hold">
                                          <p:stCondLst>
                                            <p:cond delay="0"/>
                                          </p:stCondLst>
                                        </p:cTn>
                                        <p:tgtEl>
                                          <p:spTgt spid="400387">
                                            <p:txEl>
                                              <p:pRg st="2" end="2"/>
                                            </p:txEl>
                                          </p:spTgt>
                                        </p:tgtEl>
                                        <p:attrNameLst>
                                          <p:attrName>style.visibility</p:attrName>
                                        </p:attrNameLst>
                                      </p:cBhvr>
                                      <p:to>
                                        <p:strVal val="visible"/>
                                      </p:to>
                                    </p:set>
                                    <p:anim calcmode="lin" valueType="num">
                                      <p:cBhvr>
                                        <p:cTn id="23" dur="500" fill="hold"/>
                                        <p:tgtEl>
                                          <p:spTgt spid="400387">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24" dur="500" fill="hold"/>
                                        <p:tgtEl>
                                          <p:spTgt spid="400387">
                                            <p:txEl>
                                              <p:pRg st="2" end="2"/>
                                            </p:txEl>
                                          </p:spTgt>
                                        </p:tgtEl>
                                        <p:attrNameLst>
                                          <p:attrName>ppt_y</p:attrName>
                                        </p:attrNameLst>
                                      </p:cBhvr>
                                      <p:tavLst>
                                        <p:tav tm="0">
                                          <p:val>
                                            <p:strVal val="#ppt_y"/>
                                          </p:val>
                                        </p:tav>
                                        <p:tav tm="100000">
                                          <p:val>
                                            <p:strVal val="#ppt_y"/>
                                          </p:val>
                                        </p:tav>
                                      </p:tavLst>
                                    </p:anim>
                                    <p:anim calcmode="lin" valueType="num">
                                      <p:cBhvr>
                                        <p:cTn id="25" dur="500" fill="hold"/>
                                        <p:tgtEl>
                                          <p:spTgt spid="400387">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6" dur="500" fill="hold"/>
                                        <p:tgtEl>
                                          <p:spTgt spid="400387">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7" dur="500" tmFilter="0,0; .5, 1; 1, 1"/>
                                        <p:tgtEl>
                                          <p:spTgt spid="400387">
                                            <p:txEl>
                                              <p:pRg st="2" end="2"/>
                                            </p:txEl>
                                          </p:spTgt>
                                        </p:tgtEl>
                                      </p:cBhvr>
                                    </p:animEffect>
                                  </p:childTnLst>
                                </p:cTn>
                              </p:par>
                              <p:par>
                                <p:cTn id="28" presetID="41" presetClass="entr" presetSubtype="0" fill="hold" nodeType="withEffect">
                                  <p:stCondLst>
                                    <p:cond delay="0"/>
                                  </p:stCondLst>
                                  <p:iterate type="lt">
                                    <p:tmPct val="10000"/>
                                  </p:iterate>
                                  <p:childTnLst>
                                    <p:set>
                                      <p:cBhvr>
                                        <p:cTn id="29" dur="1" fill="hold">
                                          <p:stCondLst>
                                            <p:cond delay="0"/>
                                          </p:stCondLst>
                                        </p:cTn>
                                        <p:tgtEl>
                                          <p:spTgt spid="400387">
                                            <p:txEl>
                                              <p:pRg st="3" end="3"/>
                                            </p:txEl>
                                          </p:spTgt>
                                        </p:tgtEl>
                                        <p:attrNameLst>
                                          <p:attrName>style.visibility</p:attrName>
                                        </p:attrNameLst>
                                      </p:cBhvr>
                                      <p:to>
                                        <p:strVal val="visible"/>
                                      </p:to>
                                    </p:set>
                                    <p:anim calcmode="lin" valueType="num">
                                      <p:cBhvr>
                                        <p:cTn id="30" dur="500" fill="hold"/>
                                        <p:tgtEl>
                                          <p:spTgt spid="400387">
                                            <p:txEl>
                                              <p:pRg st="3" end="3"/>
                                            </p:txEl>
                                          </p:spTgt>
                                        </p:tgtEl>
                                        <p:attrNameLst>
                                          <p:attrName>ppt_x</p:attrName>
                                        </p:attrNameLst>
                                      </p:cBhvr>
                                      <p:tavLst>
                                        <p:tav tm="0">
                                          <p:val>
                                            <p:strVal val="#ppt_x"/>
                                          </p:val>
                                        </p:tav>
                                        <p:tav tm="50000">
                                          <p:val>
                                            <p:strVal val="#ppt_x+.1"/>
                                          </p:val>
                                        </p:tav>
                                        <p:tav tm="100000">
                                          <p:val>
                                            <p:strVal val="#ppt_x"/>
                                          </p:val>
                                        </p:tav>
                                      </p:tavLst>
                                    </p:anim>
                                    <p:anim calcmode="lin" valueType="num">
                                      <p:cBhvr>
                                        <p:cTn id="31" dur="500" fill="hold"/>
                                        <p:tgtEl>
                                          <p:spTgt spid="400387">
                                            <p:txEl>
                                              <p:pRg st="3" end="3"/>
                                            </p:txEl>
                                          </p:spTgt>
                                        </p:tgtEl>
                                        <p:attrNameLst>
                                          <p:attrName>ppt_y</p:attrName>
                                        </p:attrNameLst>
                                      </p:cBhvr>
                                      <p:tavLst>
                                        <p:tav tm="0">
                                          <p:val>
                                            <p:strVal val="#ppt_y"/>
                                          </p:val>
                                        </p:tav>
                                        <p:tav tm="100000">
                                          <p:val>
                                            <p:strVal val="#ppt_y"/>
                                          </p:val>
                                        </p:tav>
                                      </p:tavLst>
                                    </p:anim>
                                    <p:anim calcmode="lin" valueType="num">
                                      <p:cBhvr>
                                        <p:cTn id="32" dur="500" fill="hold"/>
                                        <p:tgtEl>
                                          <p:spTgt spid="400387">
                                            <p:txEl>
                                              <p:pRg st="3" end="3"/>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3" dur="500" fill="hold"/>
                                        <p:tgtEl>
                                          <p:spTgt spid="400387">
                                            <p:txEl>
                                              <p:pRg st="3" end="3"/>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4" dur="500" tmFilter="0,0; .5, 1; 1, 1"/>
                                        <p:tgtEl>
                                          <p:spTgt spid="40038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Number Placeholder 5">
            <a:extLst>
              <a:ext uri="{FF2B5EF4-FFF2-40B4-BE49-F238E27FC236}">
                <a16:creationId xmlns:a16="http://schemas.microsoft.com/office/drawing/2014/main" id="{F5702698-C1FF-E541-5879-FF8C28E1EDE0}"/>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954B13E3-063B-4F61-8192-8EBA5A61A1B6}" type="slidenum">
              <a:rPr lang="en-US" altLang="vi-VN" sz="1000">
                <a:latin typeface="Verdana" panose="020B0604030504040204" pitchFamily="34" charset="0"/>
              </a:rPr>
              <a:pPr algn="r" eaLnBrk="1" hangingPunct="1">
                <a:spcBef>
                  <a:spcPct val="0"/>
                </a:spcBef>
                <a:buFontTx/>
                <a:buNone/>
              </a:pPr>
              <a:t>55</a:t>
            </a:fld>
            <a:endParaRPr lang="en-US" altLang="vi-VN" sz="1000">
              <a:latin typeface="Verdana" panose="020B0604030504040204" pitchFamily="34" charset="0"/>
            </a:endParaRPr>
          </a:p>
        </p:txBody>
      </p:sp>
      <p:sp>
        <p:nvSpPr>
          <p:cNvPr id="333827" name="Rectangle 3">
            <a:extLst>
              <a:ext uri="{FF2B5EF4-FFF2-40B4-BE49-F238E27FC236}">
                <a16:creationId xmlns:a16="http://schemas.microsoft.com/office/drawing/2014/main" id="{BE3FF6F0-ADFC-9A61-8706-BFCBD65D04C9}"/>
              </a:ext>
            </a:extLst>
          </p:cNvPr>
          <p:cNvSpPr>
            <a:spLocks noGrp="1" noChangeArrowheads="1"/>
          </p:cNvSpPr>
          <p:nvPr>
            <p:ph type="body" idx="4294967295"/>
          </p:nvPr>
        </p:nvSpPr>
        <p:spPr>
          <a:xfrm>
            <a:off x="228600" y="1143000"/>
            <a:ext cx="9220200" cy="5486400"/>
          </a:xfrm>
        </p:spPr>
        <p:txBody>
          <a:bodyPr/>
          <a:lstStyle/>
          <a:p>
            <a:pPr algn="just" eaLnBrk="1" hangingPunct="1">
              <a:buFont typeface="Wingdings" panose="05000000000000000000" pitchFamily="2" charset="2"/>
              <a:buNone/>
            </a:pPr>
            <a:r>
              <a:rPr lang="en-US" altLang="vi-VN">
                <a:solidFill>
                  <a:srgbClr val="0000FF"/>
                </a:solidFill>
                <a:latin typeface="Times New Roman" panose="02020603050405020304" pitchFamily="18" charset="0"/>
              </a:rPr>
              <a:t>Hàm AND</a:t>
            </a:r>
          </a:p>
          <a:p>
            <a:pPr algn="just" eaLnBrk="1" hangingPunct="1">
              <a:buFont typeface="Wingdings" panose="05000000000000000000" pitchFamily="2" charset="2"/>
              <a:buNone/>
            </a:pPr>
            <a:r>
              <a:rPr lang="en-US" altLang="vi-VN">
                <a:latin typeface="Times New Roman" panose="02020603050405020304" pitchFamily="18" charset="0"/>
              </a:rPr>
              <a:t>Cú pháp:=AND(biểu thức điều kiện 1, biểu thức điều kiện 2,...)</a:t>
            </a:r>
          </a:p>
          <a:p>
            <a:pPr algn="just" eaLnBrk="1" hangingPunct="1">
              <a:buFont typeface="Wingdings" panose="05000000000000000000" pitchFamily="2" charset="2"/>
              <a:buNone/>
            </a:pPr>
            <a:r>
              <a:rPr lang="en-US" altLang="vi-VN">
                <a:latin typeface="Times New Roman" panose="02020603050405020304" pitchFamily="18" charset="0"/>
              </a:rPr>
              <a:t>Công dụng: Hàm trả về giá trị</a:t>
            </a:r>
          </a:p>
          <a:p>
            <a:pPr algn="just" eaLnBrk="1" hangingPunct="1">
              <a:buFont typeface="Wingdings" panose="05000000000000000000" pitchFamily="2" charset="2"/>
              <a:buNone/>
            </a:pPr>
            <a:r>
              <a:rPr lang="en-US" altLang="vi-VN">
                <a:latin typeface="Times New Roman" panose="02020603050405020304" pitchFamily="18" charset="0"/>
              </a:rPr>
              <a:t>True (đúng) nếu tất cả các biểu thức điều kiện đều đúng</a:t>
            </a:r>
          </a:p>
          <a:p>
            <a:pPr algn="just" eaLnBrk="1" hangingPunct="1">
              <a:buFont typeface="Wingdings" panose="05000000000000000000" pitchFamily="2" charset="2"/>
              <a:buNone/>
            </a:pPr>
            <a:r>
              <a:rPr lang="en-US" altLang="vi-VN">
                <a:latin typeface="Times New Roman" panose="02020603050405020304" pitchFamily="18" charset="0"/>
              </a:rPr>
              <a:t>False (sai) khi có ít nhất một biểu thức điều kiện sai.</a:t>
            </a:r>
          </a:p>
          <a:p>
            <a:pPr algn="just" eaLnBrk="1" hangingPunct="1">
              <a:buFont typeface="Wingdings" panose="05000000000000000000" pitchFamily="2" charset="2"/>
              <a:buNone/>
            </a:pPr>
            <a:r>
              <a:rPr lang="en-US" altLang="vi-VN">
                <a:solidFill>
                  <a:srgbClr val="0000FF"/>
                </a:solidFill>
                <a:latin typeface="Times New Roman" panose="02020603050405020304" pitchFamily="18" charset="0"/>
              </a:rPr>
              <a:t>Ví dụ 1</a:t>
            </a:r>
            <a:r>
              <a:rPr lang="en-US" altLang="vi-VN">
                <a:latin typeface="Times New Roman" panose="02020603050405020304" pitchFamily="18" charset="0"/>
              </a:rPr>
              <a:t>: =AND(12&gt;5, 8&gt;3+2, 2&lt;3) kết quả là TRUE</a:t>
            </a:r>
          </a:p>
          <a:p>
            <a:pPr algn="just" eaLnBrk="1" hangingPunct="1">
              <a:buFont typeface="Wingdings" panose="05000000000000000000" pitchFamily="2" charset="2"/>
              <a:buNone/>
            </a:pPr>
            <a:r>
              <a:rPr lang="en-US" altLang="vi-VN">
                <a:solidFill>
                  <a:srgbClr val="0000FF"/>
                </a:solidFill>
                <a:latin typeface="Times New Roman" panose="02020603050405020304" pitchFamily="18" charset="0"/>
              </a:rPr>
              <a:t>Ví dụ 2:</a:t>
            </a:r>
            <a:r>
              <a:rPr lang="en-US" altLang="vi-VN">
                <a:latin typeface="Times New Roman" panose="02020603050405020304" pitchFamily="18" charset="0"/>
              </a:rPr>
              <a:t> =AND(13&gt;=13, 6&lt;5, 3=3) kết quả là FALSE</a:t>
            </a:r>
          </a:p>
        </p:txBody>
      </p:sp>
      <p:sp>
        <p:nvSpPr>
          <p:cNvPr id="1088517" name="Rectangle 5">
            <a:extLst>
              <a:ext uri="{FF2B5EF4-FFF2-40B4-BE49-F238E27FC236}">
                <a16:creationId xmlns:a16="http://schemas.microsoft.com/office/drawing/2014/main" id="{32755668-3B67-2332-5D5E-E534E0F432D7}"/>
              </a:ext>
            </a:extLst>
          </p:cNvPr>
          <p:cNvSpPr>
            <a:spLocks noChangeArrowheads="1"/>
          </p:cNvSpPr>
          <p:nvPr/>
        </p:nvSpPr>
        <p:spPr bwMode="auto">
          <a:xfrm>
            <a:off x="1447800" y="304800"/>
            <a:ext cx="6172200" cy="519113"/>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ctr" eaLnBrk="1" hangingPunct="1">
              <a:defRPr/>
            </a:pPr>
            <a:r>
              <a:rPr lang="en-US" altLang="vi-VN" sz="2800" b="1">
                <a:solidFill>
                  <a:srgbClr val="FF0000"/>
                </a:solidFill>
              </a:rPr>
              <a:t>3. Các hàm logic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333827">
                                            <p:txEl>
                                              <p:pRg st="0" end="0"/>
                                            </p:txEl>
                                          </p:spTgt>
                                        </p:tgtEl>
                                        <p:attrNameLst>
                                          <p:attrName>style.visibility</p:attrName>
                                        </p:attrNameLst>
                                      </p:cBhvr>
                                      <p:to>
                                        <p:strVal val="visible"/>
                                      </p:to>
                                    </p:set>
                                    <p:anim calcmode="lin" valueType="num">
                                      <p:cBhvr>
                                        <p:cTn id="7" dur="500" fill="hold"/>
                                        <p:tgtEl>
                                          <p:spTgt spid="333827">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3382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333827">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33827">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33827">
                                            <p:txEl>
                                              <p:pRg st="0" end="0"/>
                                            </p:txEl>
                                          </p:spTgt>
                                        </p:tgtEl>
                                      </p:cBhvr>
                                    </p:animEffect>
                                  </p:childTnLst>
                                </p:cTn>
                              </p:par>
                              <p:par>
                                <p:cTn id="12" presetID="41" presetClass="entr" presetSubtype="0" fill="hold" nodeType="withEffect">
                                  <p:stCondLst>
                                    <p:cond delay="0"/>
                                  </p:stCondLst>
                                  <p:iterate type="lt">
                                    <p:tmPct val="10000"/>
                                  </p:iterate>
                                  <p:childTnLst>
                                    <p:set>
                                      <p:cBhvr>
                                        <p:cTn id="13" dur="1" fill="hold">
                                          <p:stCondLst>
                                            <p:cond delay="0"/>
                                          </p:stCondLst>
                                        </p:cTn>
                                        <p:tgtEl>
                                          <p:spTgt spid="333827">
                                            <p:txEl>
                                              <p:pRg st="1" end="1"/>
                                            </p:txEl>
                                          </p:spTgt>
                                        </p:tgtEl>
                                        <p:attrNameLst>
                                          <p:attrName>style.visibility</p:attrName>
                                        </p:attrNameLst>
                                      </p:cBhvr>
                                      <p:to>
                                        <p:strVal val="visible"/>
                                      </p:to>
                                    </p:set>
                                    <p:anim calcmode="lin" valueType="num">
                                      <p:cBhvr>
                                        <p:cTn id="14" dur="500" fill="hold"/>
                                        <p:tgtEl>
                                          <p:spTgt spid="333827">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15" dur="500" fill="hold"/>
                                        <p:tgtEl>
                                          <p:spTgt spid="333827">
                                            <p:txEl>
                                              <p:pRg st="1" end="1"/>
                                            </p:txEl>
                                          </p:spTgt>
                                        </p:tgtEl>
                                        <p:attrNameLst>
                                          <p:attrName>ppt_y</p:attrName>
                                        </p:attrNameLst>
                                      </p:cBhvr>
                                      <p:tavLst>
                                        <p:tav tm="0">
                                          <p:val>
                                            <p:strVal val="#ppt_y"/>
                                          </p:val>
                                        </p:tav>
                                        <p:tav tm="100000">
                                          <p:val>
                                            <p:strVal val="#ppt_y"/>
                                          </p:val>
                                        </p:tav>
                                      </p:tavLst>
                                    </p:anim>
                                    <p:anim calcmode="lin" valueType="num">
                                      <p:cBhvr>
                                        <p:cTn id="16" dur="500" fill="hold"/>
                                        <p:tgtEl>
                                          <p:spTgt spid="333827">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7" dur="500" fill="hold"/>
                                        <p:tgtEl>
                                          <p:spTgt spid="333827">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8" dur="500" tmFilter="0,0; .5, 1; 1, 1"/>
                                        <p:tgtEl>
                                          <p:spTgt spid="333827">
                                            <p:txEl>
                                              <p:pRg st="1" end="1"/>
                                            </p:txEl>
                                          </p:spTgt>
                                        </p:tgtEl>
                                      </p:cBhvr>
                                    </p:animEffect>
                                  </p:childTnLst>
                                </p:cTn>
                              </p:par>
                              <p:par>
                                <p:cTn id="19" presetID="41" presetClass="entr" presetSubtype="0" fill="hold" nodeType="withEffect">
                                  <p:stCondLst>
                                    <p:cond delay="0"/>
                                  </p:stCondLst>
                                  <p:iterate type="lt">
                                    <p:tmPct val="10000"/>
                                  </p:iterate>
                                  <p:childTnLst>
                                    <p:set>
                                      <p:cBhvr>
                                        <p:cTn id="20" dur="1" fill="hold">
                                          <p:stCondLst>
                                            <p:cond delay="0"/>
                                          </p:stCondLst>
                                        </p:cTn>
                                        <p:tgtEl>
                                          <p:spTgt spid="333827">
                                            <p:txEl>
                                              <p:pRg st="2" end="2"/>
                                            </p:txEl>
                                          </p:spTgt>
                                        </p:tgtEl>
                                        <p:attrNameLst>
                                          <p:attrName>style.visibility</p:attrName>
                                        </p:attrNameLst>
                                      </p:cBhvr>
                                      <p:to>
                                        <p:strVal val="visible"/>
                                      </p:to>
                                    </p:set>
                                    <p:anim calcmode="lin" valueType="num">
                                      <p:cBhvr>
                                        <p:cTn id="21" dur="500" fill="hold"/>
                                        <p:tgtEl>
                                          <p:spTgt spid="333827">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333827">
                                            <p:txEl>
                                              <p:pRg st="2" end="2"/>
                                            </p:txEl>
                                          </p:spTgt>
                                        </p:tgtEl>
                                        <p:attrNameLst>
                                          <p:attrName>ppt_y</p:attrName>
                                        </p:attrNameLst>
                                      </p:cBhvr>
                                      <p:tavLst>
                                        <p:tav tm="0">
                                          <p:val>
                                            <p:strVal val="#ppt_y"/>
                                          </p:val>
                                        </p:tav>
                                        <p:tav tm="100000">
                                          <p:val>
                                            <p:strVal val="#ppt_y"/>
                                          </p:val>
                                        </p:tav>
                                      </p:tavLst>
                                    </p:anim>
                                    <p:anim calcmode="lin" valueType="num">
                                      <p:cBhvr>
                                        <p:cTn id="23" dur="500" fill="hold"/>
                                        <p:tgtEl>
                                          <p:spTgt spid="333827">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333827">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333827">
                                            <p:txEl>
                                              <p:pRg st="2" end="2"/>
                                            </p:txEl>
                                          </p:spTgt>
                                        </p:tgtEl>
                                      </p:cBhvr>
                                    </p:animEffect>
                                  </p:childTnLst>
                                </p:cTn>
                              </p:par>
                              <p:par>
                                <p:cTn id="26" presetID="41" presetClass="entr" presetSubtype="0" fill="hold" nodeType="withEffect">
                                  <p:stCondLst>
                                    <p:cond delay="0"/>
                                  </p:stCondLst>
                                  <p:iterate type="lt">
                                    <p:tmPct val="10000"/>
                                  </p:iterate>
                                  <p:childTnLst>
                                    <p:set>
                                      <p:cBhvr>
                                        <p:cTn id="27" dur="1" fill="hold">
                                          <p:stCondLst>
                                            <p:cond delay="0"/>
                                          </p:stCondLst>
                                        </p:cTn>
                                        <p:tgtEl>
                                          <p:spTgt spid="333827">
                                            <p:txEl>
                                              <p:pRg st="3" end="3"/>
                                            </p:txEl>
                                          </p:spTgt>
                                        </p:tgtEl>
                                        <p:attrNameLst>
                                          <p:attrName>style.visibility</p:attrName>
                                        </p:attrNameLst>
                                      </p:cBhvr>
                                      <p:to>
                                        <p:strVal val="visible"/>
                                      </p:to>
                                    </p:set>
                                    <p:anim calcmode="lin" valueType="num">
                                      <p:cBhvr>
                                        <p:cTn id="28" dur="500" fill="hold"/>
                                        <p:tgtEl>
                                          <p:spTgt spid="333827">
                                            <p:txEl>
                                              <p:pRg st="3" end="3"/>
                                            </p:txEl>
                                          </p:spTgt>
                                        </p:tgtEl>
                                        <p:attrNameLst>
                                          <p:attrName>ppt_x</p:attrName>
                                        </p:attrNameLst>
                                      </p:cBhvr>
                                      <p:tavLst>
                                        <p:tav tm="0">
                                          <p:val>
                                            <p:strVal val="#ppt_x"/>
                                          </p:val>
                                        </p:tav>
                                        <p:tav tm="50000">
                                          <p:val>
                                            <p:strVal val="#ppt_x+.1"/>
                                          </p:val>
                                        </p:tav>
                                        <p:tav tm="100000">
                                          <p:val>
                                            <p:strVal val="#ppt_x"/>
                                          </p:val>
                                        </p:tav>
                                      </p:tavLst>
                                    </p:anim>
                                    <p:anim calcmode="lin" valueType="num">
                                      <p:cBhvr>
                                        <p:cTn id="29" dur="500" fill="hold"/>
                                        <p:tgtEl>
                                          <p:spTgt spid="333827">
                                            <p:txEl>
                                              <p:pRg st="3" end="3"/>
                                            </p:txEl>
                                          </p:spTgt>
                                        </p:tgtEl>
                                        <p:attrNameLst>
                                          <p:attrName>ppt_y</p:attrName>
                                        </p:attrNameLst>
                                      </p:cBhvr>
                                      <p:tavLst>
                                        <p:tav tm="0">
                                          <p:val>
                                            <p:strVal val="#ppt_y"/>
                                          </p:val>
                                        </p:tav>
                                        <p:tav tm="100000">
                                          <p:val>
                                            <p:strVal val="#ppt_y"/>
                                          </p:val>
                                        </p:tav>
                                      </p:tavLst>
                                    </p:anim>
                                    <p:anim calcmode="lin" valueType="num">
                                      <p:cBhvr>
                                        <p:cTn id="30" dur="500" fill="hold"/>
                                        <p:tgtEl>
                                          <p:spTgt spid="333827">
                                            <p:txEl>
                                              <p:pRg st="3" end="3"/>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1" dur="500" fill="hold"/>
                                        <p:tgtEl>
                                          <p:spTgt spid="333827">
                                            <p:txEl>
                                              <p:pRg st="3" end="3"/>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2" dur="500" tmFilter="0,0; .5, 1; 1, 1"/>
                                        <p:tgtEl>
                                          <p:spTgt spid="333827">
                                            <p:txEl>
                                              <p:pRg st="3" end="3"/>
                                            </p:txEl>
                                          </p:spTgt>
                                        </p:tgtEl>
                                      </p:cBhvr>
                                    </p:animEffect>
                                  </p:childTnLst>
                                </p:cTn>
                              </p:par>
                              <p:par>
                                <p:cTn id="33" presetID="41" presetClass="entr" presetSubtype="0" fill="hold" nodeType="withEffect">
                                  <p:stCondLst>
                                    <p:cond delay="0"/>
                                  </p:stCondLst>
                                  <p:iterate type="lt">
                                    <p:tmPct val="10000"/>
                                  </p:iterate>
                                  <p:childTnLst>
                                    <p:set>
                                      <p:cBhvr>
                                        <p:cTn id="34" dur="1" fill="hold">
                                          <p:stCondLst>
                                            <p:cond delay="0"/>
                                          </p:stCondLst>
                                        </p:cTn>
                                        <p:tgtEl>
                                          <p:spTgt spid="333827">
                                            <p:txEl>
                                              <p:pRg st="4" end="4"/>
                                            </p:txEl>
                                          </p:spTgt>
                                        </p:tgtEl>
                                        <p:attrNameLst>
                                          <p:attrName>style.visibility</p:attrName>
                                        </p:attrNameLst>
                                      </p:cBhvr>
                                      <p:to>
                                        <p:strVal val="visible"/>
                                      </p:to>
                                    </p:set>
                                    <p:anim calcmode="lin" valueType="num">
                                      <p:cBhvr>
                                        <p:cTn id="35" dur="500" fill="hold"/>
                                        <p:tgtEl>
                                          <p:spTgt spid="333827">
                                            <p:txEl>
                                              <p:pRg st="4" end="4"/>
                                            </p:txEl>
                                          </p:spTgt>
                                        </p:tgtEl>
                                        <p:attrNameLst>
                                          <p:attrName>ppt_x</p:attrName>
                                        </p:attrNameLst>
                                      </p:cBhvr>
                                      <p:tavLst>
                                        <p:tav tm="0">
                                          <p:val>
                                            <p:strVal val="#ppt_x"/>
                                          </p:val>
                                        </p:tav>
                                        <p:tav tm="50000">
                                          <p:val>
                                            <p:strVal val="#ppt_x+.1"/>
                                          </p:val>
                                        </p:tav>
                                        <p:tav tm="100000">
                                          <p:val>
                                            <p:strVal val="#ppt_x"/>
                                          </p:val>
                                        </p:tav>
                                      </p:tavLst>
                                    </p:anim>
                                    <p:anim calcmode="lin" valueType="num">
                                      <p:cBhvr>
                                        <p:cTn id="36" dur="500" fill="hold"/>
                                        <p:tgtEl>
                                          <p:spTgt spid="333827">
                                            <p:txEl>
                                              <p:pRg st="4" end="4"/>
                                            </p:txEl>
                                          </p:spTgt>
                                        </p:tgtEl>
                                        <p:attrNameLst>
                                          <p:attrName>ppt_y</p:attrName>
                                        </p:attrNameLst>
                                      </p:cBhvr>
                                      <p:tavLst>
                                        <p:tav tm="0">
                                          <p:val>
                                            <p:strVal val="#ppt_y"/>
                                          </p:val>
                                        </p:tav>
                                        <p:tav tm="100000">
                                          <p:val>
                                            <p:strVal val="#ppt_y"/>
                                          </p:val>
                                        </p:tav>
                                      </p:tavLst>
                                    </p:anim>
                                    <p:anim calcmode="lin" valueType="num">
                                      <p:cBhvr>
                                        <p:cTn id="37" dur="500" fill="hold"/>
                                        <p:tgtEl>
                                          <p:spTgt spid="333827">
                                            <p:txEl>
                                              <p:pRg st="4" end="4"/>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8" dur="500" fill="hold"/>
                                        <p:tgtEl>
                                          <p:spTgt spid="333827">
                                            <p:txEl>
                                              <p:pRg st="4" end="4"/>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9" dur="500" tmFilter="0,0; .5, 1; 1, 1"/>
                                        <p:tgtEl>
                                          <p:spTgt spid="333827">
                                            <p:txEl>
                                              <p:pRg st="4" end="4"/>
                                            </p:txEl>
                                          </p:spTgt>
                                        </p:tgtEl>
                                      </p:cBhvr>
                                    </p:animEffect>
                                  </p:childTnLst>
                                </p:cTn>
                              </p:par>
                              <p:par>
                                <p:cTn id="40" presetID="41" presetClass="entr" presetSubtype="0" fill="hold" nodeType="withEffect">
                                  <p:stCondLst>
                                    <p:cond delay="0"/>
                                  </p:stCondLst>
                                  <p:iterate type="lt">
                                    <p:tmPct val="10000"/>
                                  </p:iterate>
                                  <p:childTnLst>
                                    <p:set>
                                      <p:cBhvr>
                                        <p:cTn id="41" dur="1" fill="hold">
                                          <p:stCondLst>
                                            <p:cond delay="0"/>
                                          </p:stCondLst>
                                        </p:cTn>
                                        <p:tgtEl>
                                          <p:spTgt spid="333827">
                                            <p:txEl>
                                              <p:pRg st="5" end="5"/>
                                            </p:txEl>
                                          </p:spTgt>
                                        </p:tgtEl>
                                        <p:attrNameLst>
                                          <p:attrName>style.visibility</p:attrName>
                                        </p:attrNameLst>
                                      </p:cBhvr>
                                      <p:to>
                                        <p:strVal val="visible"/>
                                      </p:to>
                                    </p:set>
                                    <p:anim calcmode="lin" valueType="num">
                                      <p:cBhvr>
                                        <p:cTn id="42" dur="500" fill="hold"/>
                                        <p:tgtEl>
                                          <p:spTgt spid="333827">
                                            <p:txEl>
                                              <p:pRg st="5" end="5"/>
                                            </p:txEl>
                                          </p:spTgt>
                                        </p:tgtEl>
                                        <p:attrNameLst>
                                          <p:attrName>ppt_x</p:attrName>
                                        </p:attrNameLst>
                                      </p:cBhvr>
                                      <p:tavLst>
                                        <p:tav tm="0">
                                          <p:val>
                                            <p:strVal val="#ppt_x"/>
                                          </p:val>
                                        </p:tav>
                                        <p:tav tm="50000">
                                          <p:val>
                                            <p:strVal val="#ppt_x+.1"/>
                                          </p:val>
                                        </p:tav>
                                        <p:tav tm="100000">
                                          <p:val>
                                            <p:strVal val="#ppt_x"/>
                                          </p:val>
                                        </p:tav>
                                      </p:tavLst>
                                    </p:anim>
                                    <p:anim calcmode="lin" valueType="num">
                                      <p:cBhvr>
                                        <p:cTn id="43" dur="500" fill="hold"/>
                                        <p:tgtEl>
                                          <p:spTgt spid="333827">
                                            <p:txEl>
                                              <p:pRg st="5" end="5"/>
                                            </p:txEl>
                                          </p:spTgt>
                                        </p:tgtEl>
                                        <p:attrNameLst>
                                          <p:attrName>ppt_y</p:attrName>
                                        </p:attrNameLst>
                                      </p:cBhvr>
                                      <p:tavLst>
                                        <p:tav tm="0">
                                          <p:val>
                                            <p:strVal val="#ppt_y"/>
                                          </p:val>
                                        </p:tav>
                                        <p:tav tm="100000">
                                          <p:val>
                                            <p:strVal val="#ppt_y"/>
                                          </p:val>
                                        </p:tav>
                                      </p:tavLst>
                                    </p:anim>
                                    <p:anim calcmode="lin" valueType="num">
                                      <p:cBhvr>
                                        <p:cTn id="44" dur="500" fill="hold"/>
                                        <p:tgtEl>
                                          <p:spTgt spid="333827">
                                            <p:txEl>
                                              <p:pRg st="5" end="5"/>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45" dur="500" fill="hold"/>
                                        <p:tgtEl>
                                          <p:spTgt spid="333827">
                                            <p:txEl>
                                              <p:pRg st="5" end="5"/>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46" dur="500" tmFilter="0,0; .5, 1; 1, 1"/>
                                        <p:tgtEl>
                                          <p:spTgt spid="333827">
                                            <p:txEl>
                                              <p:pRg st="5" end="5"/>
                                            </p:txEl>
                                          </p:spTgt>
                                        </p:tgtEl>
                                      </p:cBhvr>
                                    </p:animEffect>
                                  </p:childTnLst>
                                </p:cTn>
                              </p:par>
                              <p:par>
                                <p:cTn id="47" presetID="41" presetClass="entr" presetSubtype="0" fill="hold" nodeType="withEffect">
                                  <p:stCondLst>
                                    <p:cond delay="0"/>
                                  </p:stCondLst>
                                  <p:iterate type="lt">
                                    <p:tmPct val="10000"/>
                                  </p:iterate>
                                  <p:childTnLst>
                                    <p:set>
                                      <p:cBhvr>
                                        <p:cTn id="48" dur="1" fill="hold">
                                          <p:stCondLst>
                                            <p:cond delay="0"/>
                                          </p:stCondLst>
                                        </p:cTn>
                                        <p:tgtEl>
                                          <p:spTgt spid="333827">
                                            <p:txEl>
                                              <p:pRg st="6" end="6"/>
                                            </p:txEl>
                                          </p:spTgt>
                                        </p:tgtEl>
                                        <p:attrNameLst>
                                          <p:attrName>style.visibility</p:attrName>
                                        </p:attrNameLst>
                                      </p:cBhvr>
                                      <p:to>
                                        <p:strVal val="visible"/>
                                      </p:to>
                                    </p:set>
                                    <p:anim calcmode="lin" valueType="num">
                                      <p:cBhvr>
                                        <p:cTn id="49" dur="500" fill="hold"/>
                                        <p:tgtEl>
                                          <p:spTgt spid="333827">
                                            <p:txEl>
                                              <p:pRg st="6" end="6"/>
                                            </p:txEl>
                                          </p:spTgt>
                                        </p:tgtEl>
                                        <p:attrNameLst>
                                          <p:attrName>ppt_x</p:attrName>
                                        </p:attrNameLst>
                                      </p:cBhvr>
                                      <p:tavLst>
                                        <p:tav tm="0">
                                          <p:val>
                                            <p:strVal val="#ppt_x"/>
                                          </p:val>
                                        </p:tav>
                                        <p:tav tm="50000">
                                          <p:val>
                                            <p:strVal val="#ppt_x+.1"/>
                                          </p:val>
                                        </p:tav>
                                        <p:tav tm="100000">
                                          <p:val>
                                            <p:strVal val="#ppt_x"/>
                                          </p:val>
                                        </p:tav>
                                      </p:tavLst>
                                    </p:anim>
                                    <p:anim calcmode="lin" valueType="num">
                                      <p:cBhvr>
                                        <p:cTn id="50" dur="500" fill="hold"/>
                                        <p:tgtEl>
                                          <p:spTgt spid="333827">
                                            <p:txEl>
                                              <p:pRg st="6" end="6"/>
                                            </p:txEl>
                                          </p:spTgt>
                                        </p:tgtEl>
                                        <p:attrNameLst>
                                          <p:attrName>ppt_y</p:attrName>
                                        </p:attrNameLst>
                                      </p:cBhvr>
                                      <p:tavLst>
                                        <p:tav tm="0">
                                          <p:val>
                                            <p:strVal val="#ppt_y"/>
                                          </p:val>
                                        </p:tav>
                                        <p:tav tm="100000">
                                          <p:val>
                                            <p:strVal val="#ppt_y"/>
                                          </p:val>
                                        </p:tav>
                                      </p:tavLst>
                                    </p:anim>
                                    <p:anim calcmode="lin" valueType="num">
                                      <p:cBhvr>
                                        <p:cTn id="51" dur="500" fill="hold"/>
                                        <p:tgtEl>
                                          <p:spTgt spid="333827">
                                            <p:txEl>
                                              <p:pRg st="6" end="6"/>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52" dur="500" fill="hold"/>
                                        <p:tgtEl>
                                          <p:spTgt spid="333827">
                                            <p:txEl>
                                              <p:pRg st="6" end="6"/>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53" dur="500" tmFilter="0,0; .5, 1; 1, 1"/>
                                        <p:tgtEl>
                                          <p:spTgt spid="33382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Number Placeholder 5">
            <a:extLst>
              <a:ext uri="{FF2B5EF4-FFF2-40B4-BE49-F238E27FC236}">
                <a16:creationId xmlns:a16="http://schemas.microsoft.com/office/drawing/2014/main" id="{5038620C-2165-37B6-6D59-F9FDDACB6A7E}"/>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30D5DFEE-412B-424D-A521-9826A4F30C6A}" type="slidenum">
              <a:rPr lang="en-US" altLang="vi-VN" sz="1000">
                <a:latin typeface="Verdana" panose="020B0604030504040204" pitchFamily="34" charset="0"/>
              </a:rPr>
              <a:pPr algn="r" eaLnBrk="1" hangingPunct="1">
                <a:spcBef>
                  <a:spcPct val="0"/>
                </a:spcBef>
                <a:buFontTx/>
                <a:buNone/>
              </a:pPr>
              <a:t>56</a:t>
            </a:fld>
            <a:endParaRPr lang="en-US" altLang="vi-VN" sz="1000">
              <a:latin typeface="Verdana" panose="020B0604030504040204" pitchFamily="34" charset="0"/>
            </a:endParaRPr>
          </a:p>
        </p:txBody>
      </p:sp>
      <p:sp>
        <p:nvSpPr>
          <p:cNvPr id="334851" name="Rectangle 3">
            <a:extLst>
              <a:ext uri="{FF2B5EF4-FFF2-40B4-BE49-F238E27FC236}">
                <a16:creationId xmlns:a16="http://schemas.microsoft.com/office/drawing/2014/main" id="{AB6EAD11-2622-49CB-5283-12C634C93F3D}"/>
              </a:ext>
            </a:extLst>
          </p:cNvPr>
          <p:cNvSpPr>
            <a:spLocks noGrp="1" noChangeArrowheads="1"/>
          </p:cNvSpPr>
          <p:nvPr>
            <p:ph type="body" idx="4294967295"/>
          </p:nvPr>
        </p:nvSpPr>
        <p:spPr>
          <a:xfrm>
            <a:off x="228600" y="1219200"/>
            <a:ext cx="8915400" cy="5181600"/>
          </a:xfrm>
        </p:spPr>
        <p:txBody>
          <a:bodyPr/>
          <a:lstStyle/>
          <a:p>
            <a:pPr eaLnBrk="1" hangingPunct="1">
              <a:lnSpc>
                <a:spcPct val="80000"/>
              </a:lnSpc>
              <a:buFont typeface="Wingdings" panose="05000000000000000000" pitchFamily="2" charset="2"/>
              <a:buNone/>
            </a:pPr>
            <a:r>
              <a:rPr lang="en-US" altLang="vi-VN" sz="2800">
                <a:solidFill>
                  <a:srgbClr val="0000FF"/>
                </a:solidFill>
                <a:latin typeface="Times New Roman" panose="02020603050405020304" pitchFamily="18" charset="0"/>
              </a:rPr>
              <a:t>Hàm OR</a:t>
            </a:r>
          </a:p>
          <a:p>
            <a:pPr eaLnBrk="1" hangingPunct="1">
              <a:lnSpc>
                <a:spcPct val="80000"/>
              </a:lnSpc>
              <a:buFont typeface="Wingdings" panose="05000000000000000000" pitchFamily="2" charset="2"/>
              <a:buNone/>
            </a:pPr>
            <a:r>
              <a:rPr lang="en-US" altLang="vi-VN" sz="2800">
                <a:latin typeface="Times New Roman" panose="02020603050405020304" pitchFamily="18" charset="0"/>
              </a:rPr>
              <a:t>Cú pháp: =</a:t>
            </a:r>
            <a:r>
              <a:rPr lang="en-US" altLang="vi-VN" sz="2800" b="1">
                <a:latin typeface="Times New Roman" panose="02020603050405020304" pitchFamily="18" charset="0"/>
              </a:rPr>
              <a:t>OR</a:t>
            </a:r>
            <a:r>
              <a:rPr lang="en-US" altLang="vi-VN" sz="2800">
                <a:latin typeface="Times New Roman" panose="02020603050405020304" pitchFamily="18" charset="0"/>
              </a:rPr>
              <a:t>(biểu thức điều kiện 1, biểu thức điều kiện 2,...)</a:t>
            </a:r>
          </a:p>
          <a:p>
            <a:pPr eaLnBrk="1" hangingPunct="1">
              <a:lnSpc>
                <a:spcPct val="80000"/>
              </a:lnSpc>
              <a:buFont typeface="Wingdings" panose="05000000000000000000" pitchFamily="2" charset="2"/>
              <a:buNone/>
            </a:pPr>
            <a:r>
              <a:rPr lang="en-US" altLang="vi-VN" sz="2800">
                <a:latin typeface="Times New Roman" panose="02020603050405020304" pitchFamily="18" charset="0"/>
              </a:rPr>
              <a:t>Công dụng: Hàm trả về giá trị:</a:t>
            </a:r>
            <a:endParaRPr lang="en-US" altLang="vi-VN" sz="2800" b="1">
              <a:latin typeface="Times New Roman" panose="02020603050405020304" pitchFamily="18" charset="0"/>
            </a:endParaRPr>
          </a:p>
          <a:p>
            <a:pPr eaLnBrk="1" hangingPunct="1">
              <a:lnSpc>
                <a:spcPct val="80000"/>
              </a:lnSpc>
              <a:buFont typeface="Wingdings" panose="05000000000000000000" pitchFamily="2" charset="2"/>
              <a:buNone/>
            </a:pPr>
            <a:r>
              <a:rPr lang="en-US" altLang="vi-VN" sz="2800" b="1">
                <a:latin typeface="Times New Roman" panose="02020603050405020304" pitchFamily="18" charset="0"/>
              </a:rPr>
              <a:t>+ True (</a:t>
            </a:r>
            <a:r>
              <a:rPr lang="en-US" altLang="vi-VN" sz="2800">
                <a:latin typeface="Times New Roman" panose="02020603050405020304" pitchFamily="18" charset="0"/>
              </a:rPr>
              <a:t>đúng) nếu có ít nhất một biều thức điều kiện đúng</a:t>
            </a:r>
          </a:p>
          <a:p>
            <a:pPr eaLnBrk="1" hangingPunct="1">
              <a:lnSpc>
                <a:spcPct val="80000"/>
              </a:lnSpc>
              <a:buFont typeface="Wingdings" panose="05000000000000000000" pitchFamily="2" charset="2"/>
              <a:buNone/>
            </a:pPr>
            <a:r>
              <a:rPr lang="en-US" altLang="vi-VN" sz="2800" b="1">
                <a:latin typeface="Times New Roman" panose="02020603050405020304" pitchFamily="18" charset="0"/>
              </a:rPr>
              <a:t>+ False</a:t>
            </a:r>
            <a:r>
              <a:rPr lang="en-US" altLang="vi-VN" sz="2800">
                <a:latin typeface="Times New Roman" panose="02020603050405020304" pitchFamily="18" charset="0"/>
              </a:rPr>
              <a:t> nếu tất cả các biều thức điều kiện đều sai.</a:t>
            </a:r>
            <a:endParaRPr lang="fr-FR" altLang="vi-VN" sz="2800">
              <a:latin typeface="Times New Roman" panose="02020603050405020304" pitchFamily="18" charset="0"/>
            </a:endParaRPr>
          </a:p>
          <a:p>
            <a:pPr eaLnBrk="1" hangingPunct="1">
              <a:lnSpc>
                <a:spcPct val="80000"/>
              </a:lnSpc>
              <a:buFont typeface="Wingdings" panose="05000000000000000000" pitchFamily="2" charset="2"/>
              <a:buNone/>
            </a:pPr>
            <a:r>
              <a:rPr lang="fr-FR" altLang="vi-VN" sz="2800">
                <a:solidFill>
                  <a:srgbClr val="0000FF"/>
                </a:solidFill>
                <a:latin typeface="Times New Roman" panose="02020603050405020304" pitchFamily="18" charset="0"/>
              </a:rPr>
              <a:t>Ví dụ 1</a:t>
            </a:r>
            <a:r>
              <a:rPr lang="fr-FR" altLang="vi-VN" sz="2800">
                <a:latin typeface="Times New Roman" panose="02020603050405020304" pitchFamily="18" charset="0"/>
              </a:rPr>
              <a:t>: =OR(5&gt;4,6=6,15-15=0) kết quả là </a:t>
            </a:r>
            <a:r>
              <a:rPr lang="fr-FR" altLang="vi-VN" sz="2800" b="1">
                <a:latin typeface="Times New Roman" panose="02020603050405020304" pitchFamily="18" charset="0"/>
              </a:rPr>
              <a:t>TRUE</a:t>
            </a:r>
            <a:endParaRPr lang="en-US" altLang="vi-VN" sz="2800">
              <a:latin typeface="Times New Roman" panose="02020603050405020304" pitchFamily="18" charset="0"/>
            </a:endParaRPr>
          </a:p>
          <a:p>
            <a:pPr eaLnBrk="1" hangingPunct="1">
              <a:lnSpc>
                <a:spcPct val="80000"/>
              </a:lnSpc>
              <a:buFont typeface="Wingdings" panose="05000000000000000000" pitchFamily="2" charset="2"/>
              <a:buNone/>
            </a:pPr>
            <a:r>
              <a:rPr lang="en-US" altLang="vi-VN" sz="2800">
                <a:solidFill>
                  <a:srgbClr val="0000FF"/>
                </a:solidFill>
                <a:latin typeface="Times New Roman" panose="02020603050405020304" pitchFamily="18" charset="0"/>
              </a:rPr>
              <a:t>Ví dụ 2</a:t>
            </a:r>
            <a:r>
              <a:rPr lang="en-US" altLang="vi-VN" sz="2800">
                <a:latin typeface="Times New Roman" panose="02020603050405020304" pitchFamily="18" charset="0"/>
              </a:rPr>
              <a:t>: =OR(5&gt;8,8=9,12&lt;0) kết quả là </a:t>
            </a:r>
            <a:r>
              <a:rPr lang="en-US" altLang="vi-VN" sz="2800" b="1">
                <a:latin typeface="Times New Roman" panose="02020603050405020304" pitchFamily="18" charset="0"/>
              </a:rPr>
              <a:t>FALSE</a:t>
            </a:r>
          </a:p>
        </p:txBody>
      </p:sp>
      <p:sp>
        <p:nvSpPr>
          <p:cNvPr id="1089542" name="Rectangle 6">
            <a:extLst>
              <a:ext uri="{FF2B5EF4-FFF2-40B4-BE49-F238E27FC236}">
                <a16:creationId xmlns:a16="http://schemas.microsoft.com/office/drawing/2014/main" id="{33BBD171-A5DD-C86D-1DD8-12063D61FD6E}"/>
              </a:ext>
            </a:extLst>
          </p:cNvPr>
          <p:cNvSpPr>
            <a:spLocks noChangeArrowheads="1"/>
          </p:cNvSpPr>
          <p:nvPr/>
        </p:nvSpPr>
        <p:spPr bwMode="auto">
          <a:xfrm>
            <a:off x="1447800" y="304800"/>
            <a:ext cx="6172200" cy="519113"/>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ctr" eaLnBrk="1" hangingPunct="1">
              <a:defRPr/>
            </a:pPr>
            <a:r>
              <a:rPr lang="en-US" altLang="vi-VN" sz="2800" b="1">
                <a:solidFill>
                  <a:srgbClr val="FF0000"/>
                </a:solidFill>
              </a:rPr>
              <a:t>3. Các hàm logic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334851">
                                            <p:txEl>
                                              <p:pRg st="0" end="0"/>
                                            </p:txEl>
                                          </p:spTgt>
                                        </p:tgtEl>
                                        <p:attrNameLst>
                                          <p:attrName>style.visibility</p:attrName>
                                        </p:attrNameLst>
                                      </p:cBhvr>
                                      <p:to>
                                        <p:strVal val="visible"/>
                                      </p:to>
                                    </p:set>
                                    <p:animEffect transition="in" filter="wheel(4)">
                                      <p:cBhvr>
                                        <p:cTn id="7" dur="2000"/>
                                        <p:tgtEl>
                                          <p:spTgt spid="3348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1" presetClass="entr" presetSubtype="0" fill="hold" nodeType="clickEffect">
                                  <p:stCondLst>
                                    <p:cond delay="0"/>
                                  </p:stCondLst>
                                  <p:iterate type="lt">
                                    <p:tmPct val="10000"/>
                                  </p:iterate>
                                  <p:childTnLst>
                                    <p:set>
                                      <p:cBhvr>
                                        <p:cTn id="11" dur="1" fill="hold">
                                          <p:stCondLst>
                                            <p:cond delay="0"/>
                                          </p:stCondLst>
                                        </p:cTn>
                                        <p:tgtEl>
                                          <p:spTgt spid="334851">
                                            <p:txEl>
                                              <p:pRg st="1" end="1"/>
                                            </p:txEl>
                                          </p:spTgt>
                                        </p:tgtEl>
                                        <p:attrNameLst>
                                          <p:attrName>style.visibility</p:attrName>
                                        </p:attrNameLst>
                                      </p:cBhvr>
                                      <p:to>
                                        <p:strVal val="visible"/>
                                      </p:to>
                                    </p:set>
                                    <p:anim calcmode="lin" valueType="num">
                                      <p:cBhvr>
                                        <p:cTn id="12" dur="500" fill="hold"/>
                                        <p:tgtEl>
                                          <p:spTgt spid="334851">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13" dur="500" fill="hold"/>
                                        <p:tgtEl>
                                          <p:spTgt spid="334851">
                                            <p:txEl>
                                              <p:pRg st="1" end="1"/>
                                            </p:txEl>
                                          </p:spTgt>
                                        </p:tgtEl>
                                        <p:attrNameLst>
                                          <p:attrName>ppt_y</p:attrName>
                                        </p:attrNameLst>
                                      </p:cBhvr>
                                      <p:tavLst>
                                        <p:tav tm="0">
                                          <p:val>
                                            <p:strVal val="#ppt_y"/>
                                          </p:val>
                                        </p:tav>
                                        <p:tav tm="100000">
                                          <p:val>
                                            <p:strVal val="#ppt_y"/>
                                          </p:val>
                                        </p:tav>
                                      </p:tavLst>
                                    </p:anim>
                                    <p:anim calcmode="lin" valueType="num">
                                      <p:cBhvr>
                                        <p:cTn id="14" dur="500" fill="hold"/>
                                        <p:tgtEl>
                                          <p:spTgt spid="334851">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5" dur="500" fill="hold"/>
                                        <p:tgtEl>
                                          <p:spTgt spid="334851">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6" dur="500" tmFilter="0,0; .5, 1; 1, 1"/>
                                        <p:tgtEl>
                                          <p:spTgt spid="334851">
                                            <p:txEl>
                                              <p:pRg st="1" end="1"/>
                                            </p:txEl>
                                          </p:spTgt>
                                        </p:tgtEl>
                                      </p:cBhvr>
                                    </p:animEffect>
                                  </p:childTnLst>
                                </p:cTn>
                              </p:par>
                              <p:par>
                                <p:cTn id="17" presetID="41" presetClass="entr" presetSubtype="0" fill="hold" nodeType="withEffect">
                                  <p:stCondLst>
                                    <p:cond delay="0"/>
                                  </p:stCondLst>
                                  <p:iterate type="lt">
                                    <p:tmPct val="10000"/>
                                  </p:iterate>
                                  <p:childTnLst>
                                    <p:set>
                                      <p:cBhvr>
                                        <p:cTn id="18" dur="1" fill="hold">
                                          <p:stCondLst>
                                            <p:cond delay="0"/>
                                          </p:stCondLst>
                                        </p:cTn>
                                        <p:tgtEl>
                                          <p:spTgt spid="334851">
                                            <p:txEl>
                                              <p:pRg st="2" end="2"/>
                                            </p:txEl>
                                          </p:spTgt>
                                        </p:tgtEl>
                                        <p:attrNameLst>
                                          <p:attrName>style.visibility</p:attrName>
                                        </p:attrNameLst>
                                      </p:cBhvr>
                                      <p:to>
                                        <p:strVal val="visible"/>
                                      </p:to>
                                    </p:set>
                                    <p:anim calcmode="lin" valueType="num">
                                      <p:cBhvr>
                                        <p:cTn id="19" dur="500" fill="hold"/>
                                        <p:tgtEl>
                                          <p:spTgt spid="334851">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20" dur="500" fill="hold"/>
                                        <p:tgtEl>
                                          <p:spTgt spid="334851">
                                            <p:txEl>
                                              <p:pRg st="2" end="2"/>
                                            </p:txEl>
                                          </p:spTgt>
                                        </p:tgtEl>
                                        <p:attrNameLst>
                                          <p:attrName>ppt_y</p:attrName>
                                        </p:attrNameLst>
                                      </p:cBhvr>
                                      <p:tavLst>
                                        <p:tav tm="0">
                                          <p:val>
                                            <p:strVal val="#ppt_y"/>
                                          </p:val>
                                        </p:tav>
                                        <p:tav tm="100000">
                                          <p:val>
                                            <p:strVal val="#ppt_y"/>
                                          </p:val>
                                        </p:tav>
                                      </p:tavLst>
                                    </p:anim>
                                    <p:anim calcmode="lin" valueType="num">
                                      <p:cBhvr>
                                        <p:cTn id="21" dur="500" fill="hold"/>
                                        <p:tgtEl>
                                          <p:spTgt spid="334851">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2" dur="500" fill="hold"/>
                                        <p:tgtEl>
                                          <p:spTgt spid="334851">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3" dur="500" tmFilter="0,0; .5, 1; 1, 1"/>
                                        <p:tgtEl>
                                          <p:spTgt spid="334851">
                                            <p:txEl>
                                              <p:pRg st="2" end="2"/>
                                            </p:txEl>
                                          </p:spTgt>
                                        </p:tgtEl>
                                      </p:cBhvr>
                                    </p:animEffect>
                                  </p:childTnLst>
                                </p:cTn>
                              </p:par>
                              <p:par>
                                <p:cTn id="24" presetID="41" presetClass="entr" presetSubtype="0" fill="hold" nodeType="withEffect">
                                  <p:stCondLst>
                                    <p:cond delay="0"/>
                                  </p:stCondLst>
                                  <p:iterate type="lt">
                                    <p:tmPct val="10000"/>
                                  </p:iterate>
                                  <p:childTnLst>
                                    <p:set>
                                      <p:cBhvr>
                                        <p:cTn id="25" dur="1" fill="hold">
                                          <p:stCondLst>
                                            <p:cond delay="0"/>
                                          </p:stCondLst>
                                        </p:cTn>
                                        <p:tgtEl>
                                          <p:spTgt spid="334851">
                                            <p:txEl>
                                              <p:pRg st="3" end="3"/>
                                            </p:txEl>
                                          </p:spTgt>
                                        </p:tgtEl>
                                        <p:attrNameLst>
                                          <p:attrName>style.visibility</p:attrName>
                                        </p:attrNameLst>
                                      </p:cBhvr>
                                      <p:to>
                                        <p:strVal val="visible"/>
                                      </p:to>
                                    </p:set>
                                    <p:anim calcmode="lin" valueType="num">
                                      <p:cBhvr>
                                        <p:cTn id="26" dur="500" fill="hold"/>
                                        <p:tgtEl>
                                          <p:spTgt spid="334851">
                                            <p:txEl>
                                              <p:pRg st="3" end="3"/>
                                            </p:txEl>
                                          </p:spTgt>
                                        </p:tgtEl>
                                        <p:attrNameLst>
                                          <p:attrName>ppt_x</p:attrName>
                                        </p:attrNameLst>
                                      </p:cBhvr>
                                      <p:tavLst>
                                        <p:tav tm="0">
                                          <p:val>
                                            <p:strVal val="#ppt_x"/>
                                          </p:val>
                                        </p:tav>
                                        <p:tav tm="50000">
                                          <p:val>
                                            <p:strVal val="#ppt_x+.1"/>
                                          </p:val>
                                        </p:tav>
                                        <p:tav tm="100000">
                                          <p:val>
                                            <p:strVal val="#ppt_x"/>
                                          </p:val>
                                        </p:tav>
                                      </p:tavLst>
                                    </p:anim>
                                    <p:anim calcmode="lin" valueType="num">
                                      <p:cBhvr>
                                        <p:cTn id="27" dur="500" fill="hold"/>
                                        <p:tgtEl>
                                          <p:spTgt spid="334851">
                                            <p:txEl>
                                              <p:pRg st="3" end="3"/>
                                            </p:txEl>
                                          </p:spTgt>
                                        </p:tgtEl>
                                        <p:attrNameLst>
                                          <p:attrName>ppt_y</p:attrName>
                                        </p:attrNameLst>
                                      </p:cBhvr>
                                      <p:tavLst>
                                        <p:tav tm="0">
                                          <p:val>
                                            <p:strVal val="#ppt_y"/>
                                          </p:val>
                                        </p:tav>
                                        <p:tav tm="100000">
                                          <p:val>
                                            <p:strVal val="#ppt_y"/>
                                          </p:val>
                                        </p:tav>
                                      </p:tavLst>
                                    </p:anim>
                                    <p:anim calcmode="lin" valueType="num">
                                      <p:cBhvr>
                                        <p:cTn id="28" dur="500" fill="hold"/>
                                        <p:tgtEl>
                                          <p:spTgt spid="334851">
                                            <p:txEl>
                                              <p:pRg st="3" end="3"/>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9" dur="500" fill="hold"/>
                                        <p:tgtEl>
                                          <p:spTgt spid="334851">
                                            <p:txEl>
                                              <p:pRg st="3" end="3"/>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0" dur="500" tmFilter="0,0; .5, 1; 1, 1"/>
                                        <p:tgtEl>
                                          <p:spTgt spid="334851">
                                            <p:txEl>
                                              <p:pRg st="3" end="3"/>
                                            </p:txEl>
                                          </p:spTgt>
                                        </p:tgtEl>
                                      </p:cBhvr>
                                    </p:animEffect>
                                  </p:childTnLst>
                                </p:cTn>
                              </p:par>
                              <p:par>
                                <p:cTn id="31" presetID="41" presetClass="entr" presetSubtype="0" fill="hold" nodeType="withEffect">
                                  <p:stCondLst>
                                    <p:cond delay="0"/>
                                  </p:stCondLst>
                                  <p:iterate type="lt">
                                    <p:tmPct val="10000"/>
                                  </p:iterate>
                                  <p:childTnLst>
                                    <p:set>
                                      <p:cBhvr>
                                        <p:cTn id="32" dur="1" fill="hold">
                                          <p:stCondLst>
                                            <p:cond delay="0"/>
                                          </p:stCondLst>
                                        </p:cTn>
                                        <p:tgtEl>
                                          <p:spTgt spid="334851">
                                            <p:txEl>
                                              <p:pRg st="4" end="4"/>
                                            </p:txEl>
                                          </p:spTgt>
                                        </p:tgtEl>
                                        <p:attrNameLst>
                                          <p:attrName>style.visibility</p:attrName>
                                        </p:attrNameLst>
                                      </p:cBhvr>
                                      <p:to>
                                        <p:strVal val="visible"/>
                                      </p:to>
                                    </p:set>
                                    <p:anim calcmode="lin" valueType="num">
                                      <p:cBhvr>
                                        <p:cTn id="33" dur="500" fill="hold"/>
                                        <p:tgtEl>
                                          <p:spTgt spid="334851">
                                            <p:txEl>
                                              <p:pRg st="4" end="4"/>
                                            </p:txEl>
                                          </p:spTgt>
                                        </p:tgtEl>
                                        <p:attrNameLst>
                                          <p:attrName>ppt_x</p:attrName>
                                        </p:attrNameLst>
                                      </p:cBhvr>
                                      <p:tavLst>
                                        <p:tav tm="0">
                                          <p:val>
                                            <p:strVal val="#ppt_x"/>
                                          </p:val>
                                        </p:tav>
                                        <p:tav tm="50000">
                                          <p:val>
                                            <p:strVal val="#ppt_x+.1"/>
                                          </p:val>
                                        </p:tav>
                                        <p:tav tm="100000">
                                          <p:val>
                                            <p:strVal val="#ppt_x"/>
                                          </p:val>
                                        </p:tav>
                                      </p:tavLst>
                                    </p:anim>
                                    <p:anim calcmode="lin" valueType="num">
                                      <p:cBhvr>
                                        <p:cTn id="34" dur="500" fill="hold"/>
                                        <p:tgtEl>
                                          <p:spTgt spid="334851">
                                            <p:txEl>
                                              <p:pRg st="4" end="4"/>
                                            </p:txEl>
                                          </p:spTgt>
                                        </p:tgtEl>
                                        <p:attrNameLst>
                                          <p:attrName>ppt_y</p:attrName>
                                        </p:attrNameLst>
                                      </p:cBhvr>
                                      <p:tavLst>
                                        <p:tav tm="0">
                                          <p:val>
                                            <p:strVal val="#ppt_y"/>
                                          </p:val>
                                        </p:tav>
                                        <p:tav tm="100000">
                                          <p:val>
                                            <p:strVal val="#ppt_y"/>
                                          </p:val>
                                        </p:tav>
                                      </p:tavLst>
                                    </p:anim>
                                    <p:anim calcmode="lin" valueType="num">
                                      <p:cBhvr>
                                        <p:cTn id="35" dur="500" fill="hold"/>
                                        <p:tgtEl>
                                          <p:spTgt spid="334851">
                                            <p:txEl>
                                              <p:pRg st="4" end="4"/>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6" dur="500" fill="hold"/>
                                        <p:tgtEl>
                                          <p:spTgt spid="334851">
                                            <p:txEl>
                                              <p:pRg st="4" end="4"/>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7" dur="500" tmFilter="0,0; .5, 1; 1, 1"/>
                                        <p:tgtEl>
                                          <p:spTgt spid="334851">
                                            <p:txEl>
                                              <p:pRg st="4" end="4"/>
                                            </p:txEl>
                                          </p:spTgt>
                                        </p:tgtEl>
                                      </p:cBhvr>
                                    </p:animEffect>
                                  </p:childTnLst>
                                </p:cTn>
                              </p:par>
                              <p:par>
                                <p:cTn id="38" presetID="41" presetClass="entr" presetSubtype="0" fill="hold" nodeType="withEffect">
                                  <p:stCondLst>
                                    <p:cond delay="0"/>
                                  </p:stCondLst>
                                  <p:iterate type="lt">
                                    <p:tmPct val="10000"/>
                                  </p:iterate>
                                  <p:childTnLst>
                                    <p:set>
                                      <p:cBhvr>
                                        <p:cTn id="39" dur="1" fill="hold">
                                          <p:stCondLst>
                                            <p:cond delay="0"/>
                                          </p:stCondLst>
                                        </p:cTn>
                                        <p:tgtEl>
                                          <p:spTgt spid="334851">
                                            <p:txEl>
                                              <p:pRg st="5" end="5"/>
                                            </p:txEl>
                                          </p:spTgt>
                                        </p:tgtEl>
                                        <p:attrNameLst>
                                          <p:attrName>style.visibility</p:attrName>
                                        </p:attrNameLst>
                                      </p:cBhvr>
                                      <p:to>
                                        <p:strVal val="visible"/>
                                      </p:to>
                                    </p:set>
                                    <p:anim calcmode="lin" valueType="num">
                                      <p:cBhvr>
                                        <p:cTn id="40" dur="500" fill="hold"/>
                                        <p:tgtEl>
                                          <p:spTgt spid="334851">
                                            <p:txEl>
                                              <p:pRg st="5" end="5"/>
                                            </p:txEl>
                                          </p:spTgt>
                                        </p:tgtEl>
                                        <p:attrNameLst>
                                          <p:attrName>ppt_x</p:attrName>
                                        </p:attrNameLst>
                                      </p:cBhvr>
                                      <p:tavLst>
                                        <p:tav tm="0">
                                          <p:val>
                                            <p:strVal val="#ppt_x"/>
                                          </p:val>
                                        </p:tav>
                                        <p:tav tm="50000">
                                          <p:val>
                                            <p:strVal val="#ppt_x+.1"/>
                                          </p:val>
                                        </p:tav>
                                        <p:tav tm="100000">
                                          <p:val>
                                            <p:strVal val="#ppt_x"/>
                                          </p:val>
                                        </p:tav>
                                      </p:tavLst>
                                    </p:anim>
                                    <p:anim calcmode="lin" valueType="num">
                                      <p:cBhvr>
                                        <p:cTn id="41" dur="500" fill="hold"/>
                                        <p:tgtEl>
                                          <p:spTgt spid="334851">
                                            <p:txEl>
                                              <p:pRg st="5" end="5"/>
                                            </p:txEl>
                                          </p:spTgt>
                                        </p:tgtEl>
                                        <p:attrNameLst>
                                          <p:attrName>ppt_y</p:attrName>
                                        </p:attrNameLst>
                                      </p:cBhvr>
                                      <p:tavLst>
                                        <p:tav tm="0">
                                          <p:val>
                                            <p:strVal val="#ppt_y"/>
                                          </p:val>
                                        </p:tav>
                                        <p:tav tm="100000">
                                          <p:val>
                                            <p:strVal val="#ppt_y"/>
                                          </p:val>
                                        </p:tav>
                                      </p:tavLst>
                                    </p:anim>
                                    <p:anim calcmode="lin" valueType="num">
                                      <p:cBhvr>
                                        <p:cTn id="42" dur="500" fill="hold"/>
                                        <p:tgtEl>
                                          <p:spTgt spid="334851">
                                            <p:txEl>
                                              <p:pRg st="5" end="5"/>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43" dur="500" fill="hold"/>
                                        <p:tgtEl>
                                          <p:spTgt spid="334851">
                                            <p:txEl>
                                              <p:pRg st="5" end="5"/>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44" dur="500" tmFilter="0,0; .5, 1; 1, 1"/>
                                        <p:tgtEl>
                                          <p:spTgt spid="334851">
                                            <p:txEl>
                                              <p:pRg st="5" end="5"/>
                                            </p:txEl>
                                          </p:spTgt>
                                        </p:tgtEl>
                                      </p:cBhvr>
                                    </p:animEffect>
                                  </p:childTnLst>
                                </p:cTn>
                              </p:par>
                              <p:par>
                                <p:cTn id="45" presetID="41" presetClass="entr" presetSubtype="0" fill="hold" nodeType="withEffect">
                                  <p:stCondLst>
                                    <p:cond delay="0"/>
                                  </p:stCondLst>
                                  <p:iterate type="lt">
                                    <p:tmPct val="10000"/>
                                  </p:iterate>
                                  <p:childTnLst>
                                    <p:set>
                                      <p:cBhvr>
                                        <p:cTn id="46" dur="1" fill="hold">
                                          <p:stCondLst>
                                            <p:cond delay="0"/>
                                          </p:stCondLst>
                                        </p:cTn>
                                        <p:tgtEl>
                                          <p:spTgt spid="334851">
                                            <p:txEl>
                                              <p:pRg st="6" end="6"/>
                                            </p:txEl>
                                          </p:spTgt>
                                        </p:tgtEl>
                                        <p:attrNameLst>
                                          <p:attrName>style.visibility</p:attrName>
                                        </p:attrNameLst>
                                      </p:cBhvr>
                                      <p:to>
                                        <p:strVal val="visible"/>
                                      </p:to>
                                    </p:set>
                                    <p:anim calcmode="lin" valueType="num">
                                      <p:cBhvr>
                                        <p:cTn id="47" dur="500" fill="hold"/>
                                        <p:tgtEl>
                                          <p:spTgt spid="334851">
                                            <p:txEl>
                                              <p:pRg st="6" end="6"/>
                                            </p:txEl>
                                          </p:spTgt>
                                        </p:tgtEl>
                                        <p:attrNameLst>
                                          <p:attrName>ppt_x</p:attrName>
                                        </p:attrNameLst>
                                      </p:cBhvr>
                                      <p:tavLst>
                                        <p:tav tm="0">
                                          <p:val>
                                            <p:strVal val="#ppt_x"/>
                                          </p:val>
                                        </p:tav>
                                        <p:tav tm="50000">
                                          <p:val>
                                            <p:strVal val="#ppt_x+.1"/>
                                          </p:val>
                                        </p:tav>
                                        <p:tav tm="100000">
                                          <p:val>
                                            <p:strVal val="#ppt_x"/>
                                          </p:val>
                                        </p:tav>
                                      </p:tavLst>
                                    </p:anim>
                                    <p:anim calcmode="lin" valueType="num">
                                      <p:cBhvr>
                                        <p:cTn id="48" dur="500" fill="hold"/>
                                        <p:tgtEl>
                                          <p:spTgt spid="334851">
                                            <p:txEl>
                                              <p:pRg st="6" end="6"/>
                                            </p:txEl>
                                          </p:spTgt>
                                        </p:tgtEl>
                                        <p:attrNameLst>
                                          <p:attrName>ppt_y</p:attrName>
                                        </p:attrNameLst>
                                      </p:cBhvr>
                                      <p:tavLst>
                                        <p:tav tm="0">
                                          <p:val>
                                            <p:strVal val="#ppt_y"/>
                                          </p:val>
                                        </p:tav>
                                        <p:tav tm="100000">
                                          <p:val>
                                            <p:strVal val="#ppt_y"/>
                                          </p:val>
                                        </p:tav>
                                      </p:tavLst>
                                    </p:anim>
                                    <p:anim calcmode="lin" valueType="num">
                                      <p:cBhvr>
                                        <p:cTn id="49" dur="500" fill="hold"/>
                                        <p:tgtEl>
                                          <p:spTgt spid="334851">
                                            <p:txEl>
                                              <p:pRg st="6" end="6"/>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50" dur="500" fill="hold"/>
                                        <p:tgtEl>
                                          <p:spTgt spid="334851">
                                            <p:txEl>
                                              <p:pRg st="6" end="6"/>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51" dur="500" tmFilter="0,0; .5, 1; 1, 1"/>
                                        <p:tgtEl>
                                          <p:spTgt spid="33485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Number Placeholder 5">
            <a:extLst>
              <a:ext uri="{FF2B5EF4-FFF2-40B4-BE49-F238E27FC236}">
                <a16:creationId xmlns:a16="http://schemas.microsoft.com/office/drawing/2014/main" id="{A96EF8E8-15F1-C194-F7CE-D3CE74C1800B}"/>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FBB222A8-7A06-4208-B4C8-950C8BF22938}" type="slidenum">
              <a:rPr lang="en-US" altLang="vi-VN" sz="1000">
                <a:latin typeface="Verdana" panose="020B0604030504040204" pitchFamily="34" charset="0"/>
              </a:rPr>
              <a:pPr algn="r" eaLnBrk="1" hangingPunct="1">
                <a:spcBef>
                  <a:spcPct val="0"/>
                </a:spcBef>
                <a:buFontTx/>
                <a:buNone/>
              </a:pPr>
              <a:t>57</a:t>
            </a:fld>
            <a:endParaRPr lang="en-US" altLang="vi-VN" sz="1000">
              <a:latin typeface="Verdana" panose="020B0604030504040204" pitchFamily="34" charset="0"/>
            </a:endParaRPr>
          </a:p>
        </p:txBody>
      </p:sp>
      <p:sp>
        <p:nvSpPr>
          <p:cNvPr id="335875" name="Rectangle 3">
            <a:extLst>
              <a:ext uri="{FF2B5EF4-FFF2-40B4-BE49-F238E27FC236}">
                <a16:creationId xmlns:a16="http://schemas.microsoft.com/office/drawing/2014/main" id="{A6536EEF-2590-0DF9-765A-FC3F359F0665}"/>
              </a:ext>
            </a:extLst>
          </p:cNvPr>
          <p:cNvSpPr>
            <a:spLocks noGrp="1" noChangeArrowheads="1"/>
          </p:cNvSpPr>
          <p:nvPr>
            <p:ph type="body" idx="4294967295"/>
          </p:nvPr>
        </p:nvSpPr>
        <p:spPr>
          <a:xfrm>
            <a:off x="381000" y="990600"/>
            <a:ext cx="8763000" cy="5410200"/>
          </a:xfrm>
        </p:spPr>
        <p:txBody>
          <a:bodyPr/>
          <a:lstStyle/>
          <a:p>
            <a:pPr eaLnBrk="1" hangingPunct="1">
              <a:buFont typeface="Wingdings" panose="05000000000000000000" pitchFamily="2" charset="2"/>
              <a:buNone/>
            </a:pPr>
            <a:r>
              <a:rPr lang="en-US" altLang="vi-VN" sz="2800">
                <a:solidFill>
                  <a:srgbClr val="0000FF"/>
                </a:solidFill>
                <a:latin typeface="Times New Roman" panose="02020603050405020304" pitchFamily="18" charset="0"/>
              </a:rPr>
              <a:t>Hàm NOT</a:t>
            </a:r>
          </a:p>
          <a:p>
            <a:pPr eaLnBrk="1" hangingPunct="1">
              <a:buFont typeface="Wingdings" panose="05000000000000000000" pitchFamily="2" charset="2"/>
              <a:buNone/>
            </a:pPr>
            <a:r>
              <a:rPr lang="en-US" altLang="vi-VN" sz="2800">
                <a:latin typeface="Times New Roman" panose="02020603050405020304" pitchFamily="18" charset="0"/>
              </a:rPr>
              <a:t>Cú pháp: =</a:t>
            </a:r>
            <a:r>
              <a:rPr lang="en-US" altLang="vi-VN" sz="2800" b="1">
                <a:latin typeface="Times New Roman" panose="02020603050405020304" pitchFamily="18" charset="0"/>
              </a:rPr>
              <a:t>NOT(biểu thức logic)</a:t>
            </a:r>
            <a:endParaRPr lang="en-US" altLang="vi-VN" sz="2800">
              <a:latin typeface="Times New Roman" panose="02020603050405020304" pitchFamily="18" charset="0"/>
            </a:endParaRPr>
          </a:p>
          <a:p>
            <a:pPr eaLnBrk="1" hangingPunct="1">
              <a:buFont typeface="Wingdings" panose="05000000000000000000" pitchFamily="2" charset="2"/>
              <a:buNone/>
            </a:pPr>
            <a:r>
              <a:rPr lang="en-US" altLang="vi-VN" sz="2800">
                <a:latin typeface="Times New Roman" panose="02020603050405020304" pitchFamily="18" charset="0"/>
              </a:rPr>
              <a:t>CD: Trả về giá trị là phủ định của biểu thức logic</a:t>
            </a:r>
          </a:p>
          <a:p>
            <a:pPr eaLnBrk="1" hangingPunct="1">
              <a:buFont typeface="Wingdings" panose="05000000000000000000" pitchFamily="2" charset="2"/>
              <a:buNone/>
            </a:pPr>
            <a:r>
              <a:rPr lang="en-US" altLang="vi-VN" sz="2800">
                <a:solidFill>
                  <a:srgbClr val="0000FF"/>
                </a:solidFill>
                <a:latin typeface="Times New Roman" panose="02020603050405020304" pitchFamily="18" charset="0"/>
              </a:rPr>
              <a:t>Ví dụ</a:t>
            </a:r>
            <a:r>
              <a:rPr lang="en-US" altLang="vi-VN" sz="2800">
                <a:latin typeface="Times New Roman" panose="02020603050405020304" pitchFamily="18" charset="0"/>
              </a:rPr>
              <a:t>: =NOT(2&lt;3) kết quả là </a:t>
            </a:r>
            <a:r>
              <a:rPr lang="en-US" altLang="vi-VN" sz="2800" b="1">
                <a:latin typeface="Times New Roman" panose="02020603050405020304" pitchFamily="18" charset="0"/>
              </a:rPr>
              <a:t>False</a:t>
            </a:r>
            <a:endParaRPr lang="en-US" altLang="vi-VN" sz="2800">
              <a:latin typeface="Times New Roman" panose="02020603050405020304" pitchFamily="18" charset="0"/>
            </a:endParaRPr>
          </a:p>
          <a:p>
            <a:pPr eaLnBrk="1" hangingPunct="1">
              <a:buFont typeface="Wingdings" panose="05000000000000000000" pitchFamily="2" charset="2"/>
              <a:buNone/>
            </a:pPr>
            <a:r>
              <a:rPr lang="en-US" altLang="vi-VN" sz="2800">
                <a:solidFill>
                  <a:srgbClr val="0000FF"/>
                </a:solidFill>
                <a:latin typeface="Times New Roman" panose="02020603050405020304" pitchFamily="18" charset="0"/>
              </a:rPr>
              <a:t>Hàm IF</a:t>
            </a:r>
          </a:p>
          <a:p>
            <a:pPr eaLnBrk="1" hangingPunct="1">
              <a:buFont typeface="Wingdings" panose="05000000000000000000" pitchFamily="2" charset="2"/>
              <a:buNone/>
            </a:pPr>
            <a:r>
              <a:rPr lang="en-US" altLang="vi-VN" sz="2800">
                <a:latin typeface="Times New Roman" panose="02020603050405020304" pitchFamily="18" charset="0"/>
              </a:rPr>
              <a:t>CP</a:t>
            </a:r>
            <a:r>
              <a:rPr lang="en-US" altLang="vi-VN" sz="2800" b="1">
                <a:latin typeface="Times New Roman" panose="02020603050405020304" pitchFamily="18" charset="0"/>
              </a:rPr>
              <a:t>=IF(biểu thức điều kiện, giá trị 1, giá trị 2)</a:t>
            </a:r>
            <a:endParaRPr lang="en-US" altLang="vi-VN" sz="2800">
              <a:latin typeface="Times New Roman" panose="02020603050405020304" pitchFamily="18" charset="0"/>
            </a:endParaRPr>
          </a:p>
          <a:p>
            <a:pPr eaLnBrk="1" hangingPunct="1">
              <a:buFont typeface="Wingdings" panose="05000000000000000000" pitchFamily="2" charset="2"/>
              <a:buNone/>
            </a:pPr>
            <a:r>
              <a:rPr lang="en-US" altLang="vi-VN" sz="2800">
                <a:latin typeface="Times New Roman" panose="02020603050405020304" pitchFamily="18" charset="0"/>
              </a:rPr>
              <a:t>CD: Hàm tiến hành kiểm tra </a:t>
            </a:r>
            <a:r>
              <a:rPr lang="en-US" altLang="vi-VN" sz="2800" b="1">
                <a:latin typeface="Times New Roman" panose="02020603050405020304" pitchFamily="18" charset="0"/>
              </a:rPr>
              <a:t>biểu thức điều kiện</a:t>
            </a:r>
            <a:endParaRPr lang="en-US" altLang="vi-VN" sz="2800">
              <a:latin typeface="Times New Roman" panose="02020603050405020304" pitchFamily="18" charset="0"/>
            </a:endParaRPr>
          </a:p>
          <a:p>
            <a:pPr eaLnBrk="1" hangingPunct="1">
              <a:buFont typeface="Wingdings" panose="05000000000000000000" pitchFamily="2" charset="2"/>
              <a:buNone/>
            </a:pPr>
            <a:r>
              <a:rPr lang="en-US" altLang="vi-VN" sz="2800">
                <a:solidFill>
                  <a:srgbClr val="0000FF"/>
                </a:solidFill>
                <a:latin typeface="Times New Roman" panose="02020603050405020304" pitchFamily="18" charset="0"/>
              </a:rPr>
              <a:t>Nếu</a:t>
            </a:r>
            <a:r>
              <a:rPr lang="en-US" altLang="vi-VN" sz="2800">
                <a:latin typeface="Times New Roman" panose="02020603050405020304" pitchFamily="18" charset="0"/>
              </a:rPr>
              <a:t> </a:t>
            </a:r>
            <a:r>
              <a:rPr lang="en-US" altLang="vi-VN" sz="2800" b="1">
                <a:latin typeface="Times New Roman" panose="02020603050405020304" pitchFamily="18" charset="0"/>
              </a:rPr>
              <a:t>biểu thức điều kiện </a:t>
            </a:r>
            <a:r>
              <a:rPr lang="en-US" altLang="vi-VN" sz="2800">
                <a:latin typeface="Times New Roman" panose="02020603050405020304" pitchFamily="18" charset="0"/>
              </a:rPr>
              <a:t>là </a:t>
            </a:r>
            <a:r>
              <a:rPr lang="en-US" altLang="vi-VN" sz="2800" b="1">
                <a:latin typeface="Times New Roman" panose="02020603050405020304" pitchFamily="18" charset="0"/>
              </a:rPr>
              <a:t>True</a:t>
            </a:r>
            <a:r>
              <a:rPr lang="en-US" altLang="vi-VN" sz="2800" i="1">
                <a:latin typeface="Times New Roman" panose="02020603050405020304" pitchFamily="18" charset="0"/>
              </a:rPr>
              <a:t> </a:t>
            </a:r>
            <a:r>
              <a:rPr lang="en-US" altLang="vi-VN" sz="2800">
                <a:latin typeface="Times New Roman" panose="02020603050405020304" pitchFamily="18" charset="0"/>
              </a:rPr>
              <a:t>(đúng) </a:t>
            </a:r>
            <a:r>
              <a:rPr lang="en-US" altLang="vi-VN" sz="2800">
                <a:solidFill>
                  <a:srgbClr val="0000FF"/>
                </a:solidFill>
                <a:latin typeface="Times New Roman" panose="02020603050405020304" pitchFamily="18" charset="0"/>
              </a:rPr>
              <a:t>thì </a:t>
            </a:r>
            <a:r>
              <a:rPr lang="en-US" altLang="vi-VN" sz="2800">
                <a:latin typeface="Times New Roman" panose="02020603050405020304" pitchFamily="18" charset="0"/>
              </a:rPr>
              <a:t>trả về </a:t>
            </a:r>
            <a:r>
              <a:rPr lang="en-US" altLang="vi-VN" sz="2800" b="1">
                <a:latin typeface="Times New Roman" panose="02020603050405020304" pitchFamily="18" charset="0"/>
              </a:rPr>
              <a:t>giá trị 1</a:t>
            </a:r>
            <a:r>
              <a:rPr lang="en-US" altLang="vi-VN" sz="2800">
                <a:latin typeface="Times New Roman" panose="02020603050405020304" pitchFamily="18" charset="0"/>
              </a:rPr>
              <a:t>.</a:t>
            </a:r>
          </a:p>
          <a:p>
            <a:pPr eaLnBrk="1" hangingPunct="1">
              <a:buFont typeface="Wingdings" panose="05000000000000000000" pitchFamily="2" charset="2"/>
              <a:buNone/>
            </a:pPr>
            <a:r>
              <a:rPr lang="en-US" altLang="vi-VN" sz="2800">
                <a:solidFill>
                  <a:srgbClr val="0000FF"/>
                </a:solidFill>
                <a:latin typeface="Times New Roman" panose="02020603050405020304" pitchFamily="18" charset="0"/>
              </a:rPr>
              <a:t>Ngược</a:t>
            </a:r>
            <a:r>
              <a:rPr lang="en-US" altLang="vi-VN" sz="2800">
                <a:latin typeface="Times New Roman" panose="02020603050405020304" pitchFamily="18" charset="0"/>
              </a:rPr>
              <a:t> lại, nếu </a:t>
            </a:r>
            <a:r>
              <a:rPr lang="en-US" altLang="vi-VN" sz="2800" b="1">
                <a:latin typeface="Times New Roman" panose="02020603050405020304" pitchFamily="18" charset="0"/>
              </a:rPr>
              <a:t>biểu thức điều kiện là False </a:t>
            </a:r>
            <a:r>
              <a:rPr lang="en-US" altLang="vi-VN" sz="2800">
                <a:latin typeface="Times New Roman" panose="02020603050405020304" pitchFamily="18" charset="0"/>
              </a:rPr>
              <a:t>(sai) </a:t>
            </a:r>
            <a:r>
              <a:rPr lang="en-US" altLang="vi-VN" sz="2800">
                <a:solidFill>
                  <a:srgbClr val="0000FF"/>
                </a:solidFill>
                <a:latin typeface="Times New Roman" panose="02020603050405020304" pitchFamily="18" charset="0"/>
              </a:rPr>
              <a:t>thì </a:t>
            </a:r>
            <a:r>
              <a:rPr lang="en-US" altLang="vi-VN" sz="2800">
                <a:latin typeface="Times New Roman" panose="02020603050405020304" pitchFamily="18" charset="0"/>
              </a:rPr>
              <a:t>trả về </a:t>
            </a:r>
            <a:r>
              <a:rPr lang="en-US" altLang="vi-VN" sz="2800" b="1">
                <a:latin typeface="Times New Roman" panose="02020603050405020304" pitchFamily="18" charset="0"/>
              </a:rPr>
              <a:t>giá trị 2</a:t>
            </a:r>
            <a:r>
              <a:rPr lang="en-US" altLang="vi-VN" sz="2800">
                <a:latin typeface="Times New Roman" panose="02020603050405020304" pitchFamily="18" charset="0"/>
              </a:rPr>
              <a:t>.</a:t>
            </a:r>
          </a:p>
          <a:p>
            <a:pPr eaLnBrk="1" hangingPunct="1">
              <a:buFont typeface="Wingdings" panose="05000000000000000000" pitchFamily="2" charset="2"/>
              <a:buNone/>
            </a:pPr>
            <a:r>
              <a:rPr lang="en-US" altLang="vi-VN" sz="2800">
                <a:solidFill>
                  <a:srgbClr val="0000FF"/>
                </a:solidFill>
                <a:latin typeface="Times New Roman" panose="02020603050405020304" pitchFamily="18" charset="0"/>
              </a:rPr>
              <a:t>Ví dụ 1</a:t>
            </a:r>
            <a:r>
              <a:rPr lang="en-US" altLang="vi-VN" sz="2800">
                <a:latin typeface="Times New Roman" panose="02020603050405020304" pitchFamily="18" charset="0"/>
              </a:rPr>
              <a:t>: =IF(5&gt;3, “A”, “B”) kết quả là “A”</a:t>
            </a:r>
          </a:p>
        </p:txBody>
      </p:sp>
      <p:sp>
        <p:nvSpPr>
          <p:cNvPr id="1090565" name="Rectangle 5">
            <a:extLst>
              <a:ext uri="{FF2B5EF4-FFF2-40B4-BE49-F238E27FC236}">
                <a16:creationId xmlns:a16="http://schemas.microsoft.com/office/drawing/2014/main" id="{3B3EAA17-FA5C-CF14-151E-E5643D5263CC}"/>
              </a:ext>
            </a:extLst>
          </p:cNvPr>
          <p:cNvSpPr>
            <a:spLocks noChangeArrowheads="1"/>
          </p:cNvSpPr>
          <p:nvPr/>
        </p:nvSpPr>
        <p:spPr bwMode="auto">
          <a:xfrm>
            <a:off x="1447800" y="304800"/>
            <a:ext cx="6172200" cy="519113"/>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ctr" eaLnBrk="1" hangingPunct="1">
              <a:defRPr/>
            </a:pPr>
            <a:r>
              <a:rPr lang="en-US" altLang="vi-VN" sz="2800" b="1">
                <a:solidFill>
                  <a:srgbClr val="FF0000"/>
                </a:solidFill>
              </a:rPr>
              <a:t>3. Các hàm logic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335875">
                                            <p:txEl>
                                              <p:pRg st="0" end="0"/>
                                            </p:txEl>
                                          </p:spTgt>
                                        </p:tgtEl>
                                        <p:attrNameLst>
                                          <p:attrName>style.visibility</p:attrName>
                                        </p:attrNameLst>
                                      </p:cBhvr>
                                      <p:to>
                                        <p:strVal val="visible"/>
                                      </p:to>
                                    </p:set>
                                    <p:anim calcmode="lin" valueType="num">
                                      <p:cBhvr>
                                        <p:cTn id="7" dur="500" fill="hold"/>
                                        <p:tgtEl>
                                          <p:spTgt spid="335875">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35875">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335875">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35875">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35875">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1" presetClass="entr" presetSubtype="0" fill="hold" nodeType="clickEffect">
                                  <p:stCondLst>
                                    <p:cond delay="0"/>
                                  </p:stCondLst>
                                  <p:iterate type="lt">
                                    <p:tmPct val="10000"/>
                                  </p:iterate>
                                  <p:childTnLst>
                                    <p:set>
                                      <p:cBhvr>
                                        <p:cTn id="15" dur="1" fill="hold">
                                          <p:stCondLst>
                                            <p:cond delay="0"/>
                                          </p:stCondLst>
                                        </p:cTn>
                                        <p:tgtEl>
                                          <p:spTgt spid="335875">
                                            <p:txEl>
                                              <p:pRg st="1" end="1"/>
                                            </p:txEl>
                                          </p:spTgt>
                                        </p:tgtEl>
                                        <p:attrNameLst>
                                          <p:attrName>style.visibility</p:attrName>
                                        </p:attrNameLst>
                                      </p:cBhvr>
                                      <p:to>
                                        <p:strVal val="visible"/>
                                      </p:to>
                                    </p:set>
                                    <p:anim calcmode="lin" valueType="num">
                                      <p:cBhvr>
                                        <p:cTn id="16" dur="500" fill="hold"/>
                                        <p:tgtEl>
                                          <p:spTgt spid="335875">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335875">
                                            <p:txEl>
                                              <p:pRg st="1" end="1"/>
                                            </p:txEl>
                                          </p:spTgt>
                                        </p:tgtEl>
                                        <p:attrNameLst>
                                          <p:attrName>ppt_y</p:attrName>
                                        </p:attrNameLst>
                                      </p:cBhvr>
                                      <p:tavLst>
                                        <p:tav tm="0">
                                          <p:val>
                                            <p:strVal val="#ppt_y"/>
                                          </p:val>
                                        </p:tav>
                                        <p:tav tm="100000">
                                          <p:val>
                                            <p:strVal val="#ppt_y"/>
                                          </p:val>
                                        </p:tav>
                                      </p:tavLst>
                                    </p:anim>
                                    <p:anim calcmode="lin" valueType="num">
                                      <p:cBhvr>
                                        <p:cTn id="18" dur="500" fill="hold"/>
                                        <p:tgtEl>
                                          <p:spTgt spid="335875">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335875">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335875">
                                            <p:txEl>
                                              <p:pRg st="1" end="1"/>
                                            </p:txEl>
                                          </p:spTgt>
                                        </p:tgtEl>
                                      </p:cBhvr>
                                    </p:animEffect>
                                  </p:childTnLst>
                                </p:cTn>
                              </p:par>
                              <p:par>
                                <p:cTn id="21" presetID="41" presetClass="entr" presetSubtype="0" fill="hold" nodeType="withEffect">
                                  <p:stCondLst>
                                    <p:cond delay="0"/>
                                  </p:stCondLst>
                                  <p:iterate type="lt">
                                    <p:tmPct val="10000"/>
                                  </p:iterate>
                                  <p:childTnLst>
                                    <p:set>
                                      <p:cBhvr>
                                        <p:cTn id="22" dur="1" fill="hold">
                                          <p:stCondLst>
                                            <p:cond delay="0"/>
                                          </p:stCondLst>
                                        </p:cTn>
                                        <p:tgtEl>
                                          <p:spTgt spid="335875">
                                            <p:txEl>
                                              <p:pRg st="2" end="2"/>
                                            </p:txEl>
                                          </p:spTgt>
                                        </p:tgtEl>
                                        <p:attrNameLst>
                                          <p:attrName>style.visibility</p:attrName>
                                        </p:attrNameLst>
                                      </p:cBhvr>
                                      <p:to>
                                        <p:strVal val="visible"/>
                                      </p:to>
                                    </p:set>
                                    <p:anim calcmode="lin" valueType="num">
                                      <p:cBhvr>
                                        <p:cTn id="23" dur="500" fill="hold"/>
                                        <p:tgtEl>
                                          <p:spTgt spid="335875">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24" dur="500" fill="hold"/>
                                        <p:tgtEl>
                                          <p:spTgt spid="335875">
                                            <p:txEl>
                                              <p:pRg st="2" end="2"/>
                                            </p:txEl>
                                          </p:spTgt>
                                        </p:tgtEl>
                                        <p:attrNameLst>
                                          <p:attrName>ppt_y</p:attrName>
                                        </p:attrNameLst>
                                      </p:cBhvr>
                                      <p:tavLst>
                                        <p:tav tm="0">
                                          <p:val>
                                            <p:strVal val="#ppt_y"/>
                                          </p:val>
                                        </p:tav>
                                        <p:tav tm="100000">
                                          <p:val>
                                            <p:strVal val="#ppt_y"/>
                                          </p:val>
                                        </p:tav>
                                      </p:tavLst>
                                    </p:anim>
                                    <p:anim calcmode="lin" valueType="num">
                                      <p:cBhvr>
                                        <p:cTn id="25" dur="500" fill="hold"/>
                                        <p:tgtEl>
                                          <p:spTgt spid="335875">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6" dur="500" fill="hold"/>
                                        <p:tgtEl>
                                          <p:spTgt spid="335875">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7" dur="500" tmFilter="0,0; .5, 1; 1, 1"/>
                                        <p:tgtEl>
                                          <p:spTgt spid="335875">
                                            <p:txEl>
                                              <p:pRg st="2" end="2"/>
                                            </p:txEl>
                                          </p:spTgt>
                                        </p:tgtEl>
                                      </p:cBhvr>
                                    </p:animEffect>
                                  </p:childTnLst>
                                </p:cTn>
                              </p:par>
                              <p:par>
                                <p:cTn id="28" presetID="41" presetClass="entr" presetSubtype="0" fill="hold" nodeType="withEffect">
                                  <p:stCondLst>
                                    <p:cond delay="0"/>
                                  </p:stCondLst>
                                  <p:iterate type="lt">
                                    <p:tmPct val="10000"/>
                                  </p:iterate>
                                  <p:childTnLst>
                                    <p:set>
                                      <p:cBhvr>
                                        <p:cTn id="29" dur="1" fill="hold">
                                          <p:stCondLst>
                                            <p:cond delay="0"/>
                                          </p:stCondLst>
                                        </p:cTn>
                                        <p:tgtEl>
                                          <p:spTgt spid="335875">
                                            <p:txEl>
                                              <p:pRg st="3" end="3"/>
                                            </p:txEl>
                                          </p:spTgt>
                                        </p:tgtEl>
                                        <p:attrNameLst>
                                          <p:attrName>style.visibility</p:attrName>
                                        </p:attrNameLst>
                                      </p:cBhvr>
                                      <p:to>
                                        <p:strVal val="visible"/>
                                      </p:to>
                                    </p:set>
                                    <p:anim calcmode="lin" valueType="num">
                                      <p:cBhvr>
                                        <p:cTn id="30" dur="500" fill="hold"/>
                                        <p:tgtEl>
                                          <p:spTgt spid="335875">
                                            <p:txEl>
                                              <p:pRg st="3" end="3"/>
                                            </p:txEl>
                                          </p:spTgt>
                                        </p:tgtEl>
                                        <p:attrNameLst>
                                          <p:attrName>ppt_x</p:attrName>
                                        </p:attrNameLst>
                                      </p:cBhvr>
                                      <p:tavLst>
                                        <p:tav tm="0">
                                          <p:val>
                                            <p:strVal val="#ppt_x"/>
                                          </p:val>
                                        </p:tav>
                                        <p:tav tm="50000">
                                          <p:val>
                                            <p:strVal val="#ppt_x+.1"/>
                                          </p:val>
                                        </p:tav>
                                        <p:tav tm="100000">
                                          <p:val>
                                            <p:strVal val="#ppt_x"/>
                                          </p:val>
                                        </p:tav>
                                      </p:tavLst>
                                    </p:anim>
                                    <p:anim calcmode="lin" valueType="num">
                                      <p:cBhvr>
                                        <p:cTn id="31" dur="500" fill="hold"/>
                                        <p:tgtEl>
                                          <p:spTgt spid="335875">
                                            <p:txEl>
                                              <p:pRg st="3" end="3"/>
                                            </p:txEl>
                                          </p:spTgt>
                                        </p:tgtEl>
                                        <p:attrNameLst>
                                          <p:attrName>ppt_y</p:attrName>
                                        </p:attrNameLst>
                                      </p:cBhvr>
                                      <p:tavLst>
                                        <p:tav tm="0">
                                          <p:val>
                                            <p:strVal val="#ppt_y"/>
                                          </p:val>
                                        </p:tav>
                                        <p:tav tm="100000">
                                          <p:val>
                                            <p:strVal val="#ppt_y"/>
                                          </p:val>
                                        </p:tav>
                                      </p:tavLst>
                                    </p:anim>
                                    <p:anim calcmode="lin" valueType="num">
                                      <p:cBhvr>
                                        <p:cTn id="32" dur="500" fill="hold"/>
                                        <p:tgtEl>
                                          <p:spTgt spid="335875">
                                            <p:txEl>
                                              <p:pRg st="3" end="3"/>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3" dur="500" fill="hold"/>
                                        <p:tgtEl>
                                          <p:spTgt spid="335875">
                                            <p:txEl>
                                              <p:pRg st="3" end="3"/>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4" dur="500" tmFilter="0,0; .5, 1; 1, 1"/>
                                        <p:tgtEl>
                                          <p:spTgt spid="335875">
                                            <p:txEl>
                                              <p:pRg st="3" end="3"/>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41" presetClass="entr" presetSubtype="0" fill="hold" nodeType="clickEffect">
                                  <p:stCondLst>
                                    <p:cond delay="0"/>
                                  </p:stCondLst>
                                  <p:iterate type="lt">
                                    <p:tmPct val="10000"/>
                                  </p:iterate>
                                  <p:childTnLst>
                                    <p:set>
                                      <p:cBhvr>
                                        <p:cTn id="38" dur="1" fill="hold">
                                          <p:stCondLst>
                                            <p:cond delay="0"/>
                                          </p:stCondLst>
                                        </p:cTn>
                                        <p:tgtEl>
                                          <p:spTgt spid="335875">
                                            <p:txEl>
                                              <p:pRg st="4" end="4"/>
                                            </p:txEl>
                                          </p:spTgt>
                                        </p:tgtEl>
                                        <p:attrNameLst>
                                          <p:attrName>style.visibility</p:attrName>
                                        </p:attrNameLst>
                                      </p:cBhvr>
                                      <p:to>
                                        <p:strVal val="visible"/>
                                      </p:to>
                                    </p:set>
                                    <p:anim calcmode="lin" valueType="num">
                                      <p:cBhvr>
                                        <p:cTn id="39" dur="500" fill="hold"/>
                                        <p:tgtEl>
                                          <p:spTgt spid="335875">
                                            <p:txEl>
                                              <p:pRg st="4" end="4"/>
                                            </p:txEl>
                                          </p:spTgt>
                                        </p:tgtEl>
                                        <p:attrNameLst>
                                          <p:attrName>ppt_x</p:attrName>
                                        </p:attrNameLst>
                                      </p:cBhvr>
                                      <p:tavLst>
                                        <p:tav tm="0">
                                          <p:val>
                                            <p:strVal val="#ppt_x"/>
                                          </p:val>
                                        </p:tav>
                                        <p:tav tm="50000">
                                          <p:val>
                                            <p:strVal val="#ppt_x+.1"/>
                                          </p:val>
                                        </p:tav>
                                        <p:tav tm="100000">
                                          <p:val>
                                            <p:strVal val="#ppt_x"/>
                                          </p:val>
                                        </p:tav>
                                      </p:tavLst>
                                    </p:anim>
                                    <p:anim calcmode="lin" valueType="num">
                                      <p:cBhvr>
                                        <p:cTn id="40" dur="500" fill="hold"/>
                                        <p:tgtEl>
                                          <p:spTgt spid="335875">
                                            <p:txEl>
                                              <p:pRg st="4" end="4"/>
                                            </p:txEl>
                                          </p:spTgt>
                                        </p:tgtEl>
                                        <p:attrNameLst>
                                          <p:attrName>ppt_y</p:attrName>
                                        </p:attrNameLst>
                                      </p:cBhvr>
                                      <p:tavLst>
                                        <p:tav tm="0">
                                          <p:val>
                                            <p:strVal val="#ppt_y"/>
                                          </p:val>
                                        </p:tav>
                                        <p:tav tm="100000">
                                          <p:val>
                                            <p:strVal val="#ppt_y"/>
                                          </p:val>
                                        </p:tav>
                                      </p:tavLst>
                                    </p:anim>
                                    <p:anim calcmode="lin" valueType="num">
                                      <p:cBhvr>
                                        <p:cTn id="41" dur="500" fill="hold"/>
                                        <p:tgtEl>
                                          <p:spTgt spid="335875">
                                            <p:txEl>
                                              <p:pRg st="4" end="4"/>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42" dur="500" fill="hold"/>
                                        <p:tgtEl>
                                          <p:spTgt spid="335875">
                                            <p:txEl>
                                              <p:pRg st="4" end="4"/>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43" dur="500" tmFilter="0,0; .5, 1; 1, 1"/>
                                        <p:tgtEl>
                                          <p:spTgt spid="335875">
                                            <p:txEl>
                                              <p:pRg st="4" end="4"/>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41" presetClass="entr" presetSubtype="0" fill="hold" nodeType="clickEffect">
                                  <p:stCondLst>
                                    <p:cond delay="0"/>
                                  </p:stCondLst>
                                  <p:iterate type="lt">
                                    <p:tmPct val="10000"/>
                                  </p:iterate>
                                  <p:childTnLst>
                                    <p:set>
                                      <p:cBhvr>
                                        <p:cTn id="47" dur="1" fill="hold">
                                          <p:stCondLst>
                                            <p:cond delay="0"/>
                                          </p:stCondLst>
                                        </p:cTn>
                                        <p:tgtEl>
                                          <p:spTgt spid="335875">
                                            <p:txEl>
                                              <p:pRg st="5" end="5"/>
                                            </p:txEl>
                                          </p:spTgt>
                                        </p:tgtEl>
                                        <p:attrNameLst>
                                          <p:attrName>style.visibility</p:attrName>
                                        </p:attrNameLst>
                                      </p:cBhvr>
                                      <p:to>
                                        <p:strVal val="visible"/>
                                      </p:to>
                                    </p:set>
                                    <p:anim calcmode="lin" valueType="num">
                                      <p:cBhvr>
                                        <p:cTn id="48" dur="500" fill="hold"/>
                                        <p:tgtEl>
                                          <p:spTgt spid="335875">
                                            <p:txEl>
                                              <p:pRg st="5" end="5"/>
                                            </p:txEl>
                                          </p:spTgt>
                                        </p:tgtEl>
                                        <p:attrNameLst>
                                          <p:attrName>ppt_x</p:attrName>
                                        </p:attrNameLst>
                                      </p:cBhvr>
                                      <p:tavLst>
                                        <p:tav tm="0">
                                          <p:val>
                                            <p:strVal val="#ppt_x"/>
                                          </p:val>
                                        </p:tav>
                                        <p:tav tm="50000">
                                          <p:val>
                                            <p:strVal val="#ppt_x+.1"/>
                                          </p:val>
                                        </p:tav>
                                        <p:tav tm="100000">
                                          <p:val>
                                            <p:strVal val="#ppt_x"/>
                                          </p:val>
                                        </p:tav>
                                      </p:tavLst>
                                    </p:anim>
                                    <p:anim calcmode="lin" valueType="num">
                                      <p:cBhvr>
                                        <p:cTn id="49" dur="500" fill="hold"/>
                                        <p:tgtEl>
                                          <p:spTgt spid="335875">
                                            <p:txEl>
                                              <p:pRg st="5" end="5"/>
                                            </p:txEl>
                                          </p:spTgt>
                                        </p:tgtEl>
                                        <p:attrNameLst>
                                          <p:attrName>ppt_y</p:attrName>
                                        </p:attrNameLst>
                                      </p:cBhvr>
                                      <p:tavLst>
                                        <p:tav tm="0">
                                          <p:val>
                                            <p:strVal val="#ppt_y"/>
                                          </p:val>
                                        </p:tav>
                                        <p:tav tm="100000">
                                          <p:val>
                                            <p:strVal val="#ppt_y"/>
                                          </p:val>
                                        </p:tav>
                                      </p:tavLst>
                                    </p:anim>
                                    <p:anim calcmode="lin" valueType="num">
                                      <p:cBhvr>
                                        <p:cTn id="50" dur="500" fill="hold"/>
                                        <p:tgtEl>
                                          <p:spTgt spid="335875">
                                            <p:txEl>
                                              <p:pRg st="5" end="5"/>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51" dur="500" fill="hold"/>
                                        <p:tgtEl>
                                          <p:spTgt spid="335875">
                                            <p:txEl>
                                              <p:pRg st="5" end="5"/>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52" dur="500" tmFilter="0,0; .5, 1; 1, 1"/>
                                        <p:tgtEl>
                                          <p:spTgt spid="335875">
                                            <p:txEl>
                                              <p:pRg st="5" end="5"/>
                                            </p:txEl>
                                          </p:spTgt>
                                        </p:tgtEl>
                                      </p:cBhvr>
                                    </p:animEffect>
                                  </p:childTnLst>
                                </p:cTn>
                              </p:par>
                              <p:par>
                                <p:cTn id="53" presetID="41" presetClass="entr" presetSubtype="0" fill="hold" nodeType="withEffect">
                                  <p:stCondLst>
                                    <p:cond delay="0"/>
                                  </p:stCondLst>
                                  <p:iterate type="lt">
                                    <p:tmPct val="10000"/>
                                  </p:iterate>
                                  <p:childTnLst>
                                    <p:set>
                                      <p:cBhvr>
                                        <p:cTn id="54" dur="1" fill="hold">
                                          <p:stCondLst>
                                            <p:cond delay="0"/>
                                          </p:stCondLst>
                                        </p:cTn>
                                        <p:tgtEl>
                                          <p:spTgt spid="335875">
                                            <p:txEl>
                                              <p:pRg st="6" end="6"/>
                                            </p:txEl>
                                          </p:spTgt>
                                        </p:tgtEl>
                                        <p:attrNameLst>
                                          <p:attrName>style.visibility</p:attrName>
                                        </p:attrNameLst>
                                      </p:cBhvr>
                                      <p:to>
                                        <p:strVal val="visible"/>
                                      </p:to>
                                    </p:set>
                                    <p:anim calcmode="lin" valueType="num">
                                      <p:cBhvr>
                                        <p:cTn id="55" dur="500" fill="hold"/>
                                        <p:tgtEl>
                                          <p:spTgt spid="335875">
                                            <p:txEl>
                                              <p:pRg st="6" end="6"/>
                                            </p:txEl>
                                          </p:spTgt>
                                        </p:tgtEl>
                                        <p:attrNameLst>
                                          <p:attrName>ppt_x</p:attrName>
                                        </p:attrNameLst>
                                      </p:cBhvr>
                                      <p:tavLst>
                                        <p:tav tm="0">
                                          <p:val>
                                            <p:strVal val="#ppt_x"/>
                                          </p:val>
                                        </p:tav>
                                        <p:tav tm="50000">
                                          <p:val>
                                            <p:strVal val="#ppt_x+.1"/>
                                          </p:val>
                                        </p:tav>
                                        <p:tav tm="100000">
                                          <p:val>
                                            <p:strVal val="#ppt_x"/>
                                          </p:val>
                                        </p:tav>
                                      </p:tavLst>
                                    </p:anim>
                                    <p:anim calcmode="lin" valueType="num">
                                      <p:cBhvr>
                                        <p:cTn id="56" dur="500" fill="hold"/>
                                        <p:tgtEl>
                                          <p:spTgt spid="335875">
                                            <p:txEl>
                                              <p:pRg st="6" end="6"/>
                                            </p:txEl>
                                          </p:spTgt>
                                        </p:tgtEl>
                                        <p:attrNameLst>
                                          <p:attrName>ppt_y</p:attrName>
                                        </p:attrNameLst>
                                      </p:cBhvr>
                                      <p:tavLst>
                                        <p:tav tm="0">
                                          <p:val>
                                            <p:strVal val="#ppt_y"/>
                                          </p:val>
                                        </p:tav>
                                        <p:tav tm="100000">
                                          <p:val>
                                            <p:strVal val="#ppt_y"/>
                                          </p:val>
                                        </p:tav>
                                      </p:tavLst>
                                    </p:anim>
                                    <p:anim calcmode="lin" valueType="num">
                                      <p:cBhvr>
                                        <p:cTn id="57" dur="500" fill="hold"/>
                                        <p:tgtEl>
                                          <p:spTgt spid="335875">
                                            <p:txEl>
                                              <p:pRg st="6" end="6"/>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58" dur="500" fill="hold"/>
                                        <p:tgtEl>
                                          <p:spTgt spid="335875">
                                            <p:txEl>
                                              <p:pRg st="6" end="6"/>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59" dur="500" tmFilter="0,0; .5, 1; 1, 1"/>
                                        <p:tgtEl>
                                          <p:spTgt spid="335875">
                                            <p:txEl>
                                              <p:pRg st="6" end="6"/>
                                            </p:txEl>
                                          </p:spTgt>
                                        </p:tgtEl>
                                      </p:cBhvr>
                                    </p:animEffect>
                                  </p:childTnLst>
                                </p:cTn>
                              </p:par>
                              <p:par>
                                <p:cTn id="60" presetID="41" presetClass="entr" presetSubtype="0" fill="hold" nodeType="withEffect">
                                  <p:stCondLst>
                                    <p:cond delay="0"/>
                                  </p:stCondLst>
                                  <p:iterate type="lt">
                                    <p:tmPct val="10000"/>
                                  </p:iterate>
                                  <p:childTnLst>
                                    <p:set>
                                      <p:cBhvr>
                                        <p:cTn id="61" dur="1" fill="hold">
                                          <p:stCondLst>
                                            <p:cond delay="0"/>
                                          </p:stCondLst>
                                        </p:cTn>
                                        <p:tgtEl>
                                          <p:spTgt spid="335875">
                                            <p:txEl>
                                              <p:pRg st="7" end="7"/>
                                            </p:txEl>
                                          </p:spTgt>
                                        </p:tgtEl>
                                        <p:attrNameLst>
                                          <p:attrName>style.visibility</p:attrName>
                                        </p:attrNameLst>
                                      </p:cBhvr>
                                      <p:to>
                                        <p:strVal val="visible"/>
                                      </p:to>
                                    </p:set>
                                    <p:anim calcmode="lin" valueType="num">
                                      <p:cBhvr>
                                        <p:cTn id="62" dur="500" fill="hold"/>
                                        <p:tgtEl>
                                          <p:spTgt spid="335875">
                                            <p:txEl>
                                              <p:pRg st="7" end="7"/>
                                            </p:txEl>
                                          </p:spTgt>
                                        </p:tgtEl>
                                        <p:attrNameLst>
                                          <p:attrName>ppt_x</p:attrName>
                                        </p:attrNameLst>
                                      </p:cBhvr>
                                      <p:tavLst>
                                        <p:tav tm="0">
                                          <p:val>
                                            <p:strVal val="#ppt_x"/>
                                          </p:val>
                                        </p:tav>
                                        <p:tav tm="50000">
                                          <p:val>
                                            <p:strVal val="#ppt_x+.1"/>
                                          </p:val>
                                        </p:tav>
                                        <p:tav tm="100000">
                                          <p:val>
                                            <p:strVal val="#ppt_x"/>
                                          </p:val>
                                        </p:tav>
                                      </p:tavLst>
                                    </p:anim>
                                    <p:anim calcmode="lin" valueType="num">
                                      <p:cBhvr>
                                        <p:cTn id="63" dur="500" fill="hold"/>
                                        <p:tgtEl>
                                          <p:spTgt spid="335875">
                                            <p:txEl>
                                              <p:pRg st="7" end="7"/>
                                            </p:txEl>
                                          </p:spTgt>
                                        </p:tgtEl>
                                        <p:attrNameLst>
                                          <p:attrName>ppt_y</p:attrName>
                                        </p:attrNameLst>
                                      </p:cBhvr>
                                      <p:tavLst>
                                        <p:tav tm="0">
                                          <p:val>
                                            <p:strVal val="#ppt_y"/>
                                          </p:val>
                                        </p:tav>
                                        <p:tav tm="100000">
                                          <p:val>
                                            <p:strVal val="#ppt_y"/>
                                          </p:val>
                                        </p:tav>
                                      </p:tavLst>
                                    </p:anim>
                                    <p:anim calcmode="lin" valueType="num">
                                      <p:cBhvr>
                                        <p:cTn id="64" dur="500" fill="hold"/>
                                        <p:tgtEl>
                                          <p:spTgt spid="335875">
                                            <p:txEl>
                                              <p:pRg st="7" end="7"/>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65" dur="500" fill="hold"/>
                                        <p:tgtEl>
                                          <p:spTgt spid="335875">
                                            <p:txEl>
                                              <p:pRg st="7" end="7"/>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66" dur="500" tmFilter="0,0; .5, 1; 1, 1"/>
                                        <p:tgtEl>
                                          <p:spTgt spid="335875">
                                            <p:txEl>
                                              <p:pRg st="7" end="7"/>
                                            </p:txEl>
                                          </p:spTgt>
                                        </p:tgtEl>
                                      </p:cBhvr>
                                    </p:animEffect>
                                  </p:childTnLst>
                                </p:cTn>
                              </p:par>
                              <p:par>
                                <p:cTn id="67" presetID="41" presetClass="entr" presetSubtype="0" fill="hold" nodeType="withEffect">
                                  <p:stCondLst>
                                    <p:cond delay="0"/>
                                  </p:stCondLst>
                                  <p:iterate type="lt">
                                    <p:tmPct val="10000"/>
                                  </p:iterate>
                                  <p:childTnLst>
                                    <p:set>
                                      <p:cBhvr>
                                        <p:cTn id="68" dur="1" fill="hold">
                                          <p:stCondLst>
                                            <p:cond delay="0"/>
                                          </p:stCondLst>
                                        </p:cTn>
                                        <p:tgtEl>
                                          <p:spTgt spid="335875">
                                            <p:txEl>
                                              <p:pRg st="8" end="8"/>
                                            </p:txEl>
                                          </p:spTgt>
                                        </p:tgtEl>
                                        <p:attrNameLst>
                                          <p:attrName>style.visibility</p:attrName>
                                        </p:attrNameLst>
                                      </p:cBhvr>
                                      <p:to>
                                        <p:strVal val="visible"/>
                                      </p:to>
                                    </p:set>
                                    <p:anim calcmode="lin" valueType="num">
                                      <p:cBhvr>
                                        <p:cTn id="69" dur="500" fill="hold"/>
                                        <p:tgtEl>
                                          <p:spTgt spid="335875">
                                            <p:txEl>
                                              <p:pRg st="8" end="8"/>
                                            </p:txEl>
                                          </p:spTgt>
                                        </p:tgtEl>
                                        <p:attrNameLst>
                                          <p:attrName>ppt_x</p:attrName>
                                        </p:attrNameLst>
                                      </p:cBhvr>
                                      <p:tavLst>
                                        <p:tav tm="0">
                                          <p:val>
                                            <p:strVal val="#ppt_x"/>
                                          </p:val>
                                        </p:tav>
                                        <p:tav tm="50000">
                                          <p:val>
                                            <p:strVal val="#ppt_x+.1"/>
                                          </p:val>
                                        </p:tav>
                                        <p:tav tm="100000">
                                          <p:val>
                                            <p:strVal val="#ppt_x"/>
                                          </p:val>
                                        </p:tav>
                                      </p:tavLst>
                                    </p:anim>
                                    <p:anim calcmode="lin" valueType="num">
                                      <p:cBhvr>
                                        <p:cTn id="70" dur="500" fill="hold"/>
                                        <p:tgtEl>
                                          <p:spTgt spid="335875">
                                            <p:txEl>
                                              <p:pRg st="8" end="8"/>
                                            </p:txEl>
                                          </p:spTgt>
                                        </p:tgtEl>
                                        <p:attrNameLst>
                                          <p:attrName>ppt_y</p:attrName>
                                        </p:attrNameLst>
                                      </p:cBhvr>
                                      <p:tavLst>
                                        <p:tav tm="0">
                                          <p:val>
                                            <p:strVal val="#ppt_y"/>
                                          </p:val>
                                        </p:tav>
                                        <p:tav tm="100000">
                                          <p:val>
                                            <p:strVal val="#ppt_y"/>
                                          </p:val>
                                        </p:tav>
                                      </p:tavLst>
                                    </p:anim>
                                    <p:anim calcmode="lin" valueType="num">
                                      <p:cBhvr>
                                        <p:cTn id="71" dur="500" fill="hold"/>
                                        <p:tgtEl>
                                          <p:spTgt spid="335875">
                                            <p:txEl>
                                              <p:pRg st="8" end="8"/>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72" dur="500" fill="hold"/>
                                        <p:tgtEl>
                                          <p:spTgt spid="335875">
                                            <p:txEl>
                                              <p:pRg st="8" end="8"/>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73" dur="500" tmFilter="0,0; .5, 1; 1, 1"/>
                                        <p:tgtEl>
                                          <p:spTgt spid="335875">
                                            <p:txEl>
                                              <p:pRg st="8" end="8"/>
                                            </p:txEl>
                                          </p:spTgt>
                                        </p:tgtEl>
                                      </p:cBhvr>
                                    </p:animEffect>
                                  </p:childTnLst>
                                </p:cTn>
                              </p:par>
                              <p:par>
                                <p:cTn id="74" presetID="41" presetClass="entr" presetSubtype="0" fill="hold" nodeType="withEffect">
                                  <p:stCondLst>
                                    <p:cond delay="0"/>
                                  </p:stCondLst>
                                  <p:iterate type="lt">
                                    <p:tmPct val="10000"/>
                                  </p:iterate>
                                  <p:childTnLst>
                                    <p:set>
                                      <p:cBhvr>
                                        <p:cTn id="75" dur="1" fill="hold">
                                          <p:stCondLst>
                                            <p:cond delay="0"/>
                                          </p:stCondLst>
                                        </p:cTn>
                                        <p:tgtEl>
                                          <p:spTgt spid="335875">
                                            <p:txEl>
                                              <p:pRg st="9" end="9"/>
                                            </p:txEl>
                                          </p:spTgt>
                                        </p:tgtEl>
                                        <p:attrNameLst>
                                          <p:attrName>style.visibility</p:attrName>
                                        </p:attrNameLst>
                                      </p:cBhvr>
                                      <p:to>
                                        <p:strVal val="visible"/>
                                      </p:to>
                                    </p:set>
                                    <p:anim calcmode="lin" valueType="num">
                                      <p:cBhvr>
                                        <p:cTn id="76" dur="500" fill="hold"/>
                                        <p:tgtEl>
                                          <p:spTgt spid="335875">
                                            <p:txEl>
                                              <p:pRg st="9" end="9"/>
                                            </p:txEl>
                                          </p:spTgt>
                                        </p:tgtEl>
                                        <p:attrNameLst>
                                          <p:attrName>ppt_x</p:attrName>
                                        </p:attrNameLst>
                                      </p:cBhvr>
                                      <p:tavLst>
                                        <p:tav tm="0">
                                          <p:val>
                                            <p:strVal val="#ppt_x"/>
                                          </p:val>
                                        </p:tav>
                                        <p:tav tm="50000">
                                          <p:val>
                                            <p:strVal val="#ppt_x+.1"/>
                                          </p:val>
                                        </p:tav>
                                        <p:tav tm="100000">
                                          <p:val>
                                            <p:strVal val="#ppt_x"/>
                                          </p:val>
                                        </p:tav>
                                      </p:tavLst>
                                    </p:anim>
                                    <p:anim calcmode="lin" valueType="num">
                                      <p:cBhvr>
                                        <p:cTn id="77" dur="500" fill="hold"/>
                                        <p:tgtEl>
                                          <p:spTgt spid="335875">
                                            <p:txEl>
                                              <p:pRg st="9" end="9"/>
                                            </p:txEl>
                                          </p:spTgt>
                                        </p:tgtEl>
                                        <p:attrNameLst>
                                          <p:attrName>ppt_y</p:attrName>
                                        </p:attrNameLst>
                                      </p:cBhvr>
                                      <p:tavLst>
                                        <p:tav tm="0">
                                          <p:val>
                                            <p:strVal val="#ppt_y"/>
                                          </p:val>
                                        </p:tav>
                                        <p:tav tm="100000">
                                          <p:val>
                                            <p:strVal val="#ppt_y"/>
                                          </p:val>
                                        </p:tav>
                                      </p:tavLst>
                                    </p:anim>
                                    <p:anim calcmode="lin" valueType="num">
                                      <p:cBhvr>
                                        <p:cTn id="78" dur="500" fill="hold"/>
                                        <p:tgtEl>
                                          <p:spTgt spid="335875">
                                            <p:txEl>
                                              <p:pRg st="9" end="9"/>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79" dur="500" fill="hold"/>
                                        <p:tgtEl>
                                          <p:spTgt spid="335875">
                                            <p:txEl>
                                              <p:pRg st="9" end="9"/>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80" dur="500" tmFilter="0,0; .5, 1; 1, 1"/>
                                        <p:tgtEl>
                                          <p:spTgt spid="33587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Number Placeholder 5">
            <a:extLst>
              <a:ext uri="{FF2B5EF4-FFF2-40B4-BE49-F238E27FC236}">
                <a16:creationId xmlns:a16="http://schemas.microsoft.com/office/drawing/2014/main" id="{4391BCAE-08DC-9FE0-46E8-B02F083CBCC6}"/>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875EF866-2539-4FCC-A91D-560D2674979B}" type="slidenum">
              <a:rPr lang="en-US" altLang="vi-VN" sz="1000">
                <a:latin typeface="Verdana" panose="020B0604030504040204" pitchFamily="34" charset="0"/>
              </a:rPr>
              <a:pPr algn="r" eaLnBrk="1" hangingPunct="1">
                <a:spcBef>
                  <a:spcPct val="0"/>
                </a:spcBef>
                <a:buFontTx/>
                <a:buNone/>
              </a:pPr>
              <a:t>58</a:t>
            </a:fld>
            <a:endParaRPr lang="en-US" altLang="vi-VN" sz="1000">
              <a:latin typeface="Verdana" panose="020B0604030504040204" pitchFamily="34" charset="0"/>
            </a:endParaRPr>
          </a:p>
        </p:txBody>
      </p:sp>
      <p:sp>
        <p:nvSpPr>
          <p:cNvPr id="74755" name="Rectangle 2">
            <a:extLst>
              <a:ext uri="{FF2B5EF4-FFF2-40B4-BE49-F238E27FC236}">
                <a16:creationId xmlns:a16="http://schemas.microsoft.com/office/drawing/2014/main" id="{49E2182D-5C54-8498-B79E-02A126DD2EA3}"/>
              </a:ext>
            </a:extLst>
          </p:cNvPr>
          <p:cNvSpPr>
            <a:spLocks noGrp="1" noChangeArrowheads="1"/>
          </p:cNvSpPr>
          <p:nvPr>
            <p:ph type="title" idx="4294967295"/>
          </p:nvPr>
        </p:nvSpPr>
        <p:spPr>
          <a:xfrm>
            <a:off x="1447800" y="325438"/>
            <a:ext cx="6858000" cy="357187"/>
          </a:xfrm>
        </p:spPr>
        <p:txBody>
          <a:bodyPr anchor="b"/>
          <a:lstStyle/>
          <a:p>
            <a:pPr eaLnBrk="1" hangingPunct="1"/>
            <a:r>
              <a:rPr lang="en-US" altLang="vi-VN" sz="3200" b="1">
                <a:solidFill>
                  <a:srgbClr val="FF0000"/>
                </a:solidFill>
                <a:latin typeface="Times New Roman" panose="02020603050405020304" pitchFamily="18" charset="0"/>
              </a:rPr>
              <a:t>4. Các hàm thời gian</a:t>
            </a:r>
            <a:r>
              <a:rPr lang="en-US" altLang="vi-VN" sz="3200">
                <a:solidFill>
                  <a:srgbClr val="FF0000"/>
                </a:solidFill>
                <a:latin typeface="Times New Roman" panose="02020603050405020304" pitchFamily="18" charset="0"/>
              </a:rPr>
              <a:t> </a:t>
            </a:r>
          </a:p>
        </p:txBody>
      </p:sp>
      <p:sp>
        <p:nvSpPr>
          <p:cNvPr id="336899" name="Rectangle 3">
            <a:extLst>
              <a:ext uri="{FF2B5EF4-FFF2-40B4-BE49-F238E27FC236}">
                <a16:creationId xmlns:a16="http://schemas.microsoft.com/office/drawing/2014/main" id="{9F748E1D-10AE-6DBB-EF02-41DF4F4EF587}"/>
              </a:ext>
            </a:extLst>
          </p:cNvPr>
          <p:cNvSpPr>
            <a:spLocks noGrp="1" noChangeArrowheads="1"/>
          </p:cNvSpPr>
          <p:nvPr>
            <p:ph type="body" idx="4294967295"/>
          </p:nvPr>
        </p:nvSpPr>
        <p:spPr>
          <a:xfrm>
            <a:off x="228600" y="1600200"/>
            <a:ext cx="8915400" cy="4953000"/>
          </a:xfrm>
        </p:spPr>
        <p:txBody>
          <a:bodyPr/>
          <a:lstStyle/>
          <a:p>
            <a:pPr eaLnBrk="1" hangingPunct="1">
              <a:lnSpc>
                <a:spcPct val="90000"/>
              </a:lnSpc>
              <a:buFont typeface="Wingdings" panose="05000000000000000000" pitchFamily="2" charset="2"/>
              <a:buNone/>
            </a:pPr>
            <a:r>
              <a:rPr lang="en-US" altLang="vi-VN" sz="2800">
                <a:solidFill>
                  <a:srgbClr val="0000FF"/>
                </a:solidFill>
                <a:latin typeface="Times New Roman" panose="02020603050405020304" pitchFamily="18" charset="0"/>
              </a:rPr>
              <a:t> Hàm TODAY</a:t>
            </a:r>
          </a:p>
          <a:p>
            <a:pPr eaLnBrk="1" hangingPunct="1">
              <a:lnSpc>
                <a:spcPct val="90000"/>
              </a:lnSpc>
              <a:buFont typeface="Wingdings" panose="05000000000000000000" pitchFamily="2" charset="2"/>
              <a:buNone/>
            </a:pPr>
            <a:r>
              <a:rPr lang="en-US" altLang="vi-VN" sz="2800">
                <a:latin typeface="Times New Roman" panose="02020603050405020304" pitchFamily="18" charset="0"/>
              </a:rPr>
              <a:t>  Cú pháp: =</a:t>
            </a:r>
            <a:r>
              <a:rPr lang="en-US" altLang="vi-VN" sz="2800" b="1">
                <a:latin typeface="Times New Roman" panose="02020603050405020304" pitchFamily="18" charset="0"/>
              </a:rPr>
              <a:t>TODAY( )</a:t>
            </a:r>
            <a:endParaRPr lang="en-US" altLang="vi-VN" sz="2800">
              <a:latin typeface="Times New Roman" panose="02020603050405020304" pitchFamily="18" charset="0"/>
            </a:endParaRPr>
          </a:p>
          <a:p>
            <a:pPr eaLnBrk="1" hangingPunct="1">
              <a:lnSpc>
                <a:spcPct val="90000"/>
              </a:lnSpc>
              <a:buFont typeface="Wingdings" panose="05000000000000000000" pitchFamily="2" charset="2"/>
              <a:buNone/>
            </a:pPr>
            <a:r>
              <a:rPr lang="en-US" altLang="vi-VN" sz="2800">
                <a:latin typeface="Times New Roman" panose="02020603050405020304" pitchFamily="18" charset="0"/>
              </a:rPr>
              <a:t>  Công dụng: Trả về giá trị là ngày tháng năm của hệ thống máy tính.</a:t>
            </a:r>
          </a:p>
          <a:p>
            <a:pPr eaLnBrk="1" hangingPunct="1">
              <a:lnSpc>
                <a:spcPct val="90000"/>
              </a:lnSpc>
              <a:buFont typeface="Wingdings" panose="05000000000000000000" pitchFamily="2" charset="2"/>
              <a:buNone/>
            </a:pPr>
            <a:r>
              <a:rPr lang="en-US" altLang="vi-VN" sz="2800">
                <a:solidFill>
                  <a:srgbClr val="0000FF"/>
                </a:solidFill>
                <a:latin typeface="Times New Roman" panose="02020603050405020304" pitchFamily="18" charset="0"/>
              </a:rPr>
              <a:t>  Hàm NOW</a:t>
            </a:r>
          </a:p>
          <a:p>
            <a:pPr eaLnBrk="1" hangingPunct="1">
              <a:lnSpc>
                <a:spcPct val="90000"/>
              </a:lnSpc>
              <a:buFont typeface="Wingdings" panose="05000000000000000000" pitchFamily="2" charset="2"/>
              <a:buNone/>
            </a:pPr>
            <a:r>
              <a:rPr lang="en-US" altLang="vi-VN" sz="2800">
                <a:latin typeface="Times New Roman" panose="02020603050405020304" pitchFamily="18" charset="0"/>
              </a:rPr>
              <a:t>  Cú pháp: =</a:t>
            </a:r>
            <a:r>
              <a:rPr lang="en-US" altLang="vi-VN" sz="2800" b="1">
                <a:latin typeface="Times New Roman" panose="02020603050405020304" pitchFamily="18" charset="0"/>
              </a:rPr>
              <a:t>NOW( )</a:t>
            </a:r>
            <a:endParaRPr lang="en-US" altLang="vi-VN" sz="2800">
              <a:latin typeface="Times New Roman" panose="02020603050405020304" pitchFamily="18" charset="0"/>
            </a:endParaRPr>
          </a:p>
          <a:p>
            <a:pPr eaLnBrk="1" hangingPunct="1">
              <a:lnSpc>
                <a:spcPct val="90000"/>
              </a:lnSpc>
              <a:buFont typeface="Wingdings" panose="05000000000000000000" pitchFamily="2" charset="2"/>
              <a:buNone/>
            </a:pPr>
            <a:r>
              <a:rPr lang="en-US" altLang="vi-VN" sz="2800">
                <a:latin typeface="Times New Roman" panose="02020603050405020304" pitchFamily="18" charset="0"/>
              </a:rPr>
              <a:t>  Công dụng: Trả về giá trị là ngày tháng năm và giờ phút của hệ thống.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336899">
                                            <p:txEl>
                                              <p:pRg st="0" end="0"/>
                                            </p:txEl>
                                          </p:spTgt>
                                        </p:tgtEl>
                                        <p:attrNameLst>
                                          <p:attrName>style.visibility</p:attrName>
                                        </p:attrNameLst>
                                      </p:cBhvr>
                                      <p:to>
                                        <p:strVal val="visible"/>
                                      </p:to>
                                    </p:set>
                                    <p:anim calcmode="lin" valueType="num">
                                      <p:cBhvr>
                                        <p:cTn id="7" dur="500" fill="hold"/>
                                        <p:tgtEl>
                                          <p:spTgt spid="336899">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36899">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336899">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36899">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36899">
                                            <p:txEl>
                                              <p:pRg st="0" end="0"/>
                                            </p:txEl>
                                          </p:spTgt>
                                        </p:tgtEl>
                                      </p:cBhvr>
                                    </p:animEffect>
                                  </p:childTnLst>
                                </p:cTn>
                              </p:par>
                              <p:par>
                                <p:cTn id="12" presetID="41" presetClass="entr" presetSubtype="0" fill="hold" nodeType="withEffect">
                                  <p:stCondLst>
                                    <p:cond delay="0"/>
                                  </p:stCondLst>
                                  <p:iterate type="lt">
                                    <p:tmPct val="10000"/>
                                  </p:iterate>
                                  <p:childTnLst>
                                    <p:set>
                                      <p:cBhvr>
                                        <p:cTn id="13" dur="1" fill="hold">
                                          <p:stCondLst>
                                            <p:cond delay="0"/>
                                          </p:stCondLst>
                                        </p:cTn>
                                        <p:tgtEl>
                                          <p:spTgt spid="336899">
                                            <p:txEl>
                                              <p:pRg st="1" end="1"/>
                                            </p:txEl>
                                          </p:spTgt>
                                        </p:tgtEl>
                                        <p:attrNameLst>
                                          <p:attrName>style.visibility</p:attrName>
                                        </p:attrNameLst>
                                      </p:cBhvr>
                                      <p:to>
                                        <p:strVal val="visible"/>
                                      </p:to>
                                    </p:set>
                                    <p:anim calcmode="lin" valueType="num">
                                      <p:cBhvr>
                                        <p:cTn id="14" dur="500" fill="hold"/>
                                        <p:tgtEl>
                                          <p:spTgt spid="336899">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15" dur="500" fill="hold"/>
                                        <p:tgtEl>
                                          <p:spTgt spid="336899">
                                            <p:txEl>
                                              <p:pRg st="1" end="1"/>
                                            </p:txEl>
                                          </p:spTgt>
                                        </p:tgtEl>
                                        <p:attrNameLst>
                                          <p:attrName>ppt_y</p:attrName>
                                        </p:attrNameLst>
                                      </p:cBhvr>
                                      <p:tavLst>
                                        <p:tav tm="0">
                                          <p:val>
                                            <p:strVal val="#ppt_y"/>
                                          </p:val>
                                        </p:tav>
                                        <p:tav tm="100000">
                                          <p:val>
                                            <p:strVal val="#ppt_y"/>
                                          </p:val>
                                        </p:tav>
                                      </p:tavLst>
                                    </p:anim>
                                    <p:anim calcmode="lin" valueType="num">
                                      <p:cBhvr>
                                        <p:cTn id="16" dur="500" fill="hold"/>
                                        <p:tgtEl>
                                          <p:spTgt spid="336899">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7" dur="500" fill="hold"/>
                                        <p:tgtEl>
                                          <p:spTgt spid="336899">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8" dur="500" tmFilter="0,0; .5, 1; 1, 1"/>
                                        <p:tgtEl>
                                          <p:spTgt spid="336899">
                                            <p:txEl>
                                              <p:pRg st="1" end="1"/>
                                            </p:txEl>
                                          </p:spTgt>
                                        </p:tgtEl>
                                      </p:cBhvr>
                                    </p:animEffect>
                                  </p:childTnLst>
                                </p:cTn>
                              </p:par>
                              <p:par>
                                <p:cTn id="19" presetID="41" presetClass="entr" presetSubtype="0" fill="hold" nodeType="withEffect">
                                  <p:stCondLst>
                                    <p:cond delay="0"/>
                                  </p:stCondLst>
                                  <p:iterate type="lt">
                                    <p:tmPct val="10000"/>
                                  </p:iterate>
                                  <p:childTnLst>
                                    <p:set>
                                      <p:cBhvr>
                                        <p:cTn id="20" dur="1" fill="hold">
                                          <p:stCondLst>
                                            <p:cond delay="0"/>
                                          </p:stCondLst>
                                        </p:cTn>
                                        <p:tgtEl>
                                          <p:spTgt spid="336899">
                                            <p:txEl>
                                              <p:pRg st="2" end="2"/>
                                            </p:txEl>
                                          </p:spTgt>
                                        </p:tgtEl>
                                        <p:attrNameLst>
                                          <p:attrName>style.visibility</p:attrName>
                                        </p:attrNameLst>
                                      </p:cBhvr>
                                      <p:to>
                                        <p:strVal val="visible"/>
                                      </p:to>
                                    </p:set>
                                    <p:anim calcmode="lin" valueType="num">
                                      <p:cBhvr>
                                        <p:cTn id="21" dur="500" fill="hold"/>
                                        <p:tgtEl>
                                          <p:spTgt spid="336899">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336899">
                                            <p:txEl>
                                              <p:pRg st="2" end="2"/>
                                            </p:txEl>
                                          </p:spTgt>
                                        </p:tgtEl>
                                        <p:attrNameLst>
                                          <p:attrName>ppt_y</p:attrName>
                                        </p:attrNameLst>
                                      </p:cBhvr>
                                      <p:tavLst>
                                        <p:tav tm="0">
                                          <p:val>
                                            <p:strVal val="#ppt_y"/>
                                          </p:val>
                                        </p:tav>
                                        <p:tav tm="100000">
                                          <p:val>
                                            <p:strVal val="#ppt_y"/>
                                          </p:val>
                                        </p:tav>
                                      </p:tavLst>
                                    </p:anim>
                                    <p:anim calcmode="lin" valueType="num">
                                      <p:cBhvr>
                                        <p:cTn id="23" dur="500" fill="hold"/>
                                        <p:tgtEl>
                                          <p:spTgt spid="336899">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336899">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336899">
                                            <p:txEl>
                                              <p:pRg st="2" end="2"/>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1" presetClass="entr" presetSubtype="4" fill="hold" nodeType="clickEffect">
                                  <p:stCondLst>
                                    <p:cond delay="0"/>
                                  </p:stCondLst>
                                  <p:childTnLst>
                                    <p:set>
                                      <p:cBhvr>
                                        <p:cTn id="29" dur="1" fill="hold">
                                          <p:stCondLst>
                                            <p:cond delay="0"/>
                                          </p:stCondLst>
                                        </p:cTn>
                                        <p:tgtEl>
                                          <p:spTgt spid="336899">
                                            <p:txEl>
                                              <p:pRg st="3" end="3"/>
                                            </p:txEl>
                                          </p:spTgt>
                                        </p:tgtEl>
                                        <p:attrNameLst>
                                          <p:attrName>style.visibility</p:attrName>
                                        </p:attrNameLst>
                                      </p:cBhvr>
                                      <p:to>
                                        <p:strVal val="visible"/>
                                      </p:to>
                                    </p:set>
                                    <p:animEffect transition="in" filter="wheel(4)">
                                      <p:cBhvr>
                                        <p:cTn id="30" dur="2000"/>
                                        <p:tgtEl>
                                          <p:spTgt spid="336899">
                                            <p:txEl>
                                              <p:pRg st="3" end="3"/>
                                            </p:txEl>
                                          </p:spTgt>
                                        </p:tgtEl>
                                      </p:cBhvr>
                                    </p:animEffect>
                                  </p:childTnLst>
                                </p:cTn>
                              </p:par>
                              <p:par>
                                <p:cTn id="31" presetID="21" presetClass="entr" presetSubtype="4" fill="hold" nodeType="withEffect">
                                  <p:stCondLst>
                                    <p:cond delay="0"/>
                                  </p:stCondLst>
                                  <p:childTnLst>
                                    <p:set>
                                      <p:cBhvr>
                                        <p:cTn id="32" dur="1" fill="hold">
                                          <p:stCondLst>
                                            <p:cond delay="0"/>
                                          </p:stCondLst>
                                        </p:cTn>
                                        <p:tgtEl>
                                          <p:spTgt spid="336899">
                                            <p:txEl>
                                              <p:pRg st="4" end="4"/>
                                            </p:txEl>
                                          </p:spTgt>
                                        </p:tgtEl>
                                        <p:attrNameLst>
                                          <p:attrName>style.visibility</p:attrName>
                                        </p:attrNameLst>
                                      </p:cBhvr>
                                      <p:to>
                                        <p:strVal val="visible"/>
                                      </p:to>
                                    </p:set>
                                    <p:animEffect transition="in" filter="wheel(4)">
                                      <p:cBhvr>
                                        <p:cTn id="33" dur="2000"/>
                                        <p:tgtEl>
                                          <p:spTgt spid="336899">
                                            <p:txEl>
                                              <p:pRg st="4" end="4"/>
                                            </p:txEl>
                                          </p:spTgt>
                                        </p:tgtEl>
                                      </p:cBhvr>
                                    </p:animEffect>
                                  </p:childTnLst>
                                </p:cTn>
                              </p:par>
                              <p:par>
                                <p:cTn id="34" presetID="21" presetClass="entr" presetSubtype="4" fill="hold" nodeType="withEffect">
                                  <p:stCondLst>
                                    <p:cond delay="0"/>
                                  </p:stCondLst>
                                  <p:childTnLst>
                                    <p:set>
                                      <p:cBhvr>
                                        <p:cTn id="35" dur="1" fill="hold">
                                          <p:stCondLst>
                                            <p:cond delay="0"/>
                                          </p:stCondLst>
                                        </p:cTn>
                                        <p:tgtEl>
                                          <p:spTgt spid="336899">
                                            <p:txEl>
                                              <p:pRg st="5" end="5"/>
                                            </p:txEl>
                                          </p:spTgt>
                                        </p:tgtEl>
                                        <p:attrNameLst>
                                          <p:attrName>style.visibility</p:attrName>
                                        </p:attrNameLst>
                                      </p:cBhvr>
                                      <p:to>
                                        <p:strVal val="visible"/>
                                      </p:to>
                                    </p:set>
                                    <p:animEffect transition="in" filter="wheel(4)">
                                      <p:cBhvr>
                                        <p:cTn id="36" dur="2000"/>
                                        <p:tgtEl>
                                          <p:spTgt spid="33689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Number Placeholder 5">
            <a:extLst>
              <a:ext uri="{FF2B5EF4-FFF2-40B4-BE49-F238E27FC236}">
                <a16:creationId xmlns:a16="http://schemas.microsoft.com/office/drawing/2014/main" id="{ADA2B71B-8096-8AB1-F8AB-74A4E5A87C85}"/>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258249E4-0B0C-421E-AC3F-51CB8D4114B7}" type="slidenum">
              <a:rPr lang="en-US" altLang="vi-VN" sz="1000">
                <a:latin typeface="Verdana" panose="020B0604030504040204" pitchFamily="34" charset="0"/>
              </a:rPr>
              <a:pPr algn="r" eaLnBrk="1" hangingPunct="1">
                <a:spcBef>
                  <a:spcPct val="0"/>
                </a:spcBef>
                <a:buFontTx/>
                <a:buNone/>
              </a:pPr>
              <a:t>59</a:t>
            </a:fld>
            <a:endParaRPr lang="en-US" altLang="vi-VN" sz="1000">
              <a:latin typeface="Verdana" panose="020B0604030504040204" pitchFamily="34" charset="0"/>
            </a:endParaRPr>
          </a:p>
        </p:txBody>
      </p:sp>
      <p:sp>
        <p:nvSpPr>
          <p:cNvPr id="75779" name="Rectangle 2">
            <a:extLst>
              <a:ext uri="{FF2B5EF4-FFF2-40B4-BE49-F238E27FC236}">
                <a16:creationId xmlns:a16="http://schemas.microsoft.com/office/drawing/2014/main" id="{0B5DD606-39AA-291A-09FC-25BBDAA9E39D}"/>
              </a:ext>
            </a:extLst>
          </p:cNvPr>
          <p:cNvSpPr>
            <a:spLocks noGrp="1" noChangeArrowheads="1"/>
          </p:cNvSpPr>
          <p:nvPr>
            <p:ph type="title" idx="4294967295"/>
          </p:nvPr>
        </p:nvSpPr>
        <p:spPr>
          <a:xfrm>
            <a:off x="228600" y="0"/>
            <a:ext cx="8229600" cy="685800"/>
          </a:xfrm>
        </p:spPr>
        <p:txBody>
          <a:bodyPr anchor="b"/>
          <a:lstStyle/>
          <a:p>
            <a:pPr eaLnBrk="1" hangingPunct="1"/>
            <a:r>
              <a:rPr lang="en-US" altLang="vi-VN" sz="3200" b="1">
                <a:solidFill>
                  <a:srgbClr val="FF0000"/>
                </a:solidFill>
                <a:latin typeface="Times New Roman" panose="02020603050405020304" pitchFamily="18" charset="0"/>
              </a:rPr>
              <a:t>4. Các hàm thời gian</a:t>
            </a:r>
          </a:p>
        </p:txBody>
      </p:sp>
      <p:sp>
        <p:nvSpPr>
          <p:cNvPr id="337923" name="Rectangle 3">
            <a:extLst>
              <a:ext uri="{FF2B5EF4-FFF2-40B4-BE49-F238E27FC236}">
                <a16:creationId xmlns:a16="http://schemas.microsoft.com/office/drawing/2014/main" id="{92720511-E772-D04F-F7A8-72BB3E7072B5}"/>
              </a:ext>
            </a:extLst>
          </p:cNvPr>
          <p:cNvSpPr>
            <a:spLocks noGrp="1" noChangeArrowheads="1"/>
          </p:cNvSpPr>
          <p:nvPr>
            <p:ph type="body" idx="4294967295"/>
          </p:nvPr>
        </p:nvSpPr>
        <p:spPr>
          <a:xfrm>
            <a:off x="457200" y="1143000"/>
            <a:ext cx="8534400" cy="5181600"/>
          </a:xfrm>
        </p:spPr>
        <p:txBody>
          <a:bodyPr/>
          <a:lstStyle/>
          <a:p>
            <a:pPr marL="0" indent="0" eaLnBrk="1" hangingPunct="1">
              <a:buFont typeface="Wingdings" panose="05000000000000000000" pitchFamily="2" charset="2"/>
              <a:buNone/>
            </a:pPr>
            <a:r>
              <a:rPr lang="en-US" altLang="vi-VN" sz="2800">
                <a:solidFill>
                  <a:srgbClr val="0000FF"/>
                </a:solidFill>
                <a:latin typeface="Times New Roman" panose="02020603050405020304" pitchFamily="18" charset="0"/>
              </a:rPr>
              <a:t>Hàm DAY</a:t>
            </a:r>
          </a:p>
          <a:p>
            <a:pPr marL="0" indent="0" eaLnBrk="1" hangingPunct="1">
              <a:buFont typeface="Wingdings" panose="05000000000000000000" pitchFamily="2" charset="2"/>
              <a:buNone/>
            </a:pPr>
            <a:r>
              <a:rPr lang="en-US" altLang="vi-VN" sz="2800">
                <a:latin typeface="Times New Roman" panose="02020603050405020304" pitchFamily="18" charset="0"/>
              </a:rPr>
              <a:t>Cú pháp: =</a:t>
            </a:r>
            <a:r>
              <a:rPr lang="en-US" altLang="vi-VN" sz="2800" b="1">
                <a:latin typeface="Times New Roman" panose="02020603050405020304" pitchFamily="18" charset="0"/>
              </a:rPr>
              <a:t>DAY (biểu thức ngày – tháng – năm)</a:t>
            </a:r>
            <a:endParaRPr lang="en-US" altLang="vi-VN" sz="2800">
              <a:latin typeface="Times New Roman" panose="02020603050405020304" pitchFamily="18" charset="0"/>
            </a:endParaRPr>
          </a:p>
          <a:p>
            <a:pPr marL="0" indent="0" eaLnBrk="1" hangingPunct="1">
              <a:buFont typeface="Wingdings" panose="05000000000000000000" pitchFamily="2" charset="2"/>
              <a:buNone/>
            </a:pPr>
            <a:r>
              <a:rPr lang="en-US" altLang="vi-VN" sz="2800">
                <a:latin typeface="Times New Roman" panose="02020603050405020304" pitchFamily="18" charset="0"/>
              </a:rPr>
              <a:t>Công dụng: Trả về phần ngày</a:t>
            </a:r>
            <a:r>
              <a:rPr lang="en-US" altLang="vi-VN" sz="2800" i="1">
                <a:latin typeface="Times New Roman" panose="02020603050405020304" pitchFamily="18" charset="0"/>
              </a:rPr>
              <a:t> </a:t>
            </a:r>
            <a:r>
              <a:rPr lang="en-US" altLang="vi-VN" sz="2800">
                <a:latin typeface="Times New Roman" panose="02020603050405020304" pitchFamily="18" charset="0"/>
              </a:rPr>
              <a:t>của biểu thức ngày- tháng – năm.</a:t>
            </a:r>
          </a:p>
          <a:p>
            <a:pPr marL="0" indent="0" eaLnBrk="1" hangingPunct="1">
              <a:buFont typeface="Wingdings" panose="05000000000000000000" pitchFamily="2" charset="2"/>
              <a:buNone/>
            </a:pPr>
            <a:r>
              <a:rPr lang="en-US" altLang="vi-VN" sz="2800">
                <a:solidFill>
                  <a:srgbClr val="0000FF"/>
                </a:solidFill>
                <a:latin typeface="Times New Roman" panose="02020603050405020304" pitchFamily="18" charset="0"/>
              </a:rPr>
              <a:t>Ví dụ:</a:t>
            </a:r>
            <a:r>
              <a:rPr lang="en-US" altLang="vi-VN" sz="2800">
                <a:latin typeface="Times New Roman" panose="02020603050405020304" pitchFamily="18" charset="0"/>
              </a:rPr>
              <a:t> =DAY(TODAY( ))</a:t>
            </a:r>
          </a:p>
          <a:p>
            <a:pPr marL="0" indent="0" eaLnBrk="1" hangingPunct="1">
              <a:buFont typeface="Wingdings" panose="05000000000000000000" pitchFamily="2" charset="2"/>
              <a:buNone/>
            </a:pPr>
            <a:r>
              <a:rPr lang="en-US" altLang="vi-VN" sz="2800">
                <a:solidFill>
                  <a:srgbClr val="0000FF"/>
                </a:solidFill>
                <a:latin typeface="Times New Roman" panose="02020603050405020304" pitchFamily="18" charset="0"/>
              </a:rPr>
              <a:t>Hàm MONTH</a:t>
            </a:r>
          </a:p>
          <a:p>
            <a:pPr marL="0" indent="0" eaLnBrk="1" hangingPunct="1">
              <a:buFont typeface="Wingdings" panose="05000000000000000000" pitchFamily="2" charset="2"/>
              <a:buNone/>
            </a:pPr>
            <a:r>
              <a:rPr lang="en-US" altLang="vi-VN" sz="2800">
                <a:latin typeface="Times New Roman" panose="02020603050405020304" pitchFamily="18" charset="0"/>
              </a:rPr>
              <a:t>Cú pháp: =</a:t>
            </a:r>
            <a:r>
              <a:rPr lang="en-US" altLang="vi-VN" sz="2800" b="1">
                <a:latin typeface="Times New Roman" panose="02020603050405020304" pitchFamily="18" charset="0"/>
              </a:rPr>
              <a:t>MONTH (biểu thức ngày – tháng –năm)</a:t>
            </a:r>
            <a:endParaRPr lang="en-US" altLang="vi-VN" sz="2800">
              <a:latin typeface="Times New Roman" panose="02020603050405020304" pitchFamily="18" charset="0"/>
            </a:endParaRPr>
          </a:p>
          <a:p>
            <a:pPr marL="0" indent="0" eaLnBrk="1" hangingPunct="1">
              <a:buFont typeface="Wingdings" panose="05000000000000000000" pitchFamily="2" charset="2"/>
              <a:buNone/>
            </a:pPr>
            <a:r>
              <a:rPr lang="en-US" altLang="vi-VN" sz="2800">
                <a:latin typeface="Times New Roman" panose="02020603050405020304" pitchFamily="18" charset="0"/>
              </a:rPr>
              <a:t>CD: Trả về phần </a:t>
            </a:r>
            <a:r>
              <a:rPr lang="en-US" altLang="vi-VN" sz="2800" b="1">
                <a:latin typeface="Times New Roman" panose="02020603050405020304" pitchFamily="18" charset="0"/>
              </a:rPr>
              <a:t>tháng</a:t>
            </a:r>
            <a:r>
              <a:rPr lang="en-US" altLang="vi-VN" sz="2800" i="1">
                <a:latin typeface="Times New Roman" panose="02020603050405020304" pitchFamily="18" charset="0"/>
              </a:rPr>
              <a:t> </a:t>
            </a:r>
            <a:r>
              <a:rPr lang="en-US" altLang="vi-VN" sz="2800">
                <a:latin typeface="Times New Roman" panose="02020603050405020304" pitchFamily="18" charset="0"/>
              </a:rPr>
              <a:t>của biểu thức ngày– tháng – năm.</a:t>
            </a:r>
          </a:p>
          <a:p>
            <a:pPr marL="0" indent="0" eaLnBrk="1" hangingPunct="1">
              <a:buFont typeface="Wingdings" panose="05000000000000000000" pitchFamily="2" charset="2"/>
              <a:buNone/>
            </a:pPr>
            <a:r>
              <a:rPr lang="en-US" altLang="vi-VN" sz="2800">
                <a:solidFill>
                  <a:srgbClr val="0000FF"/>
                </a:solidFill>
                <a:latin typeface="Times New Roman" panose="02020603050405020304" pitchFamily="18" charset="0"/>
              </a:rPr>
              <a:t>Ví dụ</a:t>
            </a:r>
            <a:r>
              <a:rPr lang="en-US" altLang="vi-VN" sz="2800">
                <a:latin typeface="Times New Roman" panose="02020603050405020304" pitchFamily="18" charset="0"/>
              </a:rPr>
              <a:t>: =MONTH(TODAY(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337923">
                                            <p:txEl>
                                              <p:pRg st="0" end="0"/>
                                            </p:txEl>
                                          </p:spTgt>
                                        </p:tgtEl>
                                        <p:attrNameLst>
                                          <p:attrName>style.visibility</p:attrName>
                                        </p:attrNameLst>
                                      </p:cBhvr>
                                      <p:to>
                                        <p:strVal val="visible"/>
                                      </p:to>
                                    </p:set>
                                    <p:animEffect transition="in" filter="wheel(4)">
                                      <p:cBhvr>
                                        <p:cTn id="7" dur="2000"/>
                                        <p:tgtEl>
                                          <p:spTgt spid="3379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1" presetClass="entr" presetSubtype="0" fill="hold" nodeType="clickEffect">
                                  <p:stCondLst>
                                    <p:cond delay="0"/>
                                  </p:stCondLst>
                                  <p:iterate type="lt">
                                    <p:tmPct val="10000"/>
                                  </p:iterate>
                                  <p:childTnLst>
                                    <p:set>
                                      <p:cBhvr>
                                        <p:cTn id="11" dur="1" fill="hold">
                                          <p:stCondLst>
                                            <p:cond delay="0"/>
                                          </p:stCondLst>
                                        </p:cTn>
                                        <p:tgtEl>
                                          <p:spTgt spid="337923">
                                            <p:txEl>
                                              <p:pRg st="1" end="1"/>
                                            </p:txEl>
                                          </p:spTgt>
                                        </p:tgtEl>
                                        <p:attrNameLst>
                                          <p:attrName>style.visibility</p:attrName>
                                        </p:attrNameLst>
                                      </p:cBhvr>
                                      <p:to>
                                        <p:strVal val="visible"/>
                                      </p:to>
                                    </p:set>
                                    <p:anim calcmode="lin" valueType="num">
                                      <p:cBhvr>
                                        <p:cTn id="12" dur="500" fill="hold"/>
                                        <p:tgtEl>
                                          <p:spTgt spid="337923">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13" dur="500" fill="hold"/>
                                        <p:tgtEl>
                                          <p:spTgt spid="337923">
                                            <p:txEl>
                                              <p:pRg st="1" end="1"/>
                                            </p:txEl>
                                          </p:spTgt>
                                        </p:tgtEl>
                                        <p:attrNameLst>
                                          <p:attrName>ppt_y</p:attrName>
                                        </p:attrNameLst>
                                      </p:cBhvr>
                                      <p:tavLst>
                                        <p:tav tm="0">
                                          <p:val>
                                            <p:strVal val="#ppt_y"/>
                                          </p:val>
                                        </p:tav>
                                        <p:tav tm="100000">
                                          <p:val>
                                            <p:strVal val="#ppt_y"/>
                                          </p:val>
                                        </p:tav>
                                      </p:tavLst>
                                    </p:anim>
                                    <p:anim calcmode="lin" valueType="num">
                                      <p:cBhvr>
                                        <p:cTn id="14" dur="500" fill="hold"/>
                                        <p:tgtEl>
                                          <p:spTgt spid="337923">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5" dur="500" fill="hold"/>
                                        <p:tgtEl>
                                          <p:spTgt spid="337923">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6" dur="500" tmFilter="0,0; .5, 1; 1, 1"/>
                                        <p:tgtEl>
                                          <p:spTgt spid="337923">
                                            <p:txEl>
                                              <p:pRg st="1" end="1"/>
                                            </p:txEl>
                                          </p:spTgt>
                                        </p:tgtEl>
                                      </p:cBhvr>
                                    </p:animEffect>
                                  </p:childTnLst>
                                </p:cTn>
                              </p:par>
                              <p:par>
                                <p:cTn id="17" presetID="41" presetClass="entr" presetSubtype="0" fill="hold" nodeType="withEffect">
                                  <p:stCondLst>
                                    <p:cond delay="0"/>
                                  </p:stCondLst>
                                  <p:iterate type="lt">
                                    <p:tmPct val="10000"/>
                                  </p:iterate>
                                  <p:childTnLst>
                                    <p:set>
                                      <p:cBhvr>
                                        <p:cTn id="18" dur="1" fill="hold">
                                          <p:stCondLst>
                                            <p:cond delay="0"/>
                                          </p:stCondLst>
                                        </p:cTn>
                                        <p:tgtEl>
                                          <p:spTgt spid="337923">
                                            <p:txEl>
                                              <p:pRg st="2" end="2"/>
                                            </p:txEl>
                                          </p:spTgt>
                                        </p:tgtEl>
                                        <p:attrNameLst>
                                          <p:attrName>style.visibility</p:attrName>
                                        </p:attrNameLst>
                                      </p:cBhvr>
                                      <p:to>
                                        <p:strVal val="visible"/>
                                      </p:to>
                                    </p:set>
                                    <p:anim calcmode="lin" valueType="num">
                                      <p:cBhvr>
                                        <p:cTn id="19" dur="500" fill="hold"/>
                                        <p:tgtEl>
                                          <p:spTgt spid="337923">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20" dur="500" fill="hold"/>
                                        <p:tgtEl>
                                          <p:spTgt spid="337923">
                                            <p:txEl>
                                              <p:pRg st="2" end="2"/>
                                            </p:txEl>
                                          </p:spTgt>
                                        </p:tgtEl>
                                        <p:attrNameLst>
                                          <p:attrName>ppt_y</p:attrName>
                                        </p:attrNameLst>
                                      </p:cBhvr>
                                      <p:tavLst>
                                        <p:tav tm="0">
                                          <p:val>
                                            <p:strVal val="#ppt_y"/>
                                          </p:val>
                                        </p:tav>
                                        <p:tav tm="100000">
                                          <p:val>
                                            <p:strVal val="#ppt_y"/>
                                          </p:val>
                                        </p:tav>
                                      </p:tavLst>
                                    </p:anim>
                                    <p:anim calcmode="lin" valueType="num">
                                      <p:cBhvr>
                                        <p:cTn id="21" dur="500" fill="hold"/>
                                        <p:tgtEl>
                                          <p:spTgt spid="337923">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2" dur="500" fill="hold"/>
                                        <p:tgtEl>
                                          <p:spTgt spid="337923">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3" dur="500" tmFilter="0,0; .5, 1; 1, 1"/>
                                        <p:tgtEl>
                                          <p:spTgt spid="337923">
                                            <p:txEl>
                                              <p:pRg st="2" end="2"/>
                                            </p:txEl>
                                          </p:spTgt>
                                        </p:tgtEl>
                                      </p:cBhvr>
                                    </p:animEffect>
                                  </p:childTnLst>
                                </p:cTn>
                              </p:par>
                              <p:par>
                                <p:cTn id="24" presetID="41" presetClass="entr" presetSubtype="0" fill="hold" nodeType="withEffect">
                                  <p:stCondLst>
                                    <p:cond delay="0"/>
                                  </p:stCondLst>
                                  <p:iterate type="lt">
                                    <p:tmPct val="10000"/>
                                  </p:iterate>
                                  <p:childTnLst>
                                    <p:set>
                                      <p:cBhvr>
                                        <p:cTn id="25" dur="1" fill="hold">
                                          <p:stCondLst>
                                            <p:cond delay="0"/>
                                          </p:stCondLst>
                                        </p:cTn>
                                        <p:tgtEl>
                                          <p:spTgt spid="337923">
                                            <p:txEl>
                                              <p:pRg st="3" end="3"/>
                                            </p:txEl>
                                          </p:spTgt>
                                        </p:tgtEl>
                                        <p:attrNameLst>
                                          <p:attrName>style.visibility</p:attrName>
                                        </p:attrNameLst>
                                      </p:cBhvr>
                                      <p:to>
                                        <p:strVal val="visible"/>
                                      </p:to>
                                    </p:set>
                                    <p:anim calcmode="lin" valueType="num">
                                      <p:cBhvr>
                                        <p:cTn id="26" dur="500" fill="hold"/>
                                        <p:tgtEl>
                                          <p:spTgt spid="337923">
                                            <p:txEl>
                                              <p:pRg st="3" end="3"/>
                                            </p:txEl>
                                          </p:spTgt>
                                        </p:tgtEl>
                                        <p:attrNameLst>
                                          <p:attrName>ppt_x</p:attrName>
                                        </p:attrNameLst>
                                      </p:cBhvr>
                                      <p:tavLst>
                                        <p:tav tm="0">
                                          <p:val>
                                            <p:strVal val="#ppt_x"/>
                                          </p:val>
                                        </p:tav>
                                        <p:tav tm="50000">
                                          <p:val>
                                            <p:strVal val="#ppt_x+.1"/>
                                          </p:val>
                                        </p:tav>
                                        <p:tav tm="100000">
                                          <p:val>
                                            <p:strVal val="#ppt_x"/>
                                          </p:val>
                                        </p:tav>
                                      </p:tavLst>
                                    </p:anim>
                                    <p:anim calcmode="lin" valueType="num">
                                      <p:cBhvr>
                                        <p:cTn id="27" dur="500" fill="hold"/>
                                        <p:tgtEl>
                                          <p:spTgt spid="337923">
                                            <p:txEl>
                                              <p:pRg st="3" end="3"/>
                                            </p:txEl>
                                          </p:spTgt>
                                        </p:tgtEl>
                                        <p:attrNameLst>
                                          <p:attrName>ppt_y</p:attrName>
                                        </p:attrNameLst>
                                      </p:cBhvr>
                                      <p:tavLst>
                                        <p:tav tm="0">
                                          <p:val>
                                            <p:strVal val="#ppt_y"/>
                                          </p:val>
                                        </p:tav>
                                        <p:tav tm="100000">
                                          <p:val>
                                            <p:strVal val="#ppt_y"/>
                                          </p:val>
                                        </p:tav>
                                      </p:tavLst>
                                    </p:anim>
                                    <p:anim calcmode="lin" valueType="num">
                                      <p:cBhvr>
                                        <p:cTn id="28" dur="500" fill="hold"/>
                                        <p:tgtEl>
                                          <p:spTgt spid="337923">
                                            <p:txEl>
                                              <p:pRg st="3" end="3"/>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9" dur="500" fill="hold"/>
                                        <p:tgtEl>
                                          <p:spTgt spid="337923">
                                            <p:txEl>
                                              <p:pRg st="3" end="3"/>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0" dur="500" tmFilter="0,0; .5, 1; 1, 1"/>
                                        <p:tgtEl>
                                          <p:spTgt spid="337923">
                                            <p:txEl>
                                              <p:pRg st="3" end="3"/>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41" presetClass="entr" presetSubtype="0" fill="hold" nodeType="clickEffect">
                                  <p:stCondLst>
                                    <p:cond delay="0"/>
                                  </p:stCondLst>
                                  <p:iterate type="lt">
                                    <p:tmPct val="10000"/>
                                  </p:iterate>
                                  <p:childTnLst>
                                    <p:set>
                                      <p:cBhvr>
                                        <p:cTn id="34" dur="1" fill="hold">
                                          <p:stCondLst>
                                            <p:cond delay="0"/>
                                          </p:stCondLst>
                                        </p:cTn>
                                        <p:tgtEl>
                                          <p:spTgt spid="337923">
                                            <p:txEl>
                                              <p:pRg st="4" end="4"/>
                                            </p:txEl>
                                          </p:spTgt>
                                        </p:tgtEl>
                                        <p:attrNameLst>
                                          <p:attrName>style.visibility</p:attrName>
                                        </p:attrNameLst>
                                      </p:cBhvr>
                                      <p:to>
                                        <p:strVal val="visible"/>
                                      </p:to>
                                    </p:set>
                                    <p:anim calcmode="lin" valueType="num">
                                      <p:cBhvr>
                                        <p:cTn id="35" dur="500" fill="hold"/>
                                        <p:tgtEl>
                                          <p:spTgt spid="337923">
                                            <p:txEl>
                                              <p:pRg st="4" end="4"/>
                                            </p:txEl>
                                          </p:spTgt>
                                        </p:tgtEl>
                                        <p:attrNameLst>
                                          <p:attrName>ppt_x</p:attrName>
                                        </p:attrNameLst>
                                      </p:cBhvr>
                                      <p:tavLst>
                                        <p:tav tm="0">
                                          <p:val>
                                            <p:strVal val="#ppt_x"/>
                                          </p:val>
                                        </p:tav>
                                        <p:tav tm="50000">
                                          <p:val>
                                            <p:strVal val="#ppt_x+.1"/>
                                          </p:val>
                                        </p:tav>
                                        <p:tav tm="100000">
                                          <p:val>
                                            <p:strVal val="#ppt_x"/>
                                          </p:val>
                                        </p:tav>
                                      </p:tavLst>
                                    </p:anim>
                                    <p:anim calcmode="lin" valueType="num">
                                      <p:cBhvr>
                                        <p:cTn id="36" dur="500" fill="hold"/>
                                        <p:tgtEl>
                                          <p:spTgt spid="337923">
                                            <p:txEl>
                                              <p:pRg st="4" end="4"/>
                                            </p:txEl>
                                          </p:spTgt>
                                        </p:tgtEl>
                                        <p:attrNameLst>
                                          <p:attrName>ppt_y</p:attrName>
                                        </p:attrNameLst>
                                      </p:cBhvr>
                                      <p:tavLst>
                                        <p:tav tm="0">
                                          <p:val>
                                            <p:strVal val="#ppt_y"/>
                                          </p:val>
                                        </p:tav>
                                        <p:tav tm="100000">
                                          <p:val>
                                            <p:strVal val="#ppt_y"/>
                                          </p:val>
                                        </p:tav>
                                      </p:tavLst>
                                    </p:anim>
                                    <p:anim calcmode="lin" valueType="num">
                                      <p:cBhvr>
                                        <p:cTn id="37" dur="500" fill="hold"/>
                                        <p:tgtEl>
                                          <p:spTgt spid="337923">
                                            <p:txEl>
                                              <p:pRg st="4" end="4"/>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8" dur="500" fill="hold"/>
                                        <p:tgtEl>
                                          <p:spTgt spid="337923">
                                            <p:txEl>
                                              <p:pRg st="4" end="4"/>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9" dur="500" tmFilter="0,0; .5, 1; 1, 1"/>
                                        <p:tgtEl>
                                          <p:spTgt spid="337923">
                                            <p:txEl>
                                              <p:pRg st="4" end="4"/>
                                            </p:txEl>
                                          </p:spTgt>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41" presetClass="entr" presetSubtype="0" fill="hold" nodeType="clickEffect">
                                  <p:stCondLst>
                                    <p:cond delay="0"/>
                                  </p:stCondLst>
                                  <p:iterate type="lt">
                                    <p:tmPct val="10000"/>
                                  </p:iterate>
                                  <p:childTnLst>
                                    <p:set>
                                      <p:cBhvr>
                                        <p:cTn id="43" dur="1" fill="hold">
                                          <p:stCondLst>
                                            <p:cond delay="0"/>
                                          </p:stCondLst>
                                        </p:cTn>
                                        <p:tgtEl>
                                          <p:spTgt spid="337923">
                                            <p:txEl>
                                              <p:pRg st="4" end="4"/>
                                            </p:txEl>
                                          </p:spTgt>
                                        </p:tgtEl>
                                        <p:attrNameLst>
                                          <p:attrName>style.visibility</p:attrName>
                                        </p:attrNameLst>
                                      </p:cBhvr>
                                      <p:to>
                                        <p:strVal val="visible"/>
                                      </p:to>
                                    </p:set>
                                    <p:anim calcmode="lin" valueType="num">
                                      <p:cBhvr>
                                        <p:cTn id="44" dur="500" fill="hold"/>
                                        <p:tgtEl>
                                          <p:spTgt spid="337923">
                                            <p:txEl>
                                              <p:pRg st="4" end="4"/>
                                            </p:txEl>
                                          </p:spTgt>
                                        </p:tgtEl>
                                        <p:attrNameLst>
                                          <p:attrName>ppt_x</p:attrName>
                                        </p:attrNameLst>
                                      </p:cBhvr>
                                      <p:tavLst>
                                        <p:tav tm="0">
                                          <p:val>
                                            <p:strVal val="#ppt_x"/>
                                          </p:val>
                                        </p:tav>
                                        <p:tav tm="50000">
                                          <p:val>
                                            <p:strVal val="#ppt_x+.1"/>
                                          </p:val>
                                        </p:tav>
                                        <p:tav tm="100000">
                                          <p:val>
                                            <p:strVal val="#ppt_x"/>
                                          </p:val>
                                        </p:tav>
                                      </p:tavLst>
                                    </p:anim>
                                    <p:anim calcmode="lin" valueType="num">
                                      <p:cBhvr>
                                        <p:cTn id="45" dur="500" fill="hold"/>
                                        <p:tgtEl>
                                          <p:spTgt spid="337923">
                                            <p:txEl>
                                              <p:pRg st="4" end="4"/>
                                            </p:txEl>
                                          </p:spTgt>
                                        </p:tgtEl>
                                        <p:attrNameLst>
                                          <p:attrName>ppt_y</p:attrName>
                                        </p:attrNameLst>
                                      </p:cBhvr>
                                      <p:tavLst>
                                        <p:tav tm="0">
                                          <p:val>
                                            <p:strVal val="#ppt_y"/>
                                          </p:val>
                                        </p:tav>
                                        <p:tav tm="100000">
                                          <p:val>
                                            <p:strVal val="#ppt_y"/>
                                          </p:val>
                                        </p:tav>
                                      </p:tavLst>
                                    </p:anim>
                                    <p:anim calcmode="lin" valueType="num">
                                      <p:cBhvr>
                                        <p:cTn id="46" dur="500" fill="hold"/>
                                        <p:tgtEl>
                                          <p:spTgt spid="337923">
                                            <p:txEl>
                                              <p:pRg st="4" end="4"/>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47" dur="500" fill="hold"/>
                                        <p:tgtEl>
                                          <p:spTgt spid="337923">
                                            <p:txEl>
                                              <p:pRg st="4" end="4"/>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48" dur="500" tmFilter="0,0; .5, 1; 1, 1"/>
                                        <p:tgtEl>
                                          <p:spTgt spid="337923">
                                            <p:txEl>
                                              <p:pRg st="4" end="4"/>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41" presetClass="entr" presetSubtype="0" fill="hold" nodeType="clickEffect">
                                  <p:stCondLst>
                                    <p:cond delay="0"/>
                                  </p:stCondLst>
                                  <p:iterate type="lt">
                                    <p:tmPct val="10000"/>
                                  </p:iterate>
                                  <p:childTnLst>
                                    <p:set>
                                      <p:cBhvr>
                                        <p:cTn id="52" dur="1" fill="hold">
                                          <p:stCondLst>
                                            <p:cond delay="0"/>
                                          </p:stCondLst>
                                        </p:cTn>
                                        <p:tgtEl>
                                          <p:spTgt spid="337923">
                                            <p:txEl>
                                              <p:pRg st="5" end="5"/>
                                            </p:txEl>
                                          </p:spTgt>
                                        </p:tgtEl>
                                        <p:attrNameLst>
                                          <p:attrName>style.visibility</p:attrName>
                                        </p:attrNameLst>
                                      </p:cBhvr>
                                      <p:to>
                                        <p:strVal val="visible"/>
                                      </p:to>
                                    </p:set>
                                    <p:anim calcmode="lin" valueType="num">
                                      <p:cBhvr>
                                        <p:cTn id="53" dur="500" fill="hold"/>
                                        <p:tgtEl>
                                          <p:spTgt spid="337923">
                                            <p:txEl>
                                              <p:pRg st="5" end="5"/>
                                            </p:txEl>
                                          </p:spTgt>
                                        </p:tgtEl>
                                        <p:attrNameLst>
                                          <p:attrName>ppt_x</p:attrName>
                                        </p:attrNameLst>
                                      </p:cBhvr>
                                      <p:tavLst>
                                        <p:tav tm="0">
                                          <p:val>
                                            <p:strVal val="#ppt_x"/>
                                          </p:val>
                                        </p:tav>
                                        <p:tav tm="50000">
                                          <p:val>
                                            <p:strVal val="#ppt_x+.1"/>
                                          </p:val>
                                        </p:tav>
                                        <p:tav tm="100000">
                                          <p:val>
                                            <p:strVal val="#ppt_x"/>
                                          </p:val>
                                        </p:tav>
                                      </p:tavLst>
                                    </p:anim>
                                    <p:anim calcmode="lin" valueType="num">
                                      <p:cBhvr>
                                        <p:cTn id="54" dur="500" fill="hold"/>
                                        <p:tgtEl>
                                          <p:spTgt spid="337923">
                                            <p:txEl>
                                              <p:pRg st="5" end="5"/>
                                            </p:txEl>
                                          </p:spTgt>
                                        </p:tgtEl>
                                        <p:attrNameLst>
                                          <p:attrName>ppt_y</p:attrName>
                                        </p:attrNameLst>
                                      </p:cBhvr>
                                      <p:tavLst>
                                        <p:tav tm="0">
                                          <p:val>
                                            <p:strVal val="#ppt_y"/>
                                          </p:val>
                                        </p:tav>
                                        <p:tav tm="100000">
                                          <p:val>
                                            <p:strVal val="#ppt_y"/>
                                          </p:val>
                                        </p:tav>
                                      </p:tavLst>
                                    </p:anim>
                                    <p:anim calcmode="lin" valueType="num">
                                      <p:cBhvr>
                                        <p:cTn id="55" dur="500" fill="hold"/>
                                        <p:tgtEl>
                                          <p:spTgt spid="337923">
                                            <p:txEl>
                                              <p:pRg st="5" end="5"/>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56" dur="500" fill="hold"/>
                                        <p:tgtEl>
                                          <p:spTgt spid="337923">
                                            <p:txEl>
                                              <p:pRg st="5" end="5"/>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57" dur="500" tmFilter="0,0; .5, 1; 1, 1"/>
                                        <p:tgtEl>
                                          <p:spTgt spid="337923">
                                            <p:txEl>
                                              <p:pRg st="5" end="5"/>
                                            </p:txEl>
                                          </p:spTgt>
                                        </p:tgtEl>
                                      </p:cBhvr>
                                    </p:animEffect>
                                  </p:childTnLst>
                                </p:cTn>
                              </p:par>
                              <p:par>
                                <p:cTn id="58" presetID="41" presetClass="entr" presetSubtype="0" fill="hold" nodeType="withEffect">
                                  <p:stCondLst>
                                    <p:cond delay="0"/>
                                  </p:stCondLst>
                                  <p:iterate type="lt">
                                    <p:tmPct val="10000"/>
                                  </p:iterate>
                                  <p:childTnLst>
                                    <p:set>
                                      <p:cBhvr>
                                        <p:cTn id="59" dur="1" fill="hold">
                                          <p:stCondLst>
                                            <p:cond delay="0"/>
                                          </p:stCondLst>
                                        </p:cTn>
                                        <p:tgtEl>
                                          <p:spTgt spid="337923">
                                            <p:txEl>
                                              <p:pRg st="6" end="6"/>
                                            </p:txEl>
                                          </p:spTgt>
                                        </p:tgtEl>
                                        <p:attrNameLst>
                                          <p:attrName>style.visibility</p:attrName>
                                        </p:attrNameLst>
                                      </p:cBhvr>
                                      <p:to>
                                        <p:strVal val="visible"/>
                                      </p:to>
                                    </p:set>
                                    <p:anim calcmode="lin" valueType="num">
                                      <p:cBhvr>
                                        <p:cTn id="60" dur="500" fill="hold"/>
                                        <p:tgtEl>
                                          <p:spTgt spid="337923">
                                            <p:txEl>
                                              <p:pRg st="6" end="6"/>
                                            </p:txEl>
                                          </p:spTgt>
                                        </p:tgtEl>
                                        <p:attrNameLst>
                                          <p:attrName>ppt_x</p:attrName>
                                        </p:attrNameLst>
                                      </p:cBhvr>
                                      <p:tavLst>
                                        <p:tav tm="0">
                                          <p:val>
                                            <p:strVal val="#ppt_x"/>
                                          </p:val>
                                        </p:tav>
                                        <p:tav tm="50000">
                                          <p:val>
                                            <p:strVal val="#ppt_x+.1"/>
                                          </p:val>
                                        </p:tav>
                                        <p:tav tm="100000">
                                          <p:val>
                                            <p:strVal val="#ppt_x"/>
                                          </p:val>
                                        </p:tav>
                                      </p:tavLst>
                                    </p:anim>
                                    <p:anim calcmode="lin" valueType="num">
                                      <p:cBhvr>
                                        <p:cTn id="61" dur="500" fill="hold"/>
                                        <p:tgtEl>
                                          <p:spTgt spid="337923">
                                            <p:txEl>
                                              <p:pRg st="6" end="6"/>
                                            </p:txEl>
                                          </p:spTgt>
                                        </p:tgtEl>
                                        <p:attrNameLst>
                                          <p:attrName>ppt_y</p:attrName>
                                        </p:attrNameLst>
                                      </p:cBhvr>
                                      <p:tavLst>
                                        <p:tav tm="0">
                                          <p:val>
                                            <p:strVal val="#ppt_y"/>
                                          </p:val>
                                        </p:tav>
                                        <p:tav tm="100000">
                                          <p:val>
                                            <p:strVal val="#ppt_y"/>
                                          </p:val>
                                        </p:tav>
                                      </p:tavLst>
                                    </p:anim>
                                    <p:anim calcmode="lin" valueType="num">
                                      <p:cBhvr>
                                        <p:cTn id="62" dur="500" fill="hold"/>
                                        <p:tgtEl>
                                          <p:spTgt spid="337923">
                                            <p:txEl>
                                              <p:pRg st="6" end="6"/>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63" dur="500" fill="hold"/>
                                        <p:tgtEl>
                                          <p:spTgt spid="337923">
                                            <p:txEl>
                                              <p:pRg st="6" end="6"/>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64" dur="500" tmFilter="0,0; .5, 1; 1, 1"/>
                                        <p:tgtEl>
                                          <p:spTgt spid="337923">
                                            <p:txEl>
                                              <p:pRg st="6" end="6"/>
                                            </p:txEl>
                                          </p:spTgt>
                                        </p:tgtEl>
                                      </p:cBhvr>
                                    </p:animEffect>
                                  </p:childTnLst>
                                </p:cTn>
                              </p:par>
                              <p:par>
                                <p:cTn id="65" presetID="41" presetClass="entr" presetSubtype="0" fill="hold" nodeType="withEffect">
                                  <p:stCondLst>
                                    <p:cond delay="0"/>
                                  </p:stCondLst>
                                  <p:iterate type="lt">
                                    <p:tmPct val="10000"/>
                                  </p:iterate>
                                  <p:childTnLst>
                                    <p:set>
                                      <p:cBhvr>
                                        <p:cTn id="66" dur="1" fill="hold">
                                          <p:stCondLst>
                                            <p:cond delay="0"/>
                                          </p:stCondLst>
                                        </p:cTn>
                                        <p:tgtEl>
                                          <p:spTgt spid="337923">
                                            <p:txEl>
                                              <p:pRg st="7" end="7"/>
                                            </p:txEl>
                                          </p:spTgt>
                                        </p:tgtEl>
                                        <p:attrNameLst>
                                          <p:attrName>style.visibility</p:attrName>
                                        </p:attrNameLst>
                                      </p:cBhvr>
                                      <p:to>
                                        <p:strVal val="visible"/>
                                      </p:to>
                                    </p:set>
                                    <p:anim calcmode="lin" valueType="num">
                                      <p:cBhvr>
                                        <p:cTn id="67" dur="500" fill="hold"/>
                                        <p:tgtEl>
                                          <p:spTgt spid="337923">
                                            <p:txEl>
                                              <p:pRg st="7" end="7"/>
                                            </p:txEl>
                                          </p:spTgt>
                                        </p:tgtEl>
                                        <p:attrNameLst>
                                          <p:attrName>ppt_x</p:attrName>
                                        </p:attrNameLst>
                                      </p:cBhvr>
                                      <p:tavLst>
                                        <p:tav tm="0">
                                          <p:val>
                                            <p:strVal val="#ppt_x"/>
                                          </p:val>
                                        </p:tav>
                                        <p:tav tm="50000">
                                          <p:val>
                                            <p:strVal val="#ppt_x+.1"/>
                                          </p:val>
                                        </p:tav>
                                        <p:tav tm="100000">
                                          <p:val>
                                            <p:strVal val="#ppt_x"/>
                                          </p:val>
                                        </p:tav>
                                      </p:tavLst>
                                    </p:anim>
                                    <p:anim calcmode="lin" valueType="num">
                                      <p:cBhvr>
                                        <p:cTn id="68" dur="500" fill="hold"/>
                                        <p:tgtEl>
                                          <p:spTgt spid="337923">
                                            <p:txEl>
                                              <p:pRg st="7" end="7"/>
                                            </p:txEl>
                                          </p:spTgt>
                                        </p:tgtEl>
                                        <p:attrNameLst>
                                          <p:attrName>ppt_y</p:attrName>
                                        </p:attrNameLst>
                                      </p:cBhvr>
                                      <p:tavLst>
                                        <p:tav tm="0">
                                          <p:val>
                                            <p:strVal val="#ppt_y"/>
                                          </p:val>
                                        </p:tav>
                                        <p:tav tm="100000">
                                          <p:val>
                                            <p:strVal val="#ppt_y"/>
                                          </p:val>
                                        </p:tav>
                                      </p:tavLst>
                                    </p:anim>
                                    <p:anim calcmode="lin" valueType="num">
                                      <p:cBhvr>
                                        <p:cTn id="69" dur="500" fill="hold"/>
                                        <p:tgtEl>
                                          <p:spTgt spid="337923">
                                            <p:txEl>
                                              <p:pRg st="7" end="7"/>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70" dur="500" fill="hold"/>
                                        <p:tgtEl>
                                          <p:spTgt spid="337923">
                                            <p:txEl>
                                              <p:pRg st="7" end="7"/>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71" dur="500" tmFilter="0,0; .5, 1; 1, 1"/>
                                        <p:tgtEl>
                                          <p:spTgt spid="33792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Number Placeholder 5">
            <a:extLst>
              <a:ext uri="{FF2B5EF4-FFF2-40B4-BE49-F238E27FC236}">
                <a16:creationId xmlns:a16="http://schemas.microsoft.com/office/drawing/2014/main" id="{16E617A0-5B3D-DDD6-A4D6-89812E6110CE}"/>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5ED73214-AF67-4F2A-97FA-726DBEEB173A}" type="slidenum">
              <a:rPr lang="en-US" altLang="vi-VN" sz="1000">
                <a:latin typeface="Verdana" panose="020B0604030504040204" pitchFamily="34" charset="0"/>
              </a:rPr>
              <a:pPr algn="r" eaLnBrk="1" hangingPunct="1">
                <a:spcBef>
                  <a:spcPct val="0"/>
                </a:spcBef>
                <a:buFontTx/>
                <a:buNone/>
              </a:pPr>
              <a:t>60</a:t>
            </a:fld>
            <a:endParaRPr lang="en-US" altLang="vi-VN" sz="1000">
              <a:latin typeface="Verdana" panose="020B0604030504040204" pitchFamily="34" charset="0"/>
            </a:endParaRPr>
          </a:p>
        </p:txBody>
      </p:sp>
      <p:sp>
        <p:nvSpPr>
          <p:cNvPr id="338947" name="Rectangle 3">
            <a:extLst>
              <a:ext uri="{FF2B5EF4-FFF2-40B4-BE49-F238E27FC236}">
                <a16:creationId xmlns:a16="http://schemas.microsoft.com/office/drawing/2014/main" id="{755426A4-CC41-6B90-8842-27BCB064DCFC}"/>
              </a:ext>
            </a:extLst>
          </p:cNvPr>
          <p:cNvSpPr>
            <a:spLocks noGrp="1" noChangeArrowheads="1"/>
          </p:cNvSpPr>
          <p:nvPr>
            <p:ph type="body" idx="4294967295"/>
          </p:nvPr>
        </p:nvSpPr>
        <p:spPr>
          <a:xfrm>
            <a:off x="228600" y="1676400"/>
            <a:ext cx="8915400" cy="4876800"/>
          </a:xfrm>
        </p:spPr>
        <p:txBody>
          <a:bodyPr/>
          <a:lstStyle/>
          <a:p>
            <a:pPr eaLnBrk="1" hangingPunct="1">
              <a:lnSpc>
                <a:spcPct val="90000"/>
              </a:lnSpc>
              <a:buFont typeface="Wingdings" panose="05000000000000000000" pitchFamily="2" charset="2"/>
              <a:buNone/>
            </a:pPr>
            <a:r>
              <a:rPr lang="en-US" altLang="vi-VN" sz="2800">
                <a:solidFill>
                  <a:srgbClr val="0000FF"/>
                </a:solidFill>
                <a:latin typeface="Times New Roman" panose="02020603050405020304" pitchFamily="18" charset="0"/>
              </a:rPr>
              <a:t>Hàm YEAR</a:t>
            </a:r>
          </a:p>
          <a:p>
            <a:pPr eaLnBrk="1" hangingPunct="1">
              <a:lnSpc>
                <a:spcPct val="90000"/>
              </a:lnSpc>
              <a:buFont typeface="Wingdings" panose="05000000000000000000" pitchFamily="2" charset="2"/>
              <a:buNone/>
            </a:pPr>
            <a:r>
              <a:rPr lang="en-US" altLang="vi-VN" sz="2800">
                <a:latin typeface="Times New Roman" panose="02020603050405020304" pitchFamily="18" charset="0"/>
              </a:rPr>
              <a:t>CP: =</a:t>
            </a:r>
            <a:r>
              <a:rPr lang="en-US" altLang="vi-VN" sz="2800" b="1">
                <a:latin typeface="Times New Roman" panose="02020603050405020304" pitchFamily="18" charset="0"/>
              </a:rPr>
              <a:t>YEAR(biểu thức ngày – tháng – năm)</a:t>
            </a:r>
            <a:endParaRPr lang="en-US" altLang="vi-VN" sz="2800">
              <a:latin typeface="Times New Roman" panose="02020603050405020304" pitchFamily="18" charset="0"/>
            </a:endParaRPr>
          </a:p>
          <a:p>
            <a:pPr eaLnBrk="1" hangingPunct="1">
              <a:lnSpc>
                <a:spcPct val="90000"/>
              </a:lnSpc>
              <a:buFont typeface="Wingdings" panose="05000000000000000000" pitchFamily="2" charset="2"/>
              <a:buNone/>
            </a:pPr>
            <a:r>
              <a:rPr lang="en-US" altLang="vi-VN" sz="2800">
                <a:latin typeface="Times New Roman" panose="02020603050405020304" pitchFamily="18" charset="0"/>
              </a:rPr>
              <a:t>CD: Trả về phần năm  biểu thức ngày – tháng – năm.</a:t>
            </a:r>
          </a:p>
          <a:p>
            <a:pPr eaLnBrk="1" hangingPunct="1">
              <a:lnSpc>
                <a:spcPct val="90000"/>
              </a:lnSpc>
              <a:buFont typeface="Wingdings" panose="05000000000000000000" pitchFamily="2" charset="2"/>
              <a:buNone/>
            </a:pPr>
            <a:r>
              <a:rPr lang="en-US" altLang="vi-VN" sz="2800">
                <a:solidFill>
                  <a:srgbClr val="0000FF"/>
                </a:solidFill>
                <a:latin typeface="Times New Roman" panose="02020603050405020304" pitchFamily="18" charset="0"/>
              </a:rPr>
              <a:t>Ví dụ</a:t>
            </a:r>
            <a:r>
              <a:rPr lang="en-US" altLang="vi-VN" sz="2800">
                <a:latin typeface="Times New Roman" panose="02020603050405020304" pitchFamily="18" charset="0"/>
              </a:rPr>
              <a:t>: =YEAR(TODAY( ))</a:t>
            </a:r>
          </a:p>
          <a:p>
            <a:pPr eaLnBrk="1" hangingPunct="1">
              <a:lnSpc>
                <a:spcPct val="90000"/>
              </a:lnSpc>
              <a:buFont typeface="Wingdings" panose="05000000000000000000" pitchFamily="2" charset="2"/>
              <a:buNone/>
            </a:pPr>
            <a:r>
              <a:rPr lang="en-US" altLang="vi-VN" sz="2800">
                <a:solidFill>
                  <a:srgbClr val="0000FF"/>
                </a:solidFill>
                <a:latin typeface="Times New Roman" panose="02020603050405020304" pitchFamily="18" charset="0"/>
              </a:rPr>
              <a:t>Hàm WEEKDAY</a:t>
            </a:r>
          </a:p>
          <a:p>
            <a:pPr eaLnBrk="1" hangingPunct="1">
              <a:lnSpc>
                <a:spcPct val="90000"/>
              </a:lnSpc>
              <a:buFont typeface="Wingdings" panose="05000000000000000000" pitchFamily="2" charset="2"/>
              <a:buNone/>
            </a:pPr>
            <a:r>
              <a:rPr lang="en-US" altLang="vi-VN" sz="2800">
                <a:latin typeface="Times New Roman" panose="02020603050405020304" pitchFamily="18" charset="0"/>
              </a:rPr>
              <a:t>CP: =</a:t>
            </a:r>
            <a:r>
              <a:rPr lang="en-US" altLang="vi-VN" sz="2800" b="1">
                <a:latin typeface="Times New Roman" panose="02020603050405020304" pitchFamily="18" charset="0"/>
              </a:rPr>
              <a:t>WEEKDAY(biểu thức ngày – tháng - năm)</a:t>
            </a:r>
            <a:endParaRPr lang="en-US" altLang="vi-VN" sz="2800">
              <a:latin typeface="Times New Roman" panose="02020603050405020304" pitchFamily="18" charset="0"/>
            </a:endParaRPr>
          </a:p>
          <a:p>
            <a:pPr eaLnBrk="1" hangingPunct="1">
              <a:lnSpc>
                <a:spcPct val="90000"/>
              </a:lnSpc>
              <a:buFont typeface="Wingdings" panose="05000000000000000000" pitchFamily="2" charset="2"/>
              <a:buNone/>
            </a:pPr>
            <a:r>
              <a:rPr lang="en-US" altLang="vi-VN" sz="2800">
                <a:latin typeface="Times New Roman" panose="02020603050405020304" pitchFamily="18" charset="0"/>
              </a:rPr>
              <a:t>CD: Trả về số thứ tự ngày trong tuần của biểu thức ngày – tháng năm.</a:t>
            </a:r>
          </a:p>
          <a:p>
            <a:pPr eaLnBrk="1" hangingPunct="1">
              <a:lnSpc>
                <a:spcPct val="90000"/>
              </a:lnSpc>
              <a:buFont typeface="Wingdings" panose="05000000000000000000" pitchFamily="2" charset="2"/>
              <a:buNone/>
            </a:pPr>
            <a:r>
              <a:rPr lang="en-US" altLang="vi-VN" sz="2800">
                <a:latin typeface="Times New Roman" panose="02020603050405020304" pitchFamily="18" charset="0"/>
              </a:rPr>
              <a:t>Qui ước: giá trị 1:chủ nhật, 2: thứ hai,..., 7: thứ bảy.</a:t>
            </a:r>
          </a:p>
          <a:p>
            <a:pPr eaLnBrk="1" hangingPunct="1">
              <a:lnSpc>
                <a:spcPct val="90000"/>
              </a:lnSpc>
              <a:buFont typeface="Wingdings" panose="05000000000000000000" pitchFamily="2" charset="2"/>
              <a:buNone/>
            </a:pPr>
            <a:r>
              <a:rPr lang="en-US" altLang="vi-VN" sz="2800">
                <a:solidFill>
                  <a:srgbClr val="0000FF"/>
                </a:solidFill>
                <a:latin typeface="Times New Roman" panose="02020603050405020304" pitchFamily="18" charset="0"/>
              </a:rPr>
              <a:t>Ví dụ</a:t>
            </a:r>
            <a:r>
              <a:rPr lang="en-US" altLang="vi-VN" sz="2800">
                <a:latin typeface="Times New Roman" panose="02020603050405020304" pitchFamily="18" charset="0"/>
              </a:rPr>
              <a:t>: =WEEKDAY(TODAY())</a:t>
            </a:r>
          </a:p>
        </p:txBody>
      </p:sp>
      <p:sp>
        <p:nvSpPr>
          <p:cNvPr id="76804" name="Rectangle 2">
            <a:extLst>
              <a:ext uri="{FF2B5EF4-FFF2-40B4-BE49-F238E27FC236}">
                <a16:creationId xmlns:a16="http://schemas.microsoft.com/office/drawing/2014/main" id="{F354603E-4538-2EFD-82A1-3540D525A624}"/>
              </a:ext>
            </a:extLst>
          </p:cNvPr>
          <p:cNvSpPr>
            <a:spLocks noChangeArrowheads="1"/>
          </p:cNvSpPr>
          <p:nvPr/>
        </p:nvSpPr>
        <p:spPr bwMode="gray">
          <a:xfrm>
            <a:off x="228600" y="0"/>
            <a:ext cx="8229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vi-VN" sz="3600" b="1">
                <a:solidFill>
                  <a:srgbClr val="FF0000"/>
                </a:solidFill>
                <a:latin typeface="Times New Roman" panose="02020603050405020304" pitchFamily="18" charset="0"/>
              </a:rPr>
              <a:t>4. Các hàm thời gian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338947">
                                            <p:txEl>
                                              <p:pRg st="0" end="0"/>
                                            </p:txEl>
                                          </p:spTgt>
                                        </p:tgtEl>
                                        <p:attrNameLst>
                                          <p:attrName>style.visibility</p:attrName>
                                        </p:attrNameLst>
                                      </p:cBhvr>
                                      <p:to>
                                        <p:strVal val="visible"/>
                                      </p:to>
                                    </p:set>
                                    <p:animEffect transition="in" filter="wheel(4)">
                                      <p:cBhvr>
                                        <p:cTn id="7" dur="2000"/>
                                        <p:tgtEl>
                                          <p:spTgt spid="3389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1" presetClass="entr" presetSubtype="0" fill="hold" nodeType="clickEffect">
                                  <p:stCondLst>
                                    <p:cond delay="0"/>
                                  </p:stCondLst>
                                  <p:iterate type="lt">
                                    <p:tmPct val="10000"/>
                                  </p:iterate>
                                  <p:childTnLst>
                                    <p:set>
                                      <p:cBhvr>
                                        <p:cTn id="11" dur="1" fill="hold">
                                          <p:stCondLst>
                                            <p:cond delay="0"/>
                                          </p:stCondLst>
                                        </p:cTn>
                                        <p:tgtEl>
                                          <p:spTgt spid="338947">
                                            <p:txEl>
                                              <p:pRg st="1" end="1"/>
                                            </p:txEl>
                                          </p:spTgt>
                                        </p:tgtEl>
                                        <p:attrNameLst>
                                          <p:attrName>style.visibility</p:attrName>
                                        </p:attrNameLst>
                                      </p:cBhvr>
                                      <p:to>
                                        <p:strVal val="visible"/>
                                      </p:to>
                                    </p:set>
                                    <p:anim calcmode="lin" valueType="num">
                                      <p:cBhvr>
                                        <p:cTn id="12" dur="500" fill="hold"/>
                                        <p:tgtEl>
                                          <p:spTgt spid="338947">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13" dur="500" fill="hold"/>
                                        <p:tgtEl>
                                          <p:spTgt spid="338947">
                                            <p:txEl>
                                              <p:pRg st="1" end="1"/>
                                            </p:txEl>
                                          </p:spTgt>
                                        </p:tgtEl>
                                        <p:attrNameLst>
                                          <p:attrName>ppt_y</p:attrName>
                                        </p:attrNameLst>
                                      </p:cBhvr>
                                      <p:tavLst>
                                        <p:tav tm="0">
                                          <p:val>
                                            <p:strVal val="#ppt_y"/>
                                          </p:val>
                                        </p:tav>
                                        <p:tav tm="100000">
                                          <p:val>
                                            <p:strVal val="#ppt_y"/>
                                          </p:val>
                                        </p:tav>
                                      </p:tavLst>
                                    </p:anim>
                                    <p:anim calcmode="lin" valueType="num">
                                      <p:cBhvr>
                                        <p:cTn id="14" dur="500" fill="hold"/>
                                        <p:tgtEl>
                                          <p:spTgt spid="338947">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5" dur="500" fill="hold"/>
                                        <p:tgtEl>
                                          <p:spTgt spid="338947">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6" dur="500" tmFilter="0,0; .5, 1; 1, 1"/>
                                        <p:tgtEl>
                                          <p:spTgt spid="338947">
                                            <p:txEl>
                                              <p:pRg st="1" end="1"/>
                                            </p:txEl>
                                          </p:spTgt>
                                        </p:tgtEl>
                                      </p:cBhvr>
                                    </p:animEffect>
                                  </p:childTnLst>
                                </p:cTn>
                              </p:par>
                              <p:par>
                                <p:cTn id="17" presetID="41" presetClass="entr" presetSubtype="0" fill="hold" nodeType="withEffect">
                                  <p:stCondLst>
                                    <p:cond delay="0"/>
                                  </p:stCondLst>
                                  <p:iterate type="lt">
                                    <p:tmPct val="10000"/>
                                  </p:iterate>
                                  <p:childTnLst>
                                    <p:set>
                                      <p:cBhvr>
                                        <p:cTn id="18" dur="1" fill="hold">
                                          <p:stCondLst>
                                            <p:cond delay="0"/>
                                          </p:stCondLst>
                                        </p:cTn>
                                        <p:tgtEl>
                                          <p:spTgt spid="338947">
                                            <p:txEl>
                                              <p:pRg st="2" end="2"/>
                                            </p:txEl>
                                          </p:spTgt>
                                        </p:tgtEl>
                                        <p:attrNameLst>
                                          <p:attrName>style.visibility</p:attrName>
                                        </p:attrNameLst>
                                      </p:cBhvr>
                                      <p:to>
                                        <p:strVal val="visible"/>
                                      </p:to>
                                    </p:set>
                                    <p:anim calcmode="lin" valueType="num">
                                      <p:cBhvr>
                                        <p:cTn id="19" dur="500" fill="hold"/>
                                        <p:tgtEl>
                                          <p:spTgt spid="338947">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20" dur="500" fill="hold"/>
                                        <p:tgtEl>
                                          <p:spTgt spid="338947">
                                            <p:txEl>
                                              <p:pRg st="2" end="2"/>
                                            </p:txEl>
                                          </p:spTgt>
                                        </p:tgtEl>
                                        <p:attrNameLst>
                                          <p:attrName>ppt_y</p:attrName>
                                        </p:attrNameLst>
                                      </p:cBhvr>
                                      <p:tavLst>
                                        <p:tav tm="0">
                                          <p:val>
                                            <p:strVal val="#ppt_y"/>
                                          </p:val>
                                        </p:tav>
                                        <p:tav tm="100000">
                                          <p:val>
                                            <p:strVal val="#ppt_y"/>
                                          </p:val>
                                        </p:tav>
                                      </p:tavLst>
                                    </p:anim>
                                    <p:anim calcmode="lin" valueType="num">
                                      <p:cBhvr>
                                        <p:cTn id="21" dur="500" fill="hold"/>
                                        <p:tgtEl>
                                          <p:spTgt spid="338947">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2" dur="500" fill="hold"/>
                                        <p:tgtEl>
                                          <p:spTgt spid="338947">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3" dur="500" tmFilter="0,0; .5, 1; 1, 1"/>
                                        <p:tgtEl>
                                          <p:spTgt spid="338947">
                                            <p:txEl>
                                              <p:pRg st="2" end="2"/>
                                            </p:txEl>
                                          </p:spTgt>
                                        </p:tgtEl>
                                      </p:cBhvr>
                                    </p:animEffect>
                                  </p:childTnLst>
                                </p:cTn>
                              </p:par>
                              <p:par>
                                <p:cTn id="24" presetID="41" presetClass="entr" presetSubtype="0" fill="hold" nodeType="withEffect">
                                  <p:stCondLst>
                                    <p:cond delay="0"/>
                                  </p:stCondLst>
                                  <p:iterate type="lt">
                                    <p:tmPct val="10000"/>
                                  </p:iterate>
                                  <p:childTnLst>
                                    <p:set>
                                      <p:cBhvr>
                                        <p:cTn id="25" dur="1" fill="hold">
                                          <p:stCondLst>
                                            <p:cond delay="0"/>
                                          </p:stCondLst>
                                        </p:cTn>
                                        <p:tgtEl>
                                          <p:spTgt spid="338947">
                                            <p:txEl>
                                              <p:pRg st="3" end="3"/>
                                            </p:txEl>
                                          </p:spTgt>
                                        </p:tgtEl>
                                        <p:attrNameLst>
                                          <p:attrName>style.visibility</p:attrName>
                                        </p:attrNameLst>
                                      </p:cBhvr>
                                      <p:to>
                                        <p:strVal val="visible"/>
                                      </p:to>
                                    </p:set>
                                    <p:anim calcmode="lin" valueType="num">
                                      <p:cBhvr>
                                        <p:cTn id="26" dur="500" fill="hold"/>
                                        <p:tgtEl>
                                          <p:spTgt spid="338947">
                                            <p:txEl>
                                              <p:pRg st="3" end="3"/>
                                            </p:txEl>
                                          </p:spTgt>
                                        </p:tgtEl>
                                        <p:attrNameLst>
                                          <p:attrName>ppt_x</p:attrName>
                                        </p:attrNameLst>
                                      </p:cBhvr>
                                      <p:tavLst>
                                        <p:tav tm="0">
                                          <p:val>
                                            <p:strVal val="#ppt_x"/>
                                          </p:val>
                                        </p:tav>
                                        <p:tav tm="50000">
                                          <p:val>
                                            <p:strVal val="#ppt_x+.1"/>
                                          </p:val>
                                        </p:tav>
                                        <p:tav tm="100000">
                                          <p:val>
                                            <p:strVal val="#ppt_x"/>
                                          </p:val>
                                        </p:tav>
                                      </p:tavLst>
                                    </p:anim>
                                    <p:anim calcmode="lin" valueType="num">
                                      <p:cBhvr>
                                        <p:cTn id="27" dur="500" fill="hold"/>
                                        <p:tgtEl>
                                          <p:spTgt spid="338947">
                                            <p:txEl>
                                              <p:pRg st="3" end="3"/>
                                            </p:txEl>
                                          </p:spTgt>
                                        </p:tgtEl>
                                        <p:attrNameLst>
                                          <p:attrName>ppt_y</p:attrName>
                                        </p:attrNameLst>
                                      </p:cBhvr>
                                      <p:tavLst>
                                        <p:tav tm="0">
                                          <p:val>
                                            <p:strVal val="#ppt_y"/>
                                          </p:val>
                                        </p:tav>
                                        <p:tav tm="100000">
                                          <p:val>
                                            <p:strVal val="#ppt_y"/>
                                          </p:val>
                                        </p:tav>
                                      </p:tavLst>
                                    </p:anim>
                                    <p:anim calcmode="lin" valueType="num">
                                      <p:cBhvr>
                                        <p:cTn id="28" dur="500" fill="hold"/>
                                        <p:tgtEl>
                                          <p:spTgt spid="338947">
                                            <p:txEl>
                                              <p:pRg st="3" end="3"/>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9" dur="500" fill="hold"/>
                                        <p:tgtEl>
                                          <p:spTgt spid="338947">
                                            <p:txEl>
                                              <p:pRg st="3" end="3"/>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0" dur="500" tmFilter="0,0; .5, 1; 1, 1"/>
                                        <p:tgtEl>
                                          <p:spTgt spid="338947">
                                            <p:txEl>
                                              <p:pRg st="3" end="3"/>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41" presetClass="entr" presetSubtype="0" fill="hold" nodeType="clickEffect">
                                  <p:stCondLst>
                                    <p:cond delay="0"/>
                                  </p:stCondLst>
                                  <p:iterate type="lt">
                                    <p:tmPct val="10000"/>
                                  </p:iterate>
                                  <p:childTnLst>
                                    <p:set>
                                      <p:cBhvr>
                                        <p:cTn id="34" dur="1" fill="hold">
                                          <p:stCondLst>
                                            <p:cond delay="0"/>
                                          </p:stCondLst>
                                        </p:cTn>
                                        <p:tgtEl>
                                          <p:spTgt spid="338947">
                                            <p:txEl>
                                              <p:pRg st="4" end="4"/>
                                            </p:txEl>
                                          </p:spTgt>
                                        </p:tgtEl>
                                        <p:attrNameLst>
                                          <p:attrName>style.visibility</p:attrName>
                                        </p:attrNameLst>
                                      </p:cBhvr>
                                      <p:to>
                                        <p:strVal val="visible"/>
                                      </p:to>
                                    </p:set>
                                    <p:anim calcmode="lin" valueType="num">
                                      <p:cBhvr>
                                        <p:cTn id="35" dur="500" fill="hold"/>
                                        <p:tgtEl>
                                          <p:spTgt spid="338947">
                                            <p:txEl>
                                              <p:pRg st="4" end="4"/>
                                            </p:txEl>
                                          </p:spTgt>
                                        </p:tgtEl>
                                        <p:attrNameLst>
                                          <p:attrName>ppt_x</p:attrName>
                                        </p:attrNameLst>
                                      </p:cBhvr>
                                      <p:tavLst>
                                        <p:tav tm="0">
                                          <p:val>
                                            <p:strVal val="#ppt_x"/>
                                          </p:val>
                                        </p:tav>
                                        <p:tav tm="50000">
                                          <p:val>
                                            <p:strVal val="#ppt_x+.1"/>
                                          </p:val>
                                        </p:tav>
                                        <p:tav tm="100000">
                                          <p:val>
                                            <p:strVal val="#ppt_x"/>
                                          </p:val>
                                        </p:tav>
                                      </p:tavLst>
                                    </p:anim>
                                    <p:anim calcmode="lin" valueType="num">
                                      <p:cBhvr>
                                        <p:cTn id="36" dur="500" fill="hold"/>
                                        <p:tgtEl>
                                          <p:spTgt spid="338947">
                                            <p:txEl>
                                              <p:pRg st="4" end="4"/>
                                            </p:txEl>
                                          </p:spTgt>
                                        </p:tgtEl>
                                        <p:attrNameLst>
                                          <p:attrName>ppt_y</p:attrName>
                                        </p:attrNameLst>
                                      </p:cBhvr>
                                      <p:tavLst>
                                        <p:tav tm="0">
                                          <p:val>
                                            <p:strVal val="#ppt_y"/>
                                          </p:val>
                                        </p:tav>
                                        <p:tav tm="100000">
                                          <p:val>
                                            <p:strVal val="#ppt_y"/>
                                          </p:val>
                                        </p:tav>
                                      </p:tavLst>
                                    </p:anim>
                                    <p:anim calcmode="lin" valueType="num">
                                      <p:cBhvr>
                                        <p:cTn id="37" dur="500" fill="hold"/>
                                        <p:tgtEl>
                                          <p:spTgt spid="338947">
                                            <p:txEl>
                                              <p:pRg st="4" end="4"/>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8" dur="500" fill="hold"/>
                                        <p:tgtEl>
                                          <p:spTgt spid="338947">
                                            <p:txEl>
                                              <p:pRg st="4" end="4"/>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9" dur="500" tmFilter="0,0; .5, 1; 1, 1"/>
                                        <p:tgtEl>
                                          <p:spTgt spid="338947">
                                            <p:txEl>
                                              <p:pRg st="4" end="4"/>
                                            </p:txEl>
                                          </p:spTgt>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1" presetClass="entr" presetSubtype="4" fill="hold" nodeType="clickEffect">
                                  <p:stCondLst>
                                    <p:cond delay="0"/>
                                  </p:stCondLst>
                                  <p:childTnLst>
                                    <p:set>
                                      <p:cBhvr>
                                        <p:cTn id="43" dur="1" fill="hold">
                                          <p:stCondLst>
                                            <p:cond delay="0"/>
                                          </p:stCondLst>
                                        </p:cTn>
                                        <p:tgtEl>
                                          <p:spTgt spid="338947">
                                            <p:txEl>
                                              <p:pRg st="5" end="5"/>
                                            </p:txEl>
                                          </p:spTgt>
                                        </p:tgtEl>
                                        <p:attrNameLst>
                                          <p:attrName>style.visibility</p:attrName>
                                        </p:attrNameLst>
                                      </p:cBhvr>
                                      <p:to>
                                        <p:strVal val="visible"/>
                                      </p:to>
                                    </p:set>
                                    <p:animEffect transition="in" filter="wheel(4)">
                                      <p:cBhvr>
                                        <p:cTn id="44" dur="2000"/>
                                        <p:tgtEl>
                                          <p:spTgt spid="338947">
                                            <p:txEl>
                                              <p:pRg st="5" end="5"/>
                                            </p:txEl>
                                          </p:spTgt>
                                        </p:tgtEl>
                                      </p:cBhvr>
                                    </p:animEffect>
                                  </p:childTnLst>
                                </p:cTn>
                              </p:par>
                              <p:par>
                                <p:cTn id="45" presetID="21" presetClass="entr" presetSubtype="4" fill="hold" nodeType="withEffect">
                                  <p:stCondLst>
                                    <p:cond delay="0"/>
                                  </p:stCondLst>
                                  <p:childTnLst>
                                    <p:set>
                                      <p:cBhvr>
                                        <p:cTn id="46" dur="1" fill="hold">
                                          <p:stCondLst>
                                            <p:cond delay="0"/>
                                          </p:stCondLst>
                                        </p:cTn>
                                        <p:tgtEl>
                                          <p:spTgt spid="338947">
                                            <p:txEl>
                                              <p:pRg st="6" end="6"/>
                                            </p:txEl>
                                          </p:spTgt>
                                        </p:tgtEl>
                                        <p:attrNameLst>
                                          <p:attrName>style.visibility</p:attrName>
                                        </p:attrNameLst>
                                      </p:cBhvr>
                                      <p:to>
                                        <p:strVal val="visible"/>
                                      </p:to>
                                    </p:set>
                                    <p:animEffect transition="in" filter="wheel(4)">
                                      <p:cBhvr>
                                        <p:cTn id="47" dur="2000"/>
                                        <p:tgtEl>
                                          <p:spTgt spid="338947">
                                            <p:txEl>
                                              <p:pRg st="6" end="6"/>
                                            </p:txEl>
                                          </p:spTgt>
                                        </p:tgtEl>
                                      </p:cBhvr>
                                    </p:animEffect>
                                  </p:childTnLst>
                                </p:cTn>
                              </p:par>
                              <p:par>
                                <p:cTn id="48" presetID="21" presetClass="entr" presetSubtype="4" fill="hold" nodeType="withEffect">
                                  <p:stCondLst>
                                    <p:cond delay="0"/>
                                  </p:stCondLst>
                                  <p:childTnLst>
                                    <p:set>
                                      <p:cBhvr>
                                        <p:cTn id="49" dur="1" fill="hold">
                                          <p:stCondLst>
                                            <p:cond delay="0"/>
                                          </p:stCondLst>
                                        </p:cTn>
                                        <p:tgtEl>
                                          <p:spTgt spid="338947">
                                            <p:txEl>
                                              <p:pRg st="7" end="7"/>
                                            </p:txEl>
                                          </p:spTgt>
                                        </p:tgtEl>
                                        <p:attrNameLst>
                                          <p:attrName>style.visibility</p:attrName>
                                        </p:attrNameLst>
                                      </p:cBhvr>
                                      <p:to>
                                        <p:strVal val="visible"/>
                                      </p:to>
                                    </p:set>
                                    <p:animEffect transition="in" filter="wheel(4)">
                                      <p:cBhvr>
                                        <p:cTn id="50" dur="2000"/>
                                        <p:tgtEl>
                                          <p:spTgt spid="338947">
                                            <p:txEl>
                                              <p:pRg st="7" end="7"/>
                                            </p:txEl>
                                          </p:spTgt>
                                        </p:tgtEl>
                                      </p:cBhvr>
                                    </p:animEffect>
                                  </p:childTnLst>
                                </p:cTn>
                              </p:par>
                              <p:par>
                                <p:cTn id="51" presetID="21" presetClass="entr" presetSubtype="4" fill="hold" nodeType="withEffect">
                                  <p:stCondLst>
                                    <p:cond delay="0"/>
                                  </p:stCondLst>
                                  <p:childTnLst>
                                    <p:set>
                                      <p:cBhvr>
                                        <p:cTn id="52" dur="1" fill="hold">
                                          <p:stCondLst>
                                            <p:cond delay="0"/>
                                          </p:stCondLst>
                                        </p:cTn>
                                        <p:tgtEl>
                                          <p:spTgt spid="338947">
                                            <p:txEl>
                                              <p:pRg st="8" end="8"/>
                                            </p:txEl>
                                          </p:spTgt>
                                        </p:tgtEl>
                                        <p:attrNameLst>
                                          <p:attrName>style.visibility</p:attrName>
                                        </p:attrNameLst>
                                      </p:cBhvr>
                                      <p:to>
                                        <p:strVal val="visible"/>
                                      </p:to>
                                    </p:set>
                                    <p:animEffect transition="in" filter="wheel(4)">
                                      <p:cBhvr>
                                        <p:cTn id="53" dur="2000"/>
                                        <p:tgtEl>
                                          <p:spTgt spid="33894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Number Placeholder 5">
            <a:extLst>
              <a:ext uri="{FF2B5EF4-FFF2-40B4-BE49-F238E27FC236}">
                <a16:creationId xmlns:a16="http://schemas.microsoft.com/office/drawing/2014/main" id="{A713C9B8-21B1-902C-EE09-509B498BB98E}"/>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43591729-F106-4FC0-B6E5-0579280D1BC4}" type="slidenum">
              <a:rPr lang="en-US" altLang="vi-VN" sz="1000">
                <a:latin typeface="Verdana" panose="020B0604030504040204" pitchFamily="34" charset="0"/>
              </a:rPr>
              <a:pPr algn="r" eaLnBrk="1" hangingPunct="1">
                <a:spcBef>
                  <a:spcPct val="0"/>
                </a:spcBef>
                <a:buFontTx/>
                <a:buNone/>
              </a:pPr>
              <a:t>61</a:t>
            </a:fld>
            <a:endParaRPr lang="en-US" altLang="vi-VN" sz="1000">
              <a:latin typeface="Verdana" panose="020B0604030504040204" pitchFamily="34" charset="0"/>
            </a:endParaRPr>
          </a:p>
        </p:txBody>
      </p:sp>
      <p:sp>
        <p:nvSpPr>
          <p:cNvPr id="339971" name="Rectangle 3">
            <a:extLst>
              <a:ext uri="{FF2B5EF4-FFF2-40B4-BE49-F238E27FC236}">
                <a16:creationId xmlns:a16="http://schemas.microsoft.com/office/drawing/2014/main" id="{34A7A0AB-2B68-8C21-4DEB-F0EE8B125511}"/>
              </a:ext>
            </a:extLst>
          </p:cNvPr>
          <p:cNvSpPr>
            <a:spLocks noGrp="1" noChangeArrowheads="1"/>
          </p:cNvSpPr>
          <p:nvPr>
            <p:ph type="body" idx="4294967295"/>
          </p:nvPr>
        </p:nvSpPr>
        <p:spPr>
          <a:xfrm>
            <a:off x="400050" y="1447800"/>
            <a:ext cx="8610600" cy="5105400"/>
          </a:xfrm>
        </p:spPr>
        <p:txBody>
          <a:bodyPr/>
          <a:lstStyle/>
          <a:p>
            <a:pPr marL="0" indent="0" algn="just" eaLnBrk="1" hangingPunct="1">
              <a:lnSpc>
                <a:spcPct val="90000"/>
              </a:lnSpc>
              <a:buFont typeface="Wingdings" panose="05000000000000000000" pitchFamily="2" charset="2"/>
              <a:buNone/>
            </a:pPr>
            <a:r>
              <a:rPr lang="en-US" altLang="vi-VN" sz="2800">
                <a:solidFill>
                  <a:srgbClr val="0000FF"/>
                </a:solidFill>
                <a:latin typeface="Times New Roman" panose="02020603050405020304" pitchFamily="18" charset="0"/>
              </a:rPr>
              <a:t>Hàm SECOND</a:t>
            </a:r>
          </a:p>
          <a:p>
            <a:pPr marL="0" indent="0" algn="just" eaLnBrk="1" hangingPunct="1">
              <a:lnSpc>
                <a:spcPct val="90000"/>
              </a:lnSpc>
              <a:buFont typeface="Wingdings" panose="05000000000000000000" pitchFamily="2" charset="2"/>
              <a:buNone/>
            </a:pPr>
            <a:r>
              <a:rPr lang="en-US" altLang="vi-VN" sz="2800">
                <a:latin typeface="Times New Roman" panose="02020603050405020304" pitchFamily="18" charset="0"/>
              </a:rPr>
              <a:t>Cú pháp: =</a:t>
            </a:r>
            <a:r>
              <a:rPr lang="en-US" altLang="vi-VN" sz="2800" b="1">
                <a:latin typeface="Times New Roman" panose="02020603050405020304" pitchFamily="18" charset="0"/>
              </a:rPr>
              <a:t>SECOND(biểu thức giờ - phút - giây)</a:t>
            </a:r>
            <a:endParaRPr lang="en-US" altLang="vi-VN" sz="2800">
              <a:latin typeface="Times New Roman" panose="02020603050405020304" pitchFamily="18" charset="0"/>
            </a:endParaRPr>
          </a:p>
          <a:p>
            <a:pPr marL="0" indent="0" algn="just" eaLnBrk="1" hangingPunct="1">
              <a:lnSpc>
                <a:spcPct val="90000"/>
              </a:lnSpc>
              <a:buFont typeface="Wingdings" panose="05000000000000000000" pitchFamily="2" charset="2"/>
              <a:buNone/>
            </a:pPr>
            <a:r>
              <a:rPr lang="en-US" altLang="vi-VN" sz="2800">
                <a:latin typeface="Times New Roman" panose="02020603050405020304" pitchFamily="18" charset="0"/>
              </a:rPr>
              <a:t>CD: Trả về phần </a:t>
            </a:r>
            <a:r>
              <a:rPr lang="en-US" altLang="vi-VN" sz="2800" b="1">
                <a:latin typeface="Times New Roman" panose="02020603050405020304" pitchFamily="18" charset="0"/>
              </a:rPr>
              <a:t>giây</a:t>
            </a:r>
            <a:r>
              <a:rPr lang="en-US" altLang="vi-VN" sz="2800">
                <a:latin typeface="Times New Roman" panose="02020603050405020304" pitchFamily="18" charset="0"/>
              </a:rPr>
              <a:t> của biểu thức giờ - phút - giây</a:t>
            </a:r>
          </a:p>
          <a:p>
            <a:pPr marL="0" indent="0" algn="just" eaLnBrk="1" hangingPunct="1">
              <a:lnSpc>
                <a:spcPct val="90000"/>
              </a:lnSpc>
              <a:buFont typeface="Wingdings" panose="05000000000000000000" pitchFamily="2" charset="2"/>
              <a:buNone/>
            </a:pPr>
            <a:r>
              <a:rPr lang="en-US" altLang="vi-VN" sz="2800">
                <a:solidFill>
                  <a:srgbClr val="0000FF"/>
                </a:solidFill>
                <a:latin typeface="Times New Roman" panose="02020603050405020304" pitchFamily="18" charset="0"/>
              </a:rPr>
              <a:t>Ví dụ</a:t>
            </a:r>
            <a:r>
              <a:rPr lang="en-US" altLang="vi-VN" sz="2800">
                <a:latin typeface="Times New Roman" panose="02020603050405020304" pitchFamily="18" charset="0"/>
              </a:rPr>
              <a:t>: Giả sử tại ô D8 chứa gía trị 08:30:20 thì:</a:t>
            </a:r>
            <a:r>
              <a:rPr lang="fr-FR" altLang="vi-VN" sz="2800">
                <a:latin typeface="Times New Roman" panose="02020603050405020304" pitchFamily="18" charset="0"/>
              </a:rPr>
              <a:t> =SECOND(D8) kết quả là  20</a:t>
            </a:r>
            <a:endParaRPr lang="en-US" altLang="vi-VN" sz="2800">
              <a:latin typeface="Times New Roman" panose="02020603050405020304" pitchFamily="18" charset="0"/>
            </a:endParaRPr>
          </a:p>
          <a:p>
            <a:pPr marL="0" indent="0" algn="just" eaLnBrk="1" hangingPunct="1">
              <a:lnSpc>
                <a:spcPct val="90000"/>
              </a:lnSpc>
              <a:buFont typeface="Wingdings" panose="05000000000000000000" pitchFamily="2" charset="2"/>
              <a:buNone/>
            </a:pPr>
            <a:r>
              <a:rPr lang="en-US" altLang="vi-VN" sz="2800">
                <a:solidFill>
                  <a:srgbClr val="0000FF"/>
                </a:solidFill>
                <a:latin typeface="Times New Roman" panose="02020603050405020304" pitchFamily="18" charset="0"/>
              </a:rPr>
              <a:t>Hàm MINUTE</a:t>
            </a:r>
          </a:p>
          <a:p>
            <a:pPr marL="0" indent="0" algn="just" eaLnBrk="1" hangingPunct="1">
              <a:lnSpc>
                <a:spcPct val="90000"/>
              </a:lnSpc>
              <a:buFont typeface="Wingdings" panose="05000000000000000000" pitchFamily="2" charset="2"/>
              <a:buNone/>
            </a:pPr>
            <a:r>
              <a:rPr lang="en-US" altLang="vi-VN" sz="2800">
                <a:latin typeface="Times New Roman" panose="02020603050405020304" pitchFamily="18" charset="0"/>
              </a:rPr>
              <a:t>Cú pháp: =</a:t>
            </a:r>
            <a:r>
              <a:rPr lang="en-US" altLang="vi-VN" sz="2800" b="1">
                <a:latin typeface="Times New Roman" panose="02020603050405020304" pitchFamily="18" charset="0"/>
              </a:rPr>
              <a:t>MINUTE(biểu thức giờ - phút - giây)</a:t>
            </a:r>
            <a:endParaRPr lang="en-US" altLang="vi-VN" sz="2800">
              <a:latin typeface="Times New Roman" panose="02020603050405020304" pitchFamily="18" charset="0"/>
            </a:endParaRPr>
          </a:p>
          <a:p>
            <a:pPr marL="0" indent="0" algn="just" eaLnBrk="1" hangingPunct="1">
              <a:lnSpc>
                <a:spcPct val="90000"/>
              </a:lnSpc>
              <a:buFont typeface="Wingdings" panose="05000000000000000000" pitchFamily="2" charset="2"/>
              <a:buNone/>
            </a:pPr>
            <a:r>
              <a:rPr lang="en-US" altLang="vi-VN" sz="2800">
                <a:latin typeface="Times New Roman" panose="02020603050405020304" pitchFamily="18" charset="0"/>
              </a:rPr>
              <a:t>CD: Trả về phần </a:t>
            </a:r>
            <a:r>
              <a:rPr lang="en-US" altLang="vi-VN" sz="2800" b="1">
                <a:latin typeface="Times New Roman" panose="02020603050405020304" pitchFamily="18" charset="0"/>
              </a:rPr>
              <a:t>phút</a:t>
            </a:r>
            <a:r>
              <a:rPr lang="en-US" altLang="vi-VN" sz="2800">
                <a:latin typeface="Times New Roman" panose="02020603050405020304" pitchFamily="18" charset="0"/>
              </a:rPr>
              <a:t> của biểu thức giờ - phút - giây</a:t>
            </a:r>
          </a:p>
          <a:p>
            <a:pPr marL="0" indent="0" algn="just" eaLnBrk="1" hangingPunct="1">
              <a:lnSpc>
                <a:spcPct val="90000"/>
              </a:lnSpc>
              <a:buFont typeface="Wingdings" panose="05000000000000000000" pitchFamily="2" charset="2"/>
              <a:buNone/>
            </a:pPr>
            <a:r>
              <a:rPr lang="en-US" altLang="vi-VN" sz="2800">
                <a:solidFill>
                  <a:srgbClr val="0000FF"/>
                </a:solidFill>
                <a:latin typeface="Times New Roman" panose="02020603050405020304" pitchFamily="18" charset="0"/>
              </a:rPr>
              <a:t>Ví dụ</a:t>
            </a:r>
            <a:r>
              <a:rPr lang="en-US" altLang="vi-VN" sz="2800">
                <a:latin typeface="Times New Roman" panose="02020603050405020304" pitchFamily="18" charset="0"/>
              </a:rPr>
              <a:t>: Giả sử tại ô D8 chứa gía trị 08:30:2 thì:</a:t>
            </a:r>
            <a:r>
              <a:rPr lang="fr-FR" altLang="vi-VN" sz="2800">
                <a:latin typeface="Times New Roman" panose="02020603050405020304" pitchFamily="18" charset="0"/>
              </a:rPr>
              <a:t>=MINUTE(D8) kết quả là 30</a:t>
            </a:r>
            <a:endParaRPr lang="en-US" altLang="vi-VN" sz="2800">
              <a:latin typeface="Times New Roman" panose="02020603050405020304" pitchFamily="18" charset="0"/>
            </a:endParaRPr>
          </a:p>
        </p:txBody>
      </p:sp>
      <p:sp>
        <p:nvSpPr>
          <p:cNvPr id="77828" name="Rectangle 2">
            <a:extLst>
              <a:ext uri="{FF2B5EF4-FFF2-40B4-BE49-F238E27FC236}">
                <a16:creationId xmlns:a16="http://schemas.microsoft.com/office/drawing/2014/main" id="{7BCCEF3F-D07E-FBE8-CB0F-522E60E5BC78}"/>
              </a:ext>
            </a:extLst>
          </p:cNvPr>
          <p:cNvSpPr>
            <a:spLocks noChangeArrowheads="1"/>
          </p:cNvSpPr>
          <p:nvPr/>
        </p:nvSpPr>
        <p:spPr bwMode="gray">
          <a:xfrm>
            <a:off x="228600" y="0"/>
            <a:ext cx="8229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vi-VN" sz="3600" b="1">
                <a:solidFill>
                  <a:srgbClr val="FF0000"/>
                </a:solidFill>
                <a:latin typeface="Times New Roman" panose="02020603050405020304" pitchFamily="18" charset="0"/>
              </a:rPr>
              <a:t>4. Các hàm thời gian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339971">
                                            <p:txEl>
                                              <p:pRg st="0" end="0"/>
                                            </p:txEl>
                                          </p:spTgt>
                                        </p:tgtEl>
                                        <p:attrNameLst>
                                          <p:attrName>style.visibility</p:attrName>
                                        </p:attrNameLst>
                                      </p:cBhvr>
                                      <p:to>
                                        <p:strVal val="visible"/>
                                      </p:to>
                                    </p:set>
                                    <p:animEffect transition="in" filter="wheel(4)">
                                      <p:cBhvr>
                                        <p:cTn id="7" dur="2000"/>
                                        <p:tgtEl>
                                          <p:spTgt spid="3399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1" presetClass="entr" presetSubtype="0" fill="hold" nodeType="clickEffect">
                                  <p:stCondLst>
                                    <p:cond delay="0"/>
                                  </p:stCondLst>
                                  <p:iterate type="lt">
                                    <p:tmPct val="10000"/>
                                  </p:iterate>
                                  <p:childTnLst>
                                    <p:set>
                                      <p:cBhvr>
                                        <p:cTn id="11" dur="1" fill="hold">
                                          <p:stCondLst>
                                            <p:cond delay="0"/>
                                          </p:stCondLst>
                                        </p:cTn>
                                        <p:tgtEl>
                                          <p:spTgt spid="339971">
                                            <p:txEl>
                                              <p:pRg st="1" end="1"/>
                                            </p:txEl>
                                          </p:spTgt>
                                        </p:tgtEl>
                                        <p:attrNameLst>
                                          <p:attrName>style.visibility</p:attrName>
                                        </p:attrNameLst>
                                      </p:cBhvr>
                                      <p:to>
                                        <p:strVal val="visible"/>
                                      </p:to>
                                    </p:set>
                                    <p:anim calcmode="lin" valueType="num">
                                      <p:cBhvr>
                                        <p:cTn id="12" dur="500" fill="hold"/>
                                        <p:tgtEl>
                                          <p:spTgt spid="339971">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13" dur="500" fill="hold"/>
                                        <p:tgtEl>
                                          <p:spTgt spid="339971">
                                            <p:txEl>
                                              <p:pRg st="1" end="1"/>
                                            </p:txEl>
                                          </p:spTgt>
                                        </p:tgtEl>
                                        <p:attrNameLst>
                                          <p:attrName>ppt_y</p:attrName>
                                        </p:attrNameLst>
                                      </p:cBhvr>
                                      <p:tavLst>
                                        <p:tav tm="0">
                                          <p:val>
                                            <p:strVal val="#ppt_y"/>
                                          </p:val>
                                        </p:tav>
                                        <p:tav tm="100000">
                                          <p:val>
                                            <p:strVal val="#ppt_y"/>
                                          </p:val>
                                        </p:tav>
                                      </p:tavLst>
                                    </p:anim>
                                    <p:anim calcmode="lin" valueType="num">
                                      <p:cBhvr>
                                        <p:cTn id="14" dur="500" fill="hold"/>
                                        <p:tgtEl>
                                          <p:spTgt spid="339971">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5" dur="500" fill="hold"/>
                                        <p:tgtEl>
                                          <p:spTgt spid="339971">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6" dur="500" tmFilter="0,0; .5, 1; 1, 1"/>
                                        <p:tgtEl>
                                          <p:spTgt spid="339971">
                                            <p:txEl>
                                              <p:pRg st="1" end="1"/>
                                            </p:txEl>
                                          </p:spTgt>
                                        </p:tgtEl>
                                      </p:cBhvr>
                                    </p:animEffect>
                                  </p:childTnLst>
                                </p:cTn>
                              </p:par>
                              <p:par>
                                <p:cTn id="17" presetID="41" presetClass="entr" presetSubtype="0" fill="hold" nodeType="withEffect">
                                  <p:stCondLst>
                                    <p:cond delay="0"/>
                                  </p:stCondLst>
                                  <p:iterate type="lt">
                                    <p:tmPct val="10000"/>
                                  </p:iterate>
                                  <p:childTnLst>
                                    <p:set>
                                      <p:cBhvr>
                                        <p:cTn id="18" dur="1" fill="hold">
                                          <p:stCondLst>
                                            <p:cond delay="0"/>
                                          </p:stCondLst>
                                        </p:cTn>
                                        <p:tgtEl>
                                          <p:spTgt spid="339971">
                                            <p:txEl>
                                              <p:pRg st="2" end="2"/>
                                            </p:txEl>
                                          </p:spTgt>
                                        </p:tgtEl>
                                        <p:attrNameLst>
                                          <p:attrName>style.visibility</p:attrName>
                                        </p:attrNameLst>
                                      </p:cBhvr>
                                      <p:to>
                                        <p:strVal val="visible"/>
                                      </p:to>
                                    </p:set>
                                    <p:anim calcmode="lin" valueType="num">
                                      <p:cBhvr>
                                        <p:cTn id="19" dur="500" fill="hold"/>
                                        <p:tgtEl>
                                          <p:spTgt spid="339971">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20" dur="500" fill="hold"/>
                                        <p:tgtEl>
                                          <p:spTgt spid="339971">
                                            <p:txEl>
                                              <p:pRg st="2" end="2"/>
                                            </p:txEl>
                                          </p:spTgt>
                                        </p:tgtEl>
                                        <p:attrNameLst>
                                          <p:attrName>ppt_y</p:attrName>
                                        </p:attrNameLst>
                                      </p:cBhvr>
                                      <p:tavLst>
                                        <p:tav tm="0">
                                          <p:val>
                                            <p:strVal val="#ppt_y"/>
                                          </p:val>
                                        </p:tav>
                                        <p:tav tm="100000">
                                          <p:val>
                                            <p:strVal val="#ppt_y"/>
                                          </p:val>
                                        </p:tav>
                                      </p:tavLst>
                                    </p:anim>
                                    <p:anim calcmode="lin" valueType="num">
                                      <p:cBhvr>
                                        <p:cTn id="21" dur="500" fill="hold"/>
                                        <p:tgtEl>
                                          <p:spTgt spid="339971">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2" dur="500" fill="hold"/>
                                        <p:tgtEl>
                                          <p:spTgt spid="339971">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3" dur="500" tmFilter="0,0; .5, 1; 1, 1"/>
                                        <p:tgtEl>
                                          <p:spTgt spid="339971">
                                            <p:txEl>
                                              <p:pRg st="2" end="2"/>
                                            </p:txEl>
                                          </p:spTgt>
                                        </p:tgtEl>
                                      </p:cBhvr>
                                    </p:animEffect>
                                  </p:childTnLst>
                                </p:cTn>
                              </p:par>
                              <p:par>
                                <p:cTn id="24" presetID="41" presetClass="entr" presetSubtype="0" fill="hold" nodeType="withEffect">
                                  <p:stCondLst>
                                    <p:cond delay="0"/>
                                  </p:stCondLst>
                                  <p:iterate type="lt">
                                    <p:tmPct val="10000"/>
                                  </p:iterate>
                                  <p:childTnLst>
                                    <p:set>
                                      <p:cBhvr>
                                        <p:cTn id="25" dur="1" fill="hold">
                                          <p:stCondLst>
                                            <p:cond delay="0"/>
                                          </p:stCondLst>
                                        </p:cTn>
                                        <p:tgtEl>
                                          <p:spTgt spid="339971">
                                            <p:txEl>
                                              <p:pRg st="3" end="3"/>
                                            </p:txEl>
                                          </p:spTgt>
                                        </p:tgtEl>
                                        <p:attrNameLst>
                                          <p:attrName>style.visibility</p:attrName>
                                        </p:attrNameLst>
                                      </p:cBhvr>
                                      <p:to>
                                        <p:strVal val="visible"/>
                                      </p:to>
                                    </p:set>
                                    <p:anim calcmode="lin" valueType="num">
                                      <p:cBhvr>
                                        <p:cTn id="26" dur="500" fill="hold"/>
                                        <p:tgtEl>
                                          <p:spTgt spid="339971">
                                            <p:txEl>
                                              <p:pRg st="3" end="3"/>
                                            </p:txEl>
                                          </p:spTgt>
                                        </p:tgtEl>
                                        <p:attrNameLst>
                                          <p:attrName>ppt_x</p:attrName>
                                        </p:attrNameLst>
                                      </p:cBhvr>
                                      <p:tavLst>
                                        <p:tav tm="0">
                                          <p:val>
                                            <p:strVal val="#ppt_x"/>
                                          </p:val>
                                        </p:tav>
                                        <p:tav tm="50000">
                                          <p:val>
                                            <p:strVal val="#ppt_x+.1"/>
                                          </p:val>
                                        </p:tav>
                                        <p:tav tm="100000">
                                          <p:val>
                                            <p:strVal val="#ppt_x"/>
                                          </p:val>
                                        </p:tav>
                                      </p:tavLst>
                                    </p:anim>
                                    <p:anim calcmode="lin" valueType="num">
                                      <p:cBhvr>
                                        <p:cTn id="27" dur="500" fill="hold"/>
                                        <p:tgtEl>
                                          <p:spTgt spid="339971">
                                            <p:txEl>
                                              <p:pRg st="3" end="3"/>
                                            </p:txEl>
                                          </p:spTgt>
                                        </p:tgtEl>
                                        <p:attrNameLst>
                                          <p:attrName>ppt_y</p:attrName>
                                        </p:attrNameLst>
                                      </p:cBhvr>
                                      <p:tavLst>
                                        <p:tav tm="0">
                                          <p:val>
                                            <p:strVal val="#ppt_y"/>
                                          </p:val>
                                        </p:tav>
                                        <p:tav tm="100000">
                                          <p:val>
                                            <p:strVal val="#ppt_y"/>
                                          </p:val>
                                        </p:tav>
                                      </p:tavLst>
                                    </p:anim>
                                    <p:anim calcmode="lin" valueType="num">
                                      <p:cBhvr>
                                        <p:cTn id="28" dur="500" fill="hold"/>
                                        <p:tgtEl>
                                          <p:spTgt spid="339971">
                                            <p:txEl>
                                              <p:pRg st="3" end="3"/>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9" dur="500" fill="hold"/>
                                        <p:tgtEl>
                                          <p:spTgt spid="339971">
                                            <p:txEl>
                                              <p:pRg st="3" end="3"/>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0" dur="500" tmFilter="0,0; .5, 1; 1, 1"/>
                                        <p:tgtEl>
                                          <p:spTgt spid="339971">
                                            <p:txEl>
                                              <p:pRg st="3" end="3"/>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41" presetClass="entr" presetSubtype="0" fill="hold" nodeType="clickEffect">
                                  <p:stCondLst>
                                    <p:cond delay="0"/>
                                  </p:stCondLst>
                                  <p:iterate type="lt">
                                    <p:tmPct val="10000"/>
                                  </p:iterate>
                                  <p:childTnLst>
                                    <p:set>
                                      <p:cBhvr>
                                        <p:cTn id="34" dur="1" fill="hold">
                                          <p:stCondLst>
                                            <p:cond delay="0"/>
                                          </p:stCondLst>
                                        </p:cTn>
                                        <p:tgtEl>
                                          <p:spTgt spid="339971">
                                            <p:txEl>
                                              <p:pRg st="4" end="4"/>
                                            </p:txEl>
                                          </p:spTgt>
                                        </p:tgtEl>
                                        <p:attrNameLst>
                                          <p:attrName>style.visibility</p:attrName>
                                        </p:attrNameLst>
                                      </p:cBhvr>
                                      <p:to>
                                        <p:strVal val="visible"/>
                                      </p:to>
                                    </p:set>
                                    <p:anim calcmode="lin" valueType="num">
                                      <p:cBhvr>
                                        <p:cTn id="35" dur="500" fill="hold"/>
                                        <p:tgtEl>
                                          <p:spTgt spid="339971">
                                            <p:txEl>
                                              <p:pRg st="4" end="4"/>
                                            </p:txEl>
                                          </p:spTgt>
                                        </p:tgtEl>
                                        <p:attrNameLst>
                                          <p:attrName>ppt_x</p:attrName>
                                        </p:attrNameLst>
                                      </p:cBhvr>
                                      <p:tavLst>
                                        <p:tav tm="0">
                                          <p:val>
                                            <p:strVal val="#ppt_x"/>
                                          </p:val>
                                        </p:tav>
                                        <p:tav tm="50000">
                                          <p:val>
                                            <p:strVal val="#ppt_x+.1"/>
                                          </p:val>
                                        </p:tav>
                                        <p:tav tm="100000">
                                          <p:val>
                                            <p:strVal val="#ppt_x"/>
                                          </p:val>
                                        </p:tav>
                                      </p:tavLst>
                                    </p:anim>
                                    <p:anim calcmode="lin" valueType="num">
                                      <p:cBhvr>
                                        <p:cTn id="36" dur="500" fill="hold"/>
                                        <p:tgtEl>
                                          <p:spTgt spid="339971">
                                            <p:txEl>
                                              <p:pRg st="4" end="4"/>
                                            </p:txEl>
                                          </p:spTgt>
                                        </p:tgtEl>
                                        <p:attrNameLst>
                                          <p:attrName>ppt_y</p:attrName>
                                        </p:attrNameLst>
                                      </p:cBhvr>
                                      <p:tavLst>
                                        <p:tav tm="0">
                                          <p:val>
                                            <p:strVal val="#ppt_y"/>
                                          </p:val>
                                        </p:tav>
                                        <p:tav tm="100000">
                                          <p:val>
                                            <p:strVal val="#ppt_y"/>
                                          </p:val>
                                        </p:tav>
                                      </p:tavLst>
                                    </p:anim>
                                    <p:anim calcmode="lin" valueType="num">
                                      <p:cBhvr>
                                        <p:cTn id="37" dur="500" fill="hold"/>
                                        <p:tgtEl>
                                          <p:spTgt spid="339971">
                                            <p:txEl>
                                              <p:pRg st="4" end="4"/>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8" dur="500" fill="hold"/>
                                        <p:tgtEl>
                                          <p:spTgt spid="339971">
                                            <p:txEl>
                                              <p:pRg st="4" end="4"/>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9" dur="500" tmFilter="0,0; .5, 1; 1, 1"/>
                                        <p:tgtEl>
                                          <p:spTgt spid="339971">
                                            <p:txEl>
                                              <p:pRg st="4" end="4"/>
                                            </p:txEl>
                                          </p:spTgt>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41" presetClass="entr" presetSubtype="0" fill="hold" nodeType="clickEffect">
                                  <p:stCondLst>
                                    <p:cond delay="0"/>
                                  </p:stCondLst>
                                  <p:iterate type="lt">
                                    <p:tmPct val="10000"/>
                                  </p:iterate>
                                  <p:childTnLst>
                                    <p:set>
                                      <p:cBhvr>
                                        <p:cTn id="43" dur="1" fill="hold">
                                          <p:stCondLst>
                                            <p:cond delay="0"/>
                                          </p:stCondLst>
                                        </p:cTn>
                                        <p:tgtEl>
                                          <p:spTgt spid="339971">
                                            <p:txEl>
                                              <p:pRg st="5" end="5"/>
                                            </p:txEl>
                                          </p:spTgt>
                                        </p:tgtEl>
                                        <p:attrNameLst>
                                          <p:attrName>style.visibility</p:attrName>
                                        </p:attrNameLst>
                                      </p:cBhvr>
                                      <p:to>
                                        <p:strVal val="visible"/>
                                      </p:to>
                                    </p:set>
                                    <p:anim calcmode="lin" valueType="num">
                                      <p:cBhvr>
                                        <p:cTn id="44" dur="500" fill="hold"/>
                                        <p:tgtEl>
                                          <p:spTgt spid="339971">
                                            <p:txEl>
                                              <p:pRg st="5" end="5"/>
                                            </p:txEl>
                                          </p:spTgt>
                                        </p:tgtEl>
                                        <p:attrNameLst>
                                          <p:attrName>ppt_x</p:attrName>
                                        </p:attrNameLst>
                                      </p:cBhvr>
                                      <p:tavLst>
                                        <p:tav tm="0">
                                          <p:val>
                                            <p:strVal val="#ppt_x"/>
                                          </p:val>
                                        </p:tav>
                                        <p:tav tm="50000">
                                          <p:val>
                                            <p:strVal val="#ppt_x+.1"/>
                                          </p:val>
                                        </p:tav>
                                        <p:tav tm="100000">
                                          <p:val>
                                            <p:strVal val="#ppt_x"/>
                                          </p:val>
                                        </p:tav>
                                      </p:tavLst>
                                    </p:anim>
                                    <p:anim calcmode="lin" valueType="num">
                                      <p:cBhvr>
                                        <p:cTn id="45" dur="500" fill="hold"/>
                                        <p:tgtEl>
                                          <p:spTgt spid="339971">
                                            <p:txEl>
                                              <p:pRg st="5" end="5"/>
                                            </p:txEl>
                                          </p:spTgt>
                                        </p:tgtEl>
                                        <p:attrNameLst>
                                          <p:attrName>ppt_y</p:attrName>
                                        </p:attrNameLst>
                                      </p:cBhvr>
                                      <p:tavLst>
                                        <p:tav tm="0">
                                          <p:val>
                                            <p:strVal val="#ppt_y"/>
                                          </p:val>
                                        </p:tav>
                                        <p:tav tm="100000">
                                          <p:val>
                                            <p:strVal val="#ppt_y"/>
                                          </p:val>
                                        </p:tav>
                                      </p:tavLst>
                                    </p:anim>
                                    <p:anim calcmode="lin" valueType="num">
                                      <p:cBhvr>
                                        <p:cTn id="46" dur="500" fill="hold"/>
                                        <p:tgtEl>
                                          <p:spTgt spid="339971">
                                            <p:txEl>
                                              <p:pRg st="5" end="5"/>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47" dur="500" fill="hold"/>
                                        <p:tgtEl>
                                          <p:spTgt spid="339971">
                                            <p:txEl>
                                              <p:pRg st="5" end="5"/>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48" dur="500" tmFilter="0,0; .5, 1; 1, 1"/>
                                        <p:tgtEl>
                                          <p:spTgt spid="339971">
                                            <p:txEl>
                                              <p:pRg st="5" end="5"/>
                                            </p:txEl>
                                          </p:spTgt>
                                        </p:tgtEl>
                                      </p:cBhvr>
                                    </p:animEffect>
                                  </p:childTnLst>
                                </p:cTn>
                              </p:par>
                              <p:par>
                                <p:cTn id="49" presetID="41" presetClass="entr" presetSubtype="0" fill="hold" nodeType="withEffect">
                                  <p:stCondLst>
                                    <p:cond delay="0"/>
                                  </p:stCondLst>
                                  <p:iterate type="lt">
                                    <p:tmPct val="10000"/>
                                  </p:iterate>
                                  <p:childTnLst>
                                    <p:set>
                                      <p:cBhvr>
                                        <p:cTn id="50" dur="1" fill="hold">
                                          <p:stCondLst>
                                            <p:cond delay="0"/>
                                          </p:stCondLst>
                                        </p:cTn>
                                        <p:tgtEl>
                                          <p:spTgt spid="339971">
                                            <p:txEl>
                                              <p:pRg st="6" end="6"/>
                                            </p:txEl>
                                          </p:spTgt>
                                        </p:tgtEl>
                                        <p:attrNameLst>
                                          <p:attrName>style.visibility</p:attrName>
                                        </p:attrNameLst>
                                      </p:cBhvr>
                                      <p:to>
                                        <p:strVal val="visible"/>
                                      </p:to>
                                    </p:set>
                                    <p:anim calcmode="lin" valueType="num">
                                      <p:cBhvr>
                                        <p:cTn id="51" dur="500" fill="hold"/>
                                        <p:tgtEl>
                                          <p:spTgt spid="339971">
                                            <p:txEl>
                                              <p:pRg st="6" end="6"/>
                                            </p:txEl>
                                          </p:spTgt>
                                        </p:tgtEl>
                                        <p:attrNameLst>
                                          <p:attrName>ppt_x</p:attrName>
                                        </p:attrNameLst>
                                      </p:cBhvr>
                                      <p:tavLst>
                                        <p:tav tm="0">
                                          <p:val>
                                            <p:strVal val="#ppt_x"/>
                                          </p:val>
                                        </p:tav>
                                        <p:tav tm="50000">
                                          <p:val>
                                            <p:strVal val="#ppt_x+.1"/>
                                          </p:val>
                                        </p:tav>
                                        <p:tav tm="100000">
                                          <p:val>
                                            <p:strVal val="#ppt_x"/>
                                          </p:val>
                                        </p:tav>
                                      </p:tavLst>
                                    </p:anim>
                                    <p:anim calcmode="lin" valueType="num">
                                      <p:cBhvr>
                                        <p:cTn id="52" dur="500" fill="hold"/>
                                        <p:tgtEl>
                                          <p:spTgt spid="339971">
                                            <p:txEl>
                                              <p:pRg st="6" end="6"/>
                                            </p:txEl>
                                          </p:spTgt>
                                        </p:tgtEl>
                                        <p:attrNameLst>
                                          <p:attrName>ppt_y</p:attrName>
                                        </p:attrNameLst>
                                      </p:cBhvr>
                                      <p:tavLst>
                                        <p:tav tm="0">
                                          <p:val>
                                            <p:strVal val="#ppt_y"/>
                                          </p:val>
                                        </p:tav>
                                        <p:tav tm="100000">
                                          <p:val>
                                            <p:strVal val="#ppt_y"/>
                                          </p:val>
                                        </p:tav>
                                      </p:tavLst>
                                    </p:anim>
                                    <p:anim calcmode="lin" valueType="num">
                                      <p:cBhvr>
                                        <p:cTn id="53" dur="500" fill="hold"/>
                                        <p:tgtEl>
                                          <p:spTgt spid="339971">
                                            <p:txEl>
                                              <p:pRg st="6" end="6"/>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54" dur="500" fill="hold"/>
                                        <p:tgtEl>
                                          <p:spTgt spid="339971">
                                            <p:txEl>
                                              <p:pRg st="6" end="6"/>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55" dur="500" tmFilter="0,0; .5, 1; 1, 1"/>
                                        <p:tgtEl>
                                          <p:spTgt spid="339971">
                                            <p:txEl>
                                              <p:pRg st="6" end="6"/>
                                            </p:txEl>
                                          </p:spTgt>
                                        </p:tgtEl>
                                      </p:cBhvr>
                                    </p:animEffect>
                                  </p:childTnLst>
                                </p:cTn>
                              </p:par>
                              <p:par>
                                <p:cTn id="56" presetID="41" presetClass="entr" presetSubtype="0" fill="hold" nodeType="withEffect">
                                  <p:stCondLst>
                                    <p:cond delay="0"/>
                                  </p:stCondLst>
                                  <p:iterate type="lt">
                                    <p:tmPct val="10000"/>
                                  </p:iterate>
                                  <p:childTnLst>
                                    <p:set>
                                      <p:cBhvr>
                                        <p:cTn id="57" dur="1" fill="hold">
                                          <p:stCondLst>
                                            <p:cond delay="0"/>
                                          </p:stCondLst>
                                        </p:cTn>
                                        <p:tgtEl>
                                          <p:spTgt spid="339971">
                                            <p:txEl>
                                              <p:pRg st="7" end="7"/>
                                            </p:txEl>
                                          </p:spTgt>
                                        </p:tgtEl>
                                        <p:attrNameLst>
                                          <p:attrName>style.visibility</p:attrName>
                                        </p:attrNameLst>
                                      </p:cBhvr>
                                      <p:to>
                                        <p:strVal val="visible"/>
                                      </p:to>
                                    </p:set>
                                    <p:anim calcmode="lin" valueType="num">
                                      <p:cBhvr>
                                        <p:cTn id="58" dur="500" fill="hold"/>
                                        <p:tgtEl>
                                          <p:spTgt spid="339971">
                                            <p:txEl>
                                              <p:pRg st="7" end="7"/>
                                            </p:txEl>
                                          </p:spTgt>
                                        </p:tgtEl>
                                        <p:attrNameLst>
                                          <p:attrName>ppt_x</p:attrName>
                                        </p:attrNameLst>
                                      </p:cBhvr>
                                      <p:tavLst>
                                        <p:tav tm="0">
                                          <p:val>
                                            <p:strVal val="#ppt_x"/>
                                          </p:val>
                                        </p:tav>
                                        <p:tav tm="50000">
                                          <p:val>
                                            <p:strVal val="#ppt_x+.1"/>
                                          </p:val>
                                        </p:tav>
                                        <p:tav tm="100000">
                                          <p:val>
                                            <p:strVal val="#ppt_x"/>
                                          </p:val>
                                        </p:tav>
                                      </p:tavLst>
                                    </p:anim>
                                    <p:anim calcmode="lin" valueType="num">
                                      <p:cBhvr>
                                        <p:cTn id="59" dur="500" fill="hold"/>
                                        <p:tgtEl>
                                          <p:spTgt spid="339971">
                                            <p:txEl>
                                              <p:pRg st="7" end="7"/>
                                            </p:txEl>
                                          </p:spTgt>
                                        </p:tgtEl>
                                        <p:attrNameLst>
                                          <p:attrName>ppt_y</p:attrName>
                                        </p:attrNameLst>
                                      </p:cBhvr>
                                      <p:tavLst>
                                        <p:tav tm="0">
                                          <p:val>
                                            <p:strVal val="#ppt_y"/>
                                          </p:val>
                                        </p:tav>
                                        <p:tav tm="100000">
                                          <p:val>
                                            <p:strVal val="#ppt_y"/>
                                          </p:val>
                                        </p:tav>
                                      </p:tavLst>
                                    </p:anim>
                                    <p:anim calcmode="lin" valueType="num">
                                      <p:cBhvr>
                                        <p:cTn id="60" dur="500" fill="hold"/>
                                        <p:tgtEl>
                                          <p:spTgt spid="339971">
                                            <p:txEl>
                                              <p:pRg st="7" end="7"/>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61" dur="500" fill="hold"/>
                                        <p:tgtEl>
                                          <p:spTgt spid="339971">
                                            <p:txEl>
                                              <p:pRg st="7" end="7"/>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62" dur="500" tmFilter="0,0; .5, 1; 1, 1"/>
                                        <p:tgtEl>
                                          <p:spTgt spid="33997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Number Placeholder 5">
            <a:extLst>
              <a:ext uri="{FF2B5EF4-FFF2-40B4-BE49-F238E27FC236}">
                <a16:creationId xmlns:a16="http://schemas.microsoft.com/office/drawing/2014/main" id="{56405278-F287-5D86-621B-9DC142A4E9CE}"/>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4BC478F4-4FD2-443C-9C57-51E5400DEB30}" type="slidenum">
              <a:rPr lang="en-US" altLang="vi-VN" sz="1000">
                <a:latin typeface="Verdana" panose="020B0604030504040204" pitchFamily="34" charset="0"/>
              </a:rPr>
              <a:pPr algn="r" eaLnBrk="1" hangingPunct="1">
                <a:spcBef>
                  <a:spcPct val="0"/>
                </a:spcBef>
                <a:buFontTx/>
                <a:buNone/>
              </a:pPr>
              <a:t>62</a:t>
            </a:fld>
            <a:endParaRPr lang="en-US" altLang="vi-VN" sz="1000">
              <a:latin typeface="Verdana" panose="020B0604030504040204" pitchFamily="34" charset="0"/>
            </a:endParaRPr>
          </a:p>
        </p:txBody>
      </p:sp>
      <p:sp>
        <p:nvSpPr>
          <p:cNvPr id="340995" name="Rectangle 3">
            <a:extLst>
              <a:ext uri="{FF2B5EF4-FFF2-40B4-BE49-F238E27FC236}">
                <a16:creationId xmlns:a16="http://schemas.microsoft.com/office/drawing/2014/main" id="{AAED5705-2FF8-0EC6-7467-FCDC2316A0D4}"/>
              </a:ext>
            </a:extLst>
          </p:cNvPr>
          <p:cNvSpPr>
            <a:spLocks noGrp="1" noChangeArrowheads="1"/>
          </p:cNvSpPr>
          <p:nvPr>
            <p:ph type="body" idx="4294967295"/>
          </p:nvPr>
        </p:nvSpPr>
        <p:spPr>
          <a:xfrm>
            <a:off x="457200" y="1752600"/>
            <a:ext cx="8686800" cy="4724400"/>
          </a:xfrm>
        </p:spPr>
        <p:txBody>
          <a:bodyPr/>
          <a:lstStyle/>
          <a:p>
            <a:pPr marL="0" indent="0" eaLnBrk="1" hangingPunct="1">
              <a:buFont typeface="Wingdings" panose="05000000000000000000" pitchFamily="2" charset="2"/>
              <a:buNone/>
            </a:pPr>
            <a:r>
              <a:rPr lang="fr-FR" altLang="vi-VN" sz="2800">
                <a:solidFill>
                  <a:srgbClr val="0000FF"/>
                </a:solidFill>
                <a:latin typeface="Times New Roman" panose="02020603050405020304" pitchFamily="18" charset="0"/>
              </a:rPr>
              <a:t>Hàm HOUR</a:t>
            </a:r>
          </a:p>
          <a:p>
            <a:pPr marL="0" indent="0" eaLnBrk="1" hangingPunct="1">
              <a:buFont typeface="Wingdings" panose="05000000000000000000" pitchFamily="2" charset="2"/>
              <a:buNone/>
            </a:pPr>
            <a:r>
              <a:rPr lang="fr-FR" altLang="vi-VN" sz="2800">
                <a:latin typeface="Times New Roman" panose="02020603050405020304" pitchFamily="18" charset="0"/>
              </a:rPr>
              <a:t>CP: =</a:t>
            </a:r>
            <a:r>
              <a:rPr lang="fr-FR" altLang="vi-VN" sz="2800" b="1">
                <a:latin typeface="Times New Roman" panose="02020603050405020304" pitchFamily="18" charset="0"/>
              </a:rPr>
              <a:t>HOUR(biểu thức giờ - phút - giây )</a:t>
            </a:r>
            <a:endParaRPr lang="en-US" altLang="vi-VN" sz="2800">
              <a:latin typeface="Times New Roman" panose="02020603050405020304" pitchFamily="18" charset="0"/>
            </a:endParaRPr>
          </a:p>
          <a:p>
            <a:pPr marL="0" indent="0" eaLnBrk="1" hangingPunct="1">
              <a:buFont typeface="Wingdings" panose="05000000000000000000" pitchFamily="2" charset="2"/>
              <a:buNone/>
            </a:pPr>
            <a:r>
              <a:rPr lang="en-US" altLang="vi-VN" sz="2800">
                <a:latin typeface="Times New Roman" panose="02020603050405020304" pitchFamily="18" charset="0"/>
              </a:rPr>
              <a:t>CD: Trả về phần </a:t>
            </a:r>
            <a:r>
              <a:rPr lang="en-US" altLang="vi-VN" sz="2800" b="1">
                <a:latin typeface="Times New Roman" panose="02020603050405020304" pitchFamily="18" charset="0"/>
              </a:rPr>
              <a:t>giờ</a:t>
            </a:r>
            <a:r>
              <a:rPr lang="en-US" altLang="vi-VN" sz="2800">
                <a:latin typeface="Times New Roman" panose="02020603050405020304" pitchFamily="18" charset="0"/>
              </a:rPr>
              <a:t> của biểu thức giờ - phút - giây</a:t>
            </a:r>
          </a:p>
          <a:p>
            <a:pPr marL="0" indent="0" eaLnBrk="1" hangingPunct="1">
              <a:buFont typeface="Wingdings" panose="05000000000000000000" pitchFamily="2" charset="2"/>
              <a:buNone/>
            </a:pPr>
            <a:r>
              <a:rPr lang="en-US" altLang="vi-VN" sz="2800">
                <a:solidFill>
                  <a:srgbClr val="0000FF"/>
                </a:solidFill>
                <a:latin typeface="Times New Roman" panose="02020603050405020304" pitchFamily="18" charset="0"/>
              </a:rPr>
              <a:t>Ví dụ</a:t>
            </a:r>
            <a:r>
              <a:rPr lang="en-US" altLang="vi-VN" sz="2800">
                <a:latin typeface="Times New Roman" panose="02020603050405020304" pitchFamily="18" charset="0"/>
              </a:rPr>
              <a:t>: Giả sử tại ô D8 chứa gía trị 08:30:20 thì:</a:t>
            </a:r>
            <a:r>
              <a:rPr lang="fr-FR" altLang="vi-VN" sz="2800">
                <a:latin typeface="Times New Roman" panose="02020603050405020304" pitchFamily="18" charset="0"/>
              </a:rPr>
              <a:t>=HOUR(D8) kết quả là 8</a:t>
            </a:r>
            <a:endParaRPr lang="en-US" altLang="vi-VN" sz="2800">
              <a:latin typeface="Times New Roman" panose="02020603050405020304" pitchFamily="18" charset="0"/>
            </a:endParaRPr>
          </a:p>
        </p:txBody>
      </p:sp>
      <p:sp>
        <p:nvSpPr>
          <p:cNvPr id="78852" name="Rectangle 2">
            <a:extLst>
              <a:ext uri="{FF2B5EF4-FFF2-40B4-BE49-F238E27FC236}">
                <a16:creationId xmlns:a16="http://schemas.microsoft.com/office/drawing/2014/main" id="{B113653E-A8F4-4E73-F235-5E33EAC26650}"/>
              </a:ext>
            </a:extLst>
          </p:cNvPr>
          <p:cNvSpPr>
            <a:spLocks noChangeArrowheads="1"/>
          </p:cNvSpPr>
          <p:nvPr/>
        </p:nvSpPr>
        <p:spPr bwMode="gray">
          <a:xfrm>
            <a:off x="228600" y="0"/>
            <a:ext cx="8229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vi-VN" sz="3600" b="1">
                <a:solidFill>
                  <a:srgbClr val="FF0000"/>
                </a:solidFill>
                <a:latin typeface="Times New Roman" panose="02020603050405020304" pitchFamily="18" charset="0"/>
              </a:rPr>
              <a:t>4. Các hàm thời gian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340995">
                                            <p:txEl>
                                              <p:pRg st="0" end="0"/>
                                            </p:txEl>
                                          </p:spTgt>
                                        </p:tgtEl>
                                        <p:attrNameLst>
                                          <p:attrName>style.visibility</p:attrName>
                                        </p:attrNameLst>
                                      </p:cBhvr>
                                      <p:to>
                                        <p:strVal val="visible"/>
                                      </p:to>
                                    </p:set>
                                    <p:anim calcmode="lin" valueType="num">
                                      <p:cBhvr>
                                        <p:cTn id="7" dur="500" fill="hold"/>
                                        <p:tgtEl>
                                          <p:spTgt spid="340995">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40995">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340995">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40995">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40995">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1" presetClass="entr" presetSubtype="4" fill="hold" nodeType="clickEffect">
                                  <p:stCondLst>
                                    <p:cond delay="0"/>
                                  </p:stCondLst>
                                  <p:childTnLst>
                                    <p:set>
                                      <p:cBhvr>
                                        <p:cTn id="15" dur="1" fill="hold">
                                          <p:stCondLst>
                                            <p:cond delay="0"/>
                                          </p:stCondLst>
                                        </p:cTn>
                                        <p:tgtEl>
                                          <p:spTgt spid="340995">
                                            <p:txEl>
                                              <p:pRg st="1" end="1"/>
                                            </p:txEl>
                                          </p:spTgt>
                                        </p:tgtEl>
                                        <p:attrNameLst>
                                          <p:attrName>style.visibility</p:attrName>
                                        </p:attrNameLst>
                                      </p:cBhvr>
                                      <p:to>
                                        <p:strVal val="visible"/>
                                      </p:to>
                                    </p:set>
                                    <p:animEffect transition="in" filter="wheel(4)">
                                      <p:cBhvr>
                                        <p:cTn id="16" dur="2000"/>
                                        <p:tgtEl>
                                          <p:spTgt spid="340995">
                                            <p:txEl>
                                              <p:pRg st="1" end="1"/>
                                            </p:txEl>
                                          </p:spTgt>
                                        </p:tgtEl>
                                      </p:cBhvr>
                                    </p:animEffect>
                                  </p:childTnLst>
                                </p:cTn>
                              </p:par>
                              <p:par>
                                <p:cTn id="17" presetID="21" presetClass="entr" presetSubtype="4" fill="hold" nodeType="withEffect">
                                  <p:stCondLst>
                                    <p:cond delay="0"/>
                                  </p:stCondLst>
                                  <p:childTnLst>
                                    <p:set>
                                      <p:cBhvr>
                                        <p:cTn id="18" dur="1" fill="hold">
                                          <p:stCondLst>
                                            <p:cond delay="0"/>
                                          </p:stCondLst>
                                        </p:cTn>
                                        <p:tgtEl>
                                          <p:spTgt spid="340995">
                                            <p:txEl>
                                              <p:pRg st="2" end="2"/>
                                            </p:txEl>
                                          </p:spTgt>
                                        </p:tgtEl>
                                        <p:attrNameLst>
                                          <p:attrName>style.visibility</p:attrName>
                                        </p:attrNameLst>
                                      </p:cBhvr>
                                      <p:to>
                                        <p:strVal val="visible"/>
                                      </p:to>
                                    </p:set>
                                    <p:animEffect transition="in" filter="wheel(4)">
                                      <p:cBhvr>
                                        <p:cTn id="19" dur="2000"/>
                                        <p:tgtEl>
                                          <p:spTgt spid="340995">
                                            <p:txEl>
                                              <p:pRg st="2" end="2"/>
                                            </p:txEl>
                                          </p:spTgt>
                                        </p:tgtEl>
                                      </p:cBhvr>
                                    </p:animEffect>
                                  </p:childTnLst>
                                </p:cTn>
                              </p:par>
                              <p:par>
                                <p:cTn id="20" presetID="21" presetClass="entr" presetSubtype="4" fill="hold" nodeType="withEffect">
                                  <p:stCondLst>
                                    <p:cond delay="0"/>
                                  </p:stCondLst>
                                  <p:childTnLst>
                                    <p:set>
                                      <p:cBhvr>
                                        <p:cTn id="21" dur="1" fill="hold">
                                          <p:stCondLst>
                                            <p:cond delay="0"/>
                                          </p:stCondLst>
                                        </p:cTn>
                                        <p:tgtEl>
                                          <p:spTgt spid="340995">
                                            <p:txEl>
                                              <p:pRg st="3" end="3"/>
                                            </p:txEl>
                                          </p:spTgt>
                                        </p:tgtEl>
                                        <p:attrNameLst>
                                          <p:attrName>style.visibility</p:attrName>
                                        </p:attrNameLst>
                                      </p:cBhvr>
                                      <p:to>
                                        <p:strVal val="visible"/>
                                      </p:to>
                                    </p:set>
                                    <p:animEffect transition="in" filter="wheel(4)">
                                      <p:cBhvr>
                                        <p:cTn id="22" dur="2000"/>
                                        <p:tgtEl>
                                          <p:spTgt spid="3409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Number Placeholder 5">
            <a:extLst>
              <a:ext uri="{FF2B5EF4-FFF2-40B4-BE49-F238E27FC236}">
                <a16:creationId xmlns:a16="http://schemas.microsoft.com/office/drawing/2014/main" id="{AD05BBCA-5CB2-16DA-11F9-7F333C68EE8E}"/>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EA46C299-5C19-4553-B79A-DD771D2F55CE}" type="slidenum">
              <a:rPr lang="en-US" altLang="vi-VN" sz="1000">
                <a:latin typeface="Verdana" panose="020B0604030504040204" pitchFamily="34" charset="0"/>
              </a:rPr>
              <a:pPr algn="r" eaLnBrk="1" hangingPunct="1">
                <a:spcBef>
                  <a:spcPct val="0"/>
                </a:spcBef>
                <a:buFontTx/>
                <a:buNone/>
              </a:pPr>
              <a:t>63</a:t>
            </a:fld>
            <a:endParaRPr lang="en-US" altLang="vi-VN" sz="1000">
              <a:latin typeface="Verdana" panose="020B0604030504040204" pitchFamily="34" charset="0"/>
            </a:endParaRPr>
          </a:p>
        </p:txBody>
      </p:sp>
      <p:sp>
        <p:nvSpPr>
          <p:cNvPr id="79875" name="Rectangle 2">
            <a:extLst>
              <a:ext uri="{FF2B5EF4-FFF2-40B4-BE49-F238E27FC236}">
                <a16:creationId xmlns:a16="http://schemas.microsoft.com/office/drawing/2014/main" id="{ABE6EB10-9BEA-8F68-248A-8B93C12A6227}"/>
              </a:ext>
            </a:extLst>
          </p:cNvPr>
          <p:cNvSpPr>
            <a:spLocks noGrp="1" noChangeArrowheads="1"/>
          </p:cNvSpPr>
          <p:nvPr>
            <p:ph type="title" idx="4294967295"/>
          </p:nvPr>
        </p:nvSpPr>
        <p:spPr>
          <a:xfrm>
            <a:off x="1447800" y="228600"/>
            <a:ext cx="6858000" cy="533400"/>
          </a:xfrm>
        </p:spPr>
        <p:txBody>
          <a:bodyPr anchor="b"/>
          <a:lstStyle/>
          <a:p>
            <a:pPr eaLnBrk="1" hangingPunct="1"/>
            <a:r>
              <a:rPr lang="en-US" altLang="vi-VN" sz="3200" b="1">
                <a:solidFill>
                  <a:srgbClr val="FF0000"/>
                </a:solidFill>
                <a:latin typeface="Times New Roman" panose="02020603050405020304" pitchFamily="18" charset="0"/>
              </a:rPr>
              <a:t>5. Các hàm thống kê</a:t>
            </a:r>
          </a:p>
        </p:txBody>
      </p:sp>
      <p:sp>
        <p:nvSpPr>
          <p:cNvPr id="342019" name="Rectangle 3">
            <a:extLst>
              <a:ext uri="{FF2B5EF4-FFF2-40B4-BE49-F238E27FC236}">
                <a16:creationId xmlns:a16="http://schemas.microsoft.com/office/drawing/2014/main" id="{E67B0AD9-430F-A1CF-12BA-141F56ADA61E}"/>
              </a:ext>
            </a:extLst>
          </p:cNvPr>
          <p:cNvSpPr>
            <a:spLocks noGrp="1" noChangeArrowheads="1"/>
          </p:cNvSpPr>
          <p:nvPr>
            <p:ph type="body" idx="4294967295"/>
          </p:nvPr>
        </p:nvSpPr>
        <p:spPr>
          <a:xfrm>
            <a:off x="457200" y="1143000"/>
            <a:ext cx="8458200" cy="5029200"/>
          </a:xfrm>
        </p:spPr>
        <p:txBody>
          <a:bodyPr/>
          <a:lstStyle/>
          <a:p>
            <a:pPr marL="0" indent="0" eaLnBrk="1" hangingPunct="1">
              <a:buFont typeface="Wingdings" panose="05000000000000000000" pitchFamily="2" charset="2"/>
              <a:buNone/>
            </a:pPr>
            <a:endParaRPr lang="en-US" altLang="vi-VN" sz="2800">
              <a:solidFill>
                <a:srgbClr val="FF0000"/>
              </a:solidFill>
              <a:latin typeface="Times New Roman" panose="02020603050405020304" pitchFamily="18" charset="0"/>
            </a:endParaRPr>
          </a:p>
          <a:p>
            <a:pPr marL="0" indent="0" algn="just" eaLnBrk="1" hangingPunct="1">
              <a:buFont typeface="Wingdings" panose="05000000000000000000" pitchFamily="2" charset="2"/>
              <a:buNone/>
            </a:pPr>
            <a:r>
              <a:rPr lang="en-US" altLang="vi-VN" sz="2800">
                <a:solidFill>
                  <a:srgbClr val="0000FF"/>
                </a:solidFill>
                <a:latin typeface="Times New Roman" panose="02020603050405020304" pitchFamily="18" charset="0"/>
              </a:rPr>
              <a:t>Hàm COUNT</a:t>
            </a:r>
          </a:p>
          <a:p>
            <a:pPr marL="0" indent="0" algn="just" eaLnBrk="1" hangingPunct="1">
              <a:buFont typeface="Wingdings" panose="05000000000000000000" pitchFamily="2" charset="2"/>
              <a:buChar char="Ø"/>
            </a:pPr>
            <a:r>
              <a:rPr lang="en-US" altLang="vi-VN" sz="2800">
                <a:latin typeface="Times New Roman" panose="02020603050405020304" pitchFamily="18" charset="0"/>
              </a:rPr>
              <a:t>Cú pháp: =</a:t>
            </a:r>
            <a:r>
              <a:rPr lang="en-US" altLang="vi-VN" sz="2800" b="1">
                <a:latin typeface="Times New Roman" panose="02020603050405020304" pitchFamily="18" charset="0"/>
              </a:rPr>
              <a:t>COUNT(Value1, Value2,..) hoặc</a:t>
            </a:r>
          </a:p>
          <a:p>
            <a:pPr marL="0" indent="0" algn="just" eaLnBrk="1" hangingPunct="1">
              <a:buFont typeface="Wingdings" panose="05000000000000000000" pitchFamily="2" charset="2"/>
              <a:buNone/>
            </a:pPr>
            <a:r>
              <a:rPr lang="en-US" altLang="vi-VN" sz="2800" b="1">
                <a:latin typeface="Times New Roman" panose="02020603050405020304" pitchFamily="18" charset="0"/>
              </a:rPr>
              <a:t>=COUNT(Địa chỉ vùng đếm)</a:t>
            </a:r>
            <a:endParaRPr lang="en-US" altLang="vi-VN" sz="2800">
              <a:latin typeface="Times New Roman" panose="02020603050405020304" pitchFamily="18" charset="0"/>
            </a:endParaRPr>
          </a:p>
          <a:p>
            <a:pPr marL="0" indent="0" algn="just" eaLnBrk="1" hangingPunct="1">
              <a:buFont typeface="Wingdings" panose="05000000000000000000" pitchFamily="2" charset="2"/>
              <a:buChar char="Ø"/>
            </a:pPr>
            <a:r>
              <a:rPr lang="en-US" altLang="vi-VN" sz="2800">
                <a:latin typeface="Times New Roman" panose="02020603050405020304" pitchFamily="18" charset="0"/>
              </a:rPr>
              <a:t>CD: Hàm trả về </a:t>
            </a:r>
            <a:r>
              <a:rPr lang="en-US" altLang="vi-VN" sz="2800" b="1">
                <a:latin typeface="Times New Roman" panose="02020603050405020304" pitchFamily="18" charset="0"/>
              </a:rPr>
              <a:t>số phần tử</a:t>
            </a:r>
            <a:r>
              <a:rPr lang="en-US" altLang="vi-VN" sz="2800">
                <a:latin typeface="Times New Roman" panose="02020603050405020304" pitchFamily="18" charset="0"/>
              </a:rPr>
              <a:t> là </a:t>
            </a:r>
            <a:r>
              <a:rPr lang="en-US" altLang="vi-VN" sz="2800" b="1">
                <a:latin typeface="Times New Roman" panose="02020603050405020304" pitchFamily="18" charset="0"/>
              </a:rPr>
              <a:t>kiểu số</a:t>
            </a:r>
            <a:r>
              <a:rPr lang="en-US" altLang="vi-VN" sz="2800">
                <a:latin typeface="Times New Roman" panose="02020603050405020304" pitchFamily="18" charset="0"/>
              </a:rPr>
              <a:t> hoặc</a:t>
            </a:r>
          </a:p>
          <a:p>
            <a:pPr marL="0" indent="0" algn="just" eaLnBrk="1" hangingPunct="1">
              <a:buFont typeface="Wingdings" panose="05000000000000000000" pitchFamily="2" charset="2"/>
              <a:buNone/>
            </a:pPr>
            <a:r>
              <a:rPr lang="en-US" altLang="vi-VN" sz="2800">
                <a:latin typeface="Times New Roman" panose="02020603050405020304" pitchFamily="18" charset="0"/>
              </a:rPr>
              <a:t>Đếm số ô có </a:t>
            </a:r>
            <a:r>
              <a:rPr lang="en-US" altLang="vi-VN" sz="2800" b="1">
                <a:latin typeface="Times New Roman" panose="02020603050405020304" pitchFamily="18" charset="0"/>
              </a:rPr>
              <a:t>chứa dữ liệu là kiểu số</a:t>
            </a:r>
            <a:r>
              <a:rPr lang="en-US" altLang="vi-VN" sz="2800" i="1">
                <a:latin typeface="Times New Roman" panose="02020603050405020304" pitchFamily="18" charset="0"/>
              </a:rPr>
              <a:t> </a:t>
            </a:r>
            <a:r>
              <a:rPr lang="en-US" altLang="vi-VN" sz="2800">
                <a:latin typeface="Times New Roman" panose="02020603050405020304" pitchFamily="18" charset="0"/>
              </a:rPr>
              <a:t>trong </a:t>
            </a:r>
            <a:r>
              <a:rPr lang="en-US" altLang="vi-VN" sz="2800" b="1">
                <a:latin typeface="Times New Roman" panose="02020603050405020304" pitchFamily="18" charset="0"/>
              </a:rPr>
              <a:t>địa chỉ vùng đếm.</a:t>
            </a:r>
            <a:endParaRPr lang="en-US" altLang="vi-VN" sz="2800">
              <a:latin typeface="Times New Roman" panose="02020603050405020304" pitchFamily="18" charset="0"/>
            </a:endParaRPr>
          </a:p>
          <a:p>
            <a:pPr marL="0" indent="0" algn="just" eaLnBrk="1" hangingPunct="1">
              <a:buFont typeface="Wingdings" panose="05000000000000000000" pitchFamily="2" charset="2"/>
              <a:buNone/>
            </a:pPr>
            <a:r>
              <a:rPr lang="en-US" altLang="vi-VN" sz="2800">
                <a:solidFill>
                  <a:srgbClr val="0000FF"/>
                </a:solidFill>
                <a:latin typeface="Times New Roman" panose="02020603050405020304" pitchFamily="18" charset="0"/>
              </a:rPr>
              <a:t>Ví dụ</a:t>
            </a:r>
            <a:r>
              <a:rPr lang="en-US" altLang="vi-VN" sz="2800">
                <a:latin typeface="Times New Roman" panose="02020603050405020304" pitchFamily="18" charset="0"/>
              </a:rPr>
              <a:t> 1: =COUNT(2, “acb”,4,-3) kết quả là 3</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342019">
                                            <p:txEl>
                                              <p:pRg st="1" end="1"/>
                                            </p:txEl>
                                          </p:spTgt>
                                        </p:tgtEl>
                                        <p:attrNameLst>
                                          <p:attrName>style.visibility</p:attrName>
                                        </p:attrNameLst>
                                      </p:cBhvr>
                                      <p:to>
                                        <p:strVal val="visible"/>
                                      </p:to>
                                    </p:set>
                                    <p:animEffect transition="in" filter="wheel(4)">
                                      <p:cBhvr>
                                        <p:cTn id="7" dur="2000"/>
                                        <p:tgtEl>
                                          <p:spTgt spid="34201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1" presetClass="entr" presetSubtype="0" fill="hold" nodeType="clickEffect">
                                  <p:stCondLst>
                                    <p:cond delay="0"/>
                                  </p:stCondLst>
                                  <p:iterate type="lt">
                                    <p:tmPct val="10000"/>
                                  </p:iterate>
                                  <p:childTnLst>
                                    <p:set>
                                      <p:cBhvr>
                                        <p:cTn id="11" dur="1" fill="hold">
                                          <p:stCondLst>
                                            <p:cond delay="0"/>
                                          </p:stCondLst>
                                        </p:cTn>
                                        <p:tgtEl>
                                          <p:spTgt spid="342019">
                                            <p:txEl>
                                              <p:pRg st="2" end="2"/>
                                            </p:txEl>
                                          </p:spTgt>
                                        </p:tgtEl>
                                        <p:attrNameLst>
                                          <p:attrName>style.visibility</p:attrName>
                                        </p:attrNameLst>
                                      </p:cBhvr>
                                      <p:to>
                                        <p:strVal val="visible"/>
                                      </p:to>
                                    </p:set>
                                    <p:anim calcmode="lin" valueType="num">
                                      <p:cBhvr>
                                        <p:cTn id="12" dur="500" fill="hold"/>
                                        <p:tgtEl>
                                          <p:spTgt spid="342019">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13" dur="500" fill="hold"/>
                                        <p:tgtEl>
                                          <p:spTgt spid="342019">
                                            <p:txEl>
                                              <p:pRg st="2" end="2"/>
                                            </p:txEl>
                                          </p:spTgt>
                                        </p:tgtEl>
                                        <p:attrNameLst>
                                          <p:attrName>ppt_y</p:attrName>
                                        </p:attrNameLst>
                                      </p:cBhvr>
                                      <p:tavLst>
                                        <p:tav tm="0">
                                          <p:val>
                                            <p:strVal val="#ppt_y"/>
                                          </p:val>
                                        </p:tav>
                                        <p:tav tm="100000">
                                          <p:val>
                                            <p:strVal val="#ppt_y"/>
                                          </p:val>
                                        </p:tav>
                                      </p:tavLst>
                                    </p:anim>
                                    <p:anim calcmode="lin" valueType="num">
                                      <p:cBhvr>
                                        <p:cTn id="14" dur="500" fill="hold"/>
                                        <p:tgtEl>
                                          <p:spTgt spid="342019">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5" dur="500" fill="hold"/>
                                        <p:tgtEl>
                                          <p:spTgt spid="342019">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6" dur="500" tmFilter="0,0; .5, 1; 1, 1"/>
                                        <p:tgtEl>
                                          <p:spTgt spid="342019">
                                            <p:txEl>
                                              <p:pRg st="2" end="2"/>
                                            </p:txEl>
                                          </p:spTgt>
                                        </p:tgtEl>
                                      </p:cBhvr>
                                    </p:animEffect>
                                  </p:childTnLst>
                                </p:cTn>
                              </p:par>
                              <p:par>
                                <p:cTn id="17" presetID="41" presetClass="entr" presetSubtype="0" fill="hold" nodeType="withEffect">
                                  <p:stCondLst>
                                    <p:cond delay="0"/>
                                  </p:stCondLst>
                                  <p:iterate type="lt">
                                    <p:tmPct val="10000"/>
                                  </p:iterate>
                                  <p:childTnLst>
                                    <p:set>
                                      <p:cBhvr>
                                        <p:cTn id="18" dur="1" fill="hold">
                                          <p:stCondLst>
                                            <p:cond delay="0"/>
                                          </p:stCondLst>
                                        </p:cTn>
                                        <p:tgtEl>
                                          <p:spTgt spid="342019">
                                            <p:txEl>
                                              <p:pRg st="3" end="3"/>
                                            </p:txEl>
                                          </p:spTgt>
                                        </p:tgtEl>
                                        <p:attrNameLst>
                                          <p:attrName>style.visibility</p:attrName>
                                        </p:attrNameLst>
                                      </p:cBhvr>
                                      <p:to>
                                        <p:strVal val="visible"/>
                                      </p:to>
                                    </p:set>
                                    <p:anim calcmode="lin" valueType="num">
                                      <p:cBhvr>
                                        <p:cTn id="19" dur="500" fill="hold"/>
                                        <p:tgtEl>
                                          <p:spTgt spid="342019">
                                            <p:txEl>
                                              <p:pRg st="3" end="3"/>
                                            </p:txEl>
                                          </p:spTgt>
                                        </p:tgtEl>
                                        <p:attrNameLst>
                                          <p:attrName>ppt_x</p:attrName>
                                        </p:attrNameLst>
                                      </p:cBhvr>
                                      <p:tavLst>
                                        <p:tav tm="0">
                                          <p:val>
                                            <p:strVal val="#ppt_x"/>
                                          </p:val>
                                        </p:tav>
                                        <p:tav tm="50000">
                                          <p:val>
                                            <p:strVal val="#ppt_x+.1"/>
                                          </p:val>
                                        </p:tav>
                                        <p:tav tm="100000">
                                          <p:val>
                                            <p:strVal val="#ppt_x"/>
                                          </p:val>
                                        </p:tav>
                                      </p:tavLst>
                                    </p:anim>
                                    <p:anim calcmode="lin" valueType="num">
                                      <p:cBhvr>
                                        <p:cTn id="20" dur="500" fill="hold"/>
                                        <p:tgtEl>
                                          <p:spTgt spid="342019">
                                            <p:txEl>
                                              <p:pRg st="3" end="3"/>
                                            </p:txEl>
                                          </p:spTgt>
                                        </p:tgtEl>
                                        <p:attrNameLst>
                                          <p:attrName>ppt_y</p:attrName>
                                        </p:attrNameLst>
                                      </p:cBhvr>
                                      <p:tavLst>
                                        <p:tav tm="0">
                                          <p:val>
                                            <p:strVal val="#ppt_y"/>
                                          </p:val>
                                        </p:tav>
                                        <p:tav tm="100000">
                                          <p:val>
                                            <p:strVal val="#ppt_y"/>
                                          </p:val>
                                        </p:tav>
                                      </p:tavLst>
                                    </p:anim>
                                    <p:anim calcmode="lin" valueType="num">
                                      <p:cBhvr>
                                        <p:cTn id="21" dur="500" fill="hold"/>
                                        <p:tgtEl>
                                          <p:spTgt spid="342019">
                                            <p:txEl>
                                              <p:pRg st="3" end="3"/>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2" dur="500" fill="hold"/>
                                        <p:tgtEl>
                                          <p:spTgt spid="342019">
                                            <p:txEl>
                                              <p:pRg st="3" end="3"/>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3" dur="500" tmFilter="0,0; .5, 1; 1, 1"/>
                                        <p:tgtEl>
                                          <p:spTgt spid="342019">
                                            <p:txEl>
                                              <p:pRg st="3" end="3"/>
                                            </p:txEl>
                                          </p:spTgt>
                                        </p:tgtEl>
                                      </p:cBhvr>
                                    </p:animEffect>
                                  </p:childTnLst>
                                </p:cTn>
                              </p:par>
                              <p:par>
                                <p:cTn id="24" presetID="41" presetClass="entr" presetSubtype="0" fill="hold" nodeType="withEffect">
                                  <p:stCondLst>
                                    <p:cond delay="0"/>
                                  </p:stCondLst>
                                  <p:iterate type="lt">
                                    <p:tmPct val="10000"/>
                                  </p:iterate>
                                  <p:childTnLst>
                                    <p:set>
                                      <p:cBhvr>
                                        <p:cTn id="25" dur="1" fill="hold">
                                          <p:stCondLst>
                                            <p:cond delay="0"/>
                                          </p:stCondLst>
                                        </p:cTn>
                                        <p:tgtEl>
                                          <p:spTgt spid="342019">
                                            <p:txEl>
                                              <p:pRg st="4" end="4"/>
                                            </p:txEl>
                                          </p:spTgt>
                                        </p:tgtEl>
                                        <p:attrNameLst>
                                          <p:attrName>style.visibility</p:attrName>
                                        </p:attrNameLst>
                                      </p:cBhvr>
                                      <p:to>
                                        <p:strVal val="visible"/>
                                      </p:to>
                                    </p:set>
                                    <p:anim calcmode="lin" valueType="num">
                                      <p:cBhvr>
                                        <p:cTn id="26" dur="500" fill="hold"/>
                                        <p:tgtEl>
                                          <p:spTgt spid="342019">
                                            <p:txEl>
                                              <p:pRg st="4" end="4"/>
                                            </p:txEl>
                                          </p:spTgt>
                                        </p:tgtEl>
                                        <p:attrNameLst>
                                          <p:attrName>ppt_x</p:attrName>
                                        </p:attrNameLst>
                                      </p:cBhvr>
                                      <p:tavLst>
                                        <p:tav tm="0">
                                          <p:val>
                                            <p:strVal val="#ppt_x"/>
                                          </p:val>
                                        </p:tav>
                                        <p:tav tm="50000">
                                          <p:val>
                                            <p:strVal val="#ppt_x+.1"/>
                                          </p:val>
                                        </p:tav>
                                        <p:tav tm="100000">
                                          <p:val>
                                            <p:strVal val="#ppt_x"/>
                                          </p:val>
                                        </p:tav>
                                      </p:tavLst>
                                    </p:anim>
                                    <p:anim calcmode="lin" valueType="num">
                                      <p:cBhvr>
                                        <p:cTn id="27" dur="500" fill="hold"/>
                                        <p:tgtEl>
                                          <p:spTgt spid="342019">
                                            <p:txEl>
                                              <p:pRg st="4" end="4"/>
                                            </p:txEl>
                                          </p:spTgt>
                                        </p:tgtEl>
                                        <p:attrNameLst>
                                          <p:attrName>ppt_y</p:attrName>
                                        </p:attrNameLst>
                                      </p:cBhvr>
                                      <p:tavLst>
                                        <p:tav tm="0">
                                          <p:val>
                                            <p:strVal val="#ppt_y"/>
                                          </p:val>
                                        </p:tav>
                                        <p:tav tm="100000">
                                          <p:val>
                                            <p:strVal val="#ppt_y"/>
                                          </p:val>
                                        </p:tav>
                                      </p:tavLst>
                                    </p:anim>
                                    <p:anim calcmode="lin" valueType="num">
                                      <p:cBhvr>
                                        <p:cTn id="28" dur="500" fill="hold"/>
                                        <p:tgtEl>
                                          <p:spTgt spid="342019">
                                            <p:txEl>
                                              <p:pRg st="4" end="4"/>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9" dur="500" fill="hold"/>
                                        <p:tgtEl>
                                          <p:spTgt spid="342019">
                                            <p:txEl>
                                              <p:pRg st="4" end="4"/>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0" dur="500" tmFilter="0,0; .5, 1; 1, 1"/>
                                        <p:tgtEl>
                                          <p:spTgt spid="342019">
                                            <p:txEl>
                                              <p:pRg st="4" end="4"/>
                                            </p:txEl>
                                          </p:spTgt>
                                        </p:tgtEl>
                                      </p:cBhvr>
                                    </p:animEffect>
                                  </p:childTnLst>
                                </p:cTn>
                              </p:par>
                              <p:par>
                                <p:cTn id="31" presetID="41" presetClass="entr" presetSubtype="0" fill="hold" nodeType="withEffect">
                                  <p:stCondLst>
                                    <p:cond delay="0"/>
                                  </p:stCondLst>
                                  <p:iterate type="lt">
                                    <p:tmPct val="10000"/>
                                  </p:iterate>
                                  <p:childTnLst>
                                    <p:set>
                                      <p:cBhvr>
                                        <p:cTn id="32" dur="1" fill="hold">
                                          <p:stCondLst>
                                            <p:cond delay="0"/>
                                          </p:stCondLst>
                                        </p:cTn>
                                        <p:tgtEl>
                                          <p:spTgt spid="342019">
                                            <p:txEl>
                                              <p:pRg st="5" end="5"/>
                                            </p:txEl>
                                          </p:spTgt>
                                        </p:tgtEl>
                                        <p:attrNameLst>
                                          <p:attrName>style.visibility</p:attrName>
                                        </p:attrNameLst>
                                      </p:cBhvr>
                                      <p:to>
                                        <p:strVal val="visible"/>
                                      </p:to>
                                    </p:set>
                                    <p:anim calcmode="lin" valueType="num">
                                      <p:cBhvr>
                                        <p:cTn id="33" dur="500" fill="hold"/>
                                        <p:tgtEl>
                                          <p:spTgt spid="342019">
                                            <p:txEl>
                                              <p:pRg st="5" end="5"/>
                                            </p:txEl>
                                          </p:spTgt>
                                        </p:tgtEl>
                                        <p:attrNameLst>
                                          <p:attrName>ppt_x</p:attrName>
                                        </p:attrNameLst>
                                      </p:cBhvr>
                                      <p:tavLst>
                                        <p:tav tm="0">
                                          <p:val>
                                            <p:strVal val="#ppt_x"/>
                                          </p:val>
                                        </p:tav>
                                        <p:tav tm="50000">
                                          <p:val>
                                            <p:strVal val="#ppt_x+.1"/>
                                          </p:val>
                                        </p:tav>
                                        <p:tav tm="100000">
                                          <p:val>
                                            <p:strVal val="#ppt_x"/>
                                          </p:val>
                                        </p:tav>
                                      </p:tavLst>
                                    </p:anim>
                                    <p:anim calcmode="lin" valueType="num">
                                      <p:cBhvr>
                                        <p:cTn id="34" dur="500" fill="hold"/>
                                        <p:tgtEl>
                                          <p:spTgt spid="342019">
                                            <p:txEl>
                                              <p:pRg st="5" end="5"/>
                                            </p:txEl>
                                          </p:spTgt>
                                        </p:tgtEl>
                                        <p:attrNameLst>
                                          <p:attrName>ppt_y</p:attrName>
                                        </p:attrNameLst>
                                      </p:cBhvr>
                                      <p:tavLst>
                                        <p:tav tm="0">
                                          <p:val>
                                            <p:strVal val="#ppt_y"/>
                                          </p:val>
                                        </p:tav>
                                        <p:tav tm="100000">
                                          <p:val>
                                            <p:strVal val="#ppt_y"/>
                                          </p:val>
                                        </p:tav>
                                      </p:tavLst>
                                    </p:anim>
                                    <p:anim calcmode="lin" valueType="num">
                                      <p:cBhvr>
                                        <p:cTn id="35" dur="500" fill="hold"/>
                                        <p:tgtEl>
                                          <p:spTgt spid="342019">
                                            <p:txEl>
                                              <p:pRg st="5" end="5"/>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6" dur="500" fill="hold"/>
                                        <p:tgtEl>
                                          <p:spTgt spid="342019">
                                            <p:txEl>
                                              <p:pRg st="5" end="5"/>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7" dur="500" tmFilter="0,0; .5, 1; 1, 1"/>
                                        <p:tgtEl>
                                          <p:spTgt spid="342019">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1" presetClass="entr" presetSubtype="4" fill="hold" nodeType="clickEffect">
                                  <p:stCondLst>
                                    <p:cond delay="0"/>
                                  </p:stCondLst>
                                  <p:childTnLst>
                                    <p:set>
                                      <p:cBhvr>
                                        <p:cTn id="41" dur="1" fill="hold">
                                          <p:stCondLst>
                                            <p:cond delay="0"/>
                                          </p:stCondLst>
                                        </p:cTn>
                                        <p:tgtEl>
                                          <p:spTgt spid="342019">
                                            <p:txEl>
                                              <p:pRg st="6" end="6"/>
                                            </p:txEl>
                                          </p:spTgt>
                                        </p:tgtEl>
                                        <p:attrNameLst>
                                          <p:attrName>style.visibility</p:attrName>
                                        </p:attrNameLst>
                                      </p:cBhvr>
                                      <p:to>
                                        <p:strVal val="visible"/>
                                      </p:to>
                                    </p:set>
                                    <p:animEffect transition="in" filter="wheel(4)">
                                      <p:cBhvr>
                                        <p:cTn id="42" dur="2000"/>
                                        <p:tgtEl>
                                          <p:spTgt spid="34201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Number Placeholder 5">
            <a:extLst>
              <a:ext uri="{FF2B5EF4-FFF2-40B4-BE49-F238E27FC236}">
                <a16:creationId xmlns:a16="http://schemas.microsoft.com/office/drawing/2014/main" id="{4C445A48-1A9D-AA15-F849-E850870AF77D}"/>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A19B4535-7FA9-40A2-A971-775B0228B850}" type="slidenum">
              <a:rPr lang="en-US" altLang="vi-VN" sz="1000">
                <a:latin typeface="Verdana" panose="020B0604030504040204" pitchFamily="34" charset="0"/>
              </a:rPr>
              <a:pPr algn="r" eaLnBrk="1" hangingPunct="1">
                <a:spcBef>
                  <a:spcPct val="0"/>
                </a:spcBef>
                <a:buFontTx/>
                <a:buNone/>
              </a:pPr>
              <a:t>64</a:t>
            </a:fld>
            <a:endParaRPr lang="en-US" altLang="vi-VN" sz="1000">
              <a:latin typeface="Verdana" panose="020B0604030504040204" pitchFamily="34" charset="0"/>
            </a:endParaRPr>
          </a:p>
        </p:txBody>
      </p:sp>
      <p:sp>
        <p:nvSpPr>
          <p:cNvPr id="343043" name="Rectangle 3">
            <a:extLst>
              <a:ext uri="{FF2B5EF4-FFF2-40B4-BE49-F238E27FC236}">
                <a16:creationId xmlns:a16="http://schemas.microsoft.com/office/drawing/2014/main" id="{82048136-4F44-A8E6-3E9B-E85207733058}"/>
              </a:ext>
            </a:extLst>
          </p:cNvPr>
          <p:cNvSpPr>
            <a:spLocks noGrp="1" noChangeArrowheads="1"/>
          </p:cNvSpPr>
          <p:nvPr>
            <p:ph type="body" idx="4294967295"/>
          </p:nvPr>
        </p:nvSpPr>
        <p:spPr/>
        <p:txBody>
          <a:bodyPr/>
          <a:lstStyle/>
          <a:p>
            <a:pPr eaLnBrk="1" hangingPunct="1">
              <a:buFont typeface="Wingdings" panose="05000000000000000000" pitchFamily="2" charset="2"/>
              <a:buNone/>
            </a:pPr>
            <a:r>
              <a:rPr lang="en-US" altLang="vi-VN" sz="2800">
                <a:solidFill>
                  <a:srgbClr val="0000FF"/>
                </a:solidFill>
                <a:latin typeface="Times New Roman" panose="02020603050405020304" pitchFamily="18" charset="0"/>
              </a:rPr>
              <a:t>Ví dụ 2:</a:t>
            </a:r>
            <a:r>
              <a:rPr lang="en-US" altLang="vi-VN" sz="2800">
                <a:latin typeface="Times New Roman" panose="02020603050405020304" pitchFamily="18" charset="0"/>
              </a:rPr>
              <a:t> </a:t>
            </a:r>
          </a:p>
          <a:p>
            <a:pPr eaLnBrk="1" hangingPunct="1">
              <a:buFont typeface="Wingdings" panose="05000000000000000000" pitchFamily="2" charset="2"/>
              <a:buNone/>
            </a:pPr>
            <a:r>
              <a:rPr lang="en-US" altLang="vi-VN" sz="2800">
                <a:latin typeface="Times New Roman" panose="02020603050405020304" pitchFamily="18" charset="0"/>
              </a:rPr>
              <a:t>Để đếm số ô là số trong bảng 1 thì dùng công thức:</a:t>
            </a:r>
          </a:p>
          <a:p>
            <a:pPr eaLnBrk="1" hangingPunct="1">
              <a:buFont typeface="Wingdings" panose="05000000000000000000" pitchFamily="2" charset="2"/>
              <a:buNone/>
            </a:pPr>
            <a:r>
              <a:rPr lang="en-US" altLang="vi-VN" sz="2800">
                <a:latin typeface="Times New Roman" panose="02020603050405020304" pitchFamily="18" charset="0"/>
              </a:rPr>
              <a:t>=</a:t>
            </a:r>
            <a:r>
              <a:rPr lang="en-US" altLang="vi-VN" sz="2800" b="1">
                <a:latin typeface="Times New Roman" panose="02020603050405020304" pitchFamily="18" charset="0"/>
              </a:rPr>
              <a:t>COUNT</a:t>
            </a:r>
            <a:r>
              <a:rPr lang="en-US" altLang="vi-VN" sz="2800">
                <a:latin typeface="Times New Roman" panose="02020603050405020304" pitchFamily="18" charset="0"/>
              </a:rPr>
              <a:t>(A1:E5) kết quả là 6.</a:t>
            </a:r>
            <a:r>
              <a:rPr lang="en-US" altLang="vi-VN"/>
              <a:t> </a:t>
            </a:r>
          </a:p>
        </p:txBody>
      </p:sp>
      <p:pic>
        <p:nvPicPr>
          <p:cNvPr id="343044" name="Picture 4" descr="Untitled">
            <a:extLst>
              <a:ext uri="{FF2B5EF4-FFF2-40B4-BE49-F238E27FC236}">
                <a16:creationId xmlns:a16="http://schemas.microsoft.com/office/drawing/2014/main" id="{B44D0E29-0FC3-D655-FD81-1DDACFC805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3124200"/>
            <a:ext cx="79248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1" name="Rectangle 2">
            <a:extLst>
              <a:ext uri="{FF2B5EF4-FFF2-40B4-BE49-F238E27FC236}">
                <a16:creationId xmlns:a16="http://schemas.microsoft.com/office/drawing/2014/main" id="{812BB314-C649-6218-3130-5B61ED7EDF87}"/>
              </a:ext>
            </a:extLst>
          </p:cNvPr>
          <p:cNvSpPr>
            <a:spLocks noChangeArrowheads="1"/>
          </p:cNvSpPr>
          <p:nvPr/>
        </p:nvSpPr>
        <p:spPr bwMode="gray">
          <a:xfrm>
            <a:off x="1447800" y="228600"/>
            <a:ext cx="6858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vi-VN" sz="3600" b="1">
                <a:solidFill>
                  <a:srgbClr val="FF0000"/>
                </a:solidFill>
                <a:latin typeface="Times New Roman" panose="02020603050405020304" pitchFamily="18" charset="0"/>
              </a:rPr>
              <a:t>5. Các hàm thống kê</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343043">
                                            <p:txEl>
                                              <p:pRg st="0" end="0"/>
                                            </p:txEl>
                                          </p:spTgt>
                                        </p:tgtEl>
                                        <p:attrNameLst>
                                          <p:attrName>style.visibility</p:attrName>
                                        </p:attrNameLst>
                                      </p:cBhvr>
                                      <p:to>
                                        <p:strVal val="visible"/>
                                      </p:to>
                                    </p:set>
                                    <p:animEffect transition="in" filter="wheel(4)">
                                      <p:cBhvr>
                                        <p:cTn id="7" dur="2000"/>
                                        <p:tgtEl>
                                          <p:spTgt spid="343043">
                                            <p:txEl>
                                              <p:pRg st="0" end="0"/>
                                            </p:txEl>
                                          </p:spTgt>
                                        </p:tgtEl>
                                      </p:cBhvr>
                                    </p:animEffect>
                                  </p:childTnLst>
                                </p:cTn>
                              </p:par>
                              <p:par>
                                <p:cTn id="8" presetID="21" presetClass="entr" presetSubtype="4" fill="hold" nodeType="withEffect">
                                  <p:stCondLst>
                                    <p:cond delay="0"/>
                                  </p:stCondLst>
                                  <p:childTnLst>
                                    <p:set>
                                      <p:cBhvr>
                                        <p:cTn id="9" dur="1" fill="hold">
                                          <p:stCondLst>
                                            <p:cond delay="0"/>
                                          </p:stCondLst>
                                        </p:cTn>
                                        <p:tgtEl>
                                          <p:spTgt spid="343043">
                                            <p:txEl>
                                              <p:pRg st="1" end="1"/>
                                            </p:txEl>
                                          </p:spTgt>
                                        </p:tgtEl>
                                        <p:attrNameLst>
                                          <p:attrName>style.visibility</p:attrName>
                                        </p:attrNameLst>
                                      </p:cBhvr>
                                      <p:to>
                                        <p:strVal val="visible"/>
                                      </p:to>
                                    </p:set>
                                    <p:animEffect transition="in" filter="wheel(4)">
                                      <p:cBhvr>
                                        <p:cTn id="10" dur="2000"/>
                                        <p:tgtEl>
                                          <p:spTgt spid="343043">
                                            <p:txEl>
                                              <p:pRg st="1" end="1"/>
                                            </p:txEl>
                                          </p:spTgt>
                                        </p:tgtEl>
                                      </p:cBhvr>
                                    </p:animEffect>
                                  </p:childTnLst>
                                </p:cTn>
                              </p:par>
                              <p:par>
                                <p:cTn id="11" presetID="21" presetClass="entr" presetSubtype="4" fill="hold" nodeType="withEffect">
                                  <p:stCondLst>
                                    <p:cond delay="0"/>
                                  </p:stCondLst>
                                  <p:childTnLst>
                                    <p:set>
                                      <p:cBhvr>
                                        <p:cTn id="12" dur="1" fill="hold">
                                          <p:stCondLst>
                                            <p:cond delay="0"/>
                                          </p:stCondLst>
                                        </p:cTn>
                                        <p:tgtEl>
                                          <p:spTgt spid="343043">
                                            <p:txEl>
                                              <p:pRg st="2" end="2"/>
                                            </p:txEl>
                                          </p:spTgt>
                                        </p:tgtEl>
                                        <p:attrNameLst>
                                          <p:attrName>style.visibility</p:attrName>
                                        </p:attrNameLst>
                                      </p:cBhvr>
                                      <p:to>
                                        <p:strVal val="visible"/>
                                      </p:to>
                                    </p:set>
                                    <p:animEffect transition="in" filter="wheel(4)">
                                      <p:cBhvr>
                                        <p:cTn id="13" dur="2000"/>
                                        <p:tgtEl>
                                          <p:spTgt spid="343043">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1" presetClass="entr" presetSubtype="4" fill="hold" nodeType="clickEffect">
                                  <p:stCondLst>
                                    <p:cond delay="0"/>
                                  </p:stCondLst>
                                  <p:childTnLst>
                                    <p:set>
                                      <p:cBhvr>
                                        <p:cTn id="17" dur="1" fill="hold">
                                          <p:stCondLst>
                                            <p:cond delay="0"/>
                                          </p:stCondLst>
                                        </p:cTn>
                                        <p:tgtEl>
                                          <p:spTgt spid="343044"/>
                                        </p:tgtEl>
                                        <p:attrNameLst>
                                          <p:attrName>style.visibility</p:attrName>
                                        </p:attrNameLst>
                                      </p:cBhvr>
                                      <p:to>
                                        <p:strVal val="visible"/>
                                      </p:to>
                                    </p:set>
                                    <p:animEffect transition="in" filter="wheel(4)">
                                      <p:cBhvr>
                                        <p:cTn id="18" dur="2000"/>
                                        <p:tgtEl>
                                          <p:spTgt spid="3430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Number Placeholder 5">
            <a:extLst>
              <a:ext uri="{FF2B5EF4-FFF2-40B4-BE49-F238E27FC236}">
                <a16:creationId xmlns:a16="http://schemas.microsoft.com/office/drawing/2014/main" id="{005BB887-7D63-2E72-E0A8-8CABA16A7BBF}"/>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AE25599E-3BFC-434E-8BCB-C7797B468D74}" type="slidenum">
              <a:rPr lang="en-US" altLang="vi-VN" sz="1000">
                <a:latin typeface="Verdana" panose="020B0604030504040204" pitchFamily="34" charset="0"/>
              </a:rPr>
              <a:pPr algn="r" eaLnBrk="1" hangingPunct="1">
                <a:spcBef>
                  <a:spcPct val="0"/>
                </a:spcBef>
                <a:buFontTx/>
                <a:buNone/>
              </a:pPr>
              <a:t>65</a:t>
            </a:fld>
            <a:endParaRPr lang="en-US" altLang="vi-VN" sz="1000">
              <a:latin typeface="Verdana" panose="020B0604030504040204" pitchFamily="34" charset="0"/>
            </a:endParaRPr>
          </a:p>
        </p:txBody>
      </p:sp>
      <p:sp>
        <p:nvSpPr>
          <p:cNvPr id="344067" name="Rectangle 3">
            <a:extLst>
              <a:ext uri="{FF2B5EF4-FFF2-40B4-BE49-F238E27FC236}">
                <a16:creationId xmlns:a16="http://schemas.microsoft.com/office/drawing/2014/main" id="{C09E204C-CCA4-E766-85DC-A6DF15B0E29D}"/>
              </a:ext>
            </a:extLst>
          </p:cNvPr>
          <p:cNvSpPr>
            <a:spLocks noGrp="1" noChangeArrowheads="1"/>
          </p:cNvSpPr>
          <p:nvPr>
            <p:ph type="body" idx="4294967295"/>
          </p:nvPr>
        </p:nvSpPr>
        <p:spPr>
          <a:xfrm>
            <a:off x="304800" y="1600200"/>
            <a:ext cx="8686800" cy="4876800"/>
          </a:xfrm>
        </p:spPr>
        <p:txBody>
          <a:bodyPr/>
          <a:lstStyle/>
          <a:p>
            <a:pPr eaLnBrk="1" hangingPunct="1">
              <a:buFont typeface="Wingdings" panose="05000000000000000000" pitchFamily="2" charset="2"/>
              <a:buNone/>
            </a:pPr>
            <a:r>
              <a:rPr lang="fr-FR" altLang="vi-VN" sz="2800">
                <a:solidFill>
                  <a:srgbClr val="0000FF"/>
                </a:solidFill>
                <a:latin typeface="Times New Roman" panose="02020603050405020304" pitchFamily="18" charset="0"/>
              </a:rPr>
              <a:t>Hàm COUNTA</a:t>
            </a:r>
          </a:p>
          <a:p>
            <a:pPr eaLnBrk="1" hangingPunct="1">
              <a:buFont typeface="Wingdings" panose="05000000000000000000" pitchFamily="2" charset="2"/>
              <a:buNone/>
            </a:pPr>
            <a:r>
              <a:rPr lang="fr-FR" altLang="vi-VN" sz="2800">
                <a:latin typeface="Times New Roman" panose="02020603050405020304" pitchFamily="18" charset="0"/>
              </a:rPr>
              <a:t> Cú pháp: </a:t>
            </a:r>
            <a:r>
              <a:rPr lang="fr-FR" altLang="vi-VN" sz="2800" b="1">
                <a:latin typeface="Times New Roman" panose="02020603050405020304" pitchFamily="18" charset="0"/>
              </a:rPr>
              <a:t>=COUNTA(Địa chỉ vùng đếm)</a:t>
            </a:r>
            <a:endParaRPr lang="fr-FR" altLang="vi-VN" sz="2800">
              <a:latin typeface="Times New Roman" panose="02020603050405020304" pitchFamily="18" charset="0"/>
            </a:endParaRPr>
          </a:p>
          <a:p>
            <a:pPr eaLnBrk="1" hangingPunct="1">
              <a:buFont typeface="Wingdings" panose="05000000000000000000" pitchFamily="2" charset="2"/>
              <a:buNone/>
            </a:pPr>
            <a:r>
              <a:rPr lang="fr-FR" altLang="vi-VN" sz="2800">
                <a:latin typeface="Times New Roman" panose="02020603050405020304" pitchFamily="18" charset="0"/>
              </a:rPr>
              <a:t> Công dụng: Đếm số ô có </a:t>
            </a:r>
            <a:r>
              <a:rPr lang="fr-FR" altLang="vi-VN" sz="2800" b="1">
                <a:latin typeface="Times New Roman" panose="02020603050405020304" pitchFamily="18" charset="0"/>
              </a:rPr>
              <a:t>chứa dữ liệu</a:t>
            </a:r>
            <a:r>
              <a:rPr lang="fr-FR" altLang="vi-VN" sz="2800" i="1">
                <a:latin typeface="Times New Roman" panose="02020603050405020304" pitchFamily="18" charset="0"/>
              </a:rPr>
              <a:t> </a:t>
            </a:r>
            <a:r>
              <a:rPr lang="fr-FR" altLang="vi-VN" sz="2800">
                <a:latin typeface="Times New Roman" panose="02020603050405020304" pitchFamily="18" charset="0"/>
              </a:rPr>
              <a:t>trong </a:t>
            </a:r>
            <a:r>
              <a:rPr lang="fr-FR" altLang="vi-VN" sz="2800" b="1">
                <a:latin typeface="Times New Roman" panose="02020603050405020304" pitchFamily="18" charset="0"/>
              </a:rPr>
              <a:t>địa chỉ vùng đếm</a:t>
            </a:r>
            <a:r>
              <a:rPr lang="fr-FR" altLang="vi-VN" sz="2800">
                <a:latin typeface="Times New Roman" panose="02020603050405020304" pitchFamily="18" charset="0"/>
              </a:rPr>
              <a:t>.</a:t>
            </a:r>
          </a:p>
          <a:p>
            <a:pPr eaLnBrk="1" hangingPunct="1">
              <a:buFont typeface="Wingdings" panose="05000000000000000000" pitchFamily="2" charset="2"/>
              <a:buNone/>
            </a:pPr>
            <a:r>
              <a:rPr lang="fr-FR" altLang="vi-VN" sz="2800">
                <a:solidFill>
                  <a:srgbClr val="0000FF"/>
                </a:solidFill>
                <a:latin typeface="Times New Roman" panose="02020603050405020304" pitchFamily="18" charset="0"/>
              </a:rPr>
              <a:t>Ví dụ</a:t>
            </a:r>
            <a:r>
              <a:rPr lang="fr-FR" altLang="vi-VN" sz="2800">
                <a:latin typeface="Times New Roman" panose="02020603050405020304" pitchFamily="18" charset="0"/>
              </a:rPr>
              <a:t>: </a:t>
            </a:r>
          </a:p>
          <a:p>
            <a:pPr eaLnBrk="1" hangingPunct="1">
              <a:buFont typeface="Wingdings" panose="05000000000000000000" pitchFamily="2" charset="2"/>
              <a:buNone/>
            </a:pPr>
            <a:r>
              <a:rPr lang="fr-FR" altLang="vi-VN" sz="2800">
                <a:latin typeface="Times New Roman" panose="02020603050405020304" pitchFamily="18" charset="0"/>
              </a:rPr>
              <a:t> Để đếm số ô có chứa dữ liệu trong bảng 1 trên thì dùng công thức:</a:t>
            </a:r>
            <a:endParaRPr lang="en-US" altLang="vi-VN" sz="2800">
              <a:latin typeface="Times New Roman" panose="02020603050405020304" pitchFamily="18" charset="0"/>
            </a:endParaRPr>
          </a:p>
          <a:p>
            <a:pPr eaLnBrk="1" hangingPunct="1">
              <a:buFont typeface="Wingdings" panose="05000000000000000000" pitchFamily="2" charset="2"/>
              <a:buNone/>
            </a:pPr>
            <a:r>
              <a:rPr lang="en-US" altLang="vi-VN" sz="2800">
                <a:latin typeface="Times New Roman" panose="02020603050405020304" pitchFamily="18" charset="0"/>
              </a:rPr>
              <a:t> =COUNTA(A1:E5) kết quả là 8</a:t>
            </a:r>
          </a:p>
        </p:txBody>
      </p:sp>
      <p:sp>
        <p:nvSpPr>
          <p:cNvPr id="81924" name="Rectangle 2">
            <a:extLst>
              <a:ext uri="{FF2B5EF4-FFF2-40B4-BE49-F238E27FC236}">
                <a16:creationId xmlns:a16="http://schemas.microsoft.com/office/drawing/2014/main" id="{1F54D511-0A85-F651-9C3C-71D48C8923BF}"/>
              </a:ext>
            </a:extLst>
          </p:cNvPr>
          <p:cNvSpPr>
            <a:spLocks noChangeArrowheads="1"/>
          </p:cNvSpPr>
          <p:nvPr/>
        </p:nvSpPr>
        <p:spPr bwMode="gray">
          <a:xfrm>
            <a:off x="1447800" y="228600"/>
            <a:ext cx="6858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vi-VN" sz="3600" b="1">
                <a:solidFill>
                  <a:srgbClr val="FF0000"/>
                </a:solidFill>
                <a:latin typeface="Times New Roman" panose="02020603050405020304" pitchFamily="18" charset="0"/>
              </a:rPr>
              <a:t>5. Các hàm thống kê</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344067">
                                            <p:txEl>
                                              <p:pRg st="0" end="0"/>
                                            </p:txEl>
                                          </p:spTgt>
                                        </p:tgtEl>
                                        <p:attrNameLst>
                                          <p:attrName>style.visibility</p:attrName>
                                        </p:attrNameLst>
                                      </p:cBhvr>
                                      <p:to>
                                        <p:strVal val="visible"/>
                                      </p:to>
                                    </p:set>
                                    <p:animEffect transition="in" filter="wheel(4)">
                                      <p:cBhvr>
                                        <p:cTn id="7" dur="2000"/>
                                        <p:tgtEl>
                                          <p:spTgt spid="3440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1" presetClass="entr" presetSubtype="4" fill="hold" nodeType="clickEffect">
                                  <p:stCondLst>
                                    <p:cond delay="0"/>
                                  </p:stCondLst>
                                  <p:childTnLst>
                                    <p:set>
                                      <p:cBhvr>
                                        <p:cTn id="11" dur="1" fill="hold">
                                          <p:stCondLst>
                                            <p:cond delay="0"/>
                                          </p:stCondLst>
                                        </p:cTn>
                                        <p:tgtEl>
                                          <p:spTgt spid="344067">
                                            <p:txEl>
                                              <p:pRg st="1" end="1"/>
                                            </p:txEl>
                                          </p:spTgt>
                                        </p:tgtEl>
                                        <p:attrNameLst>
                                          <p:attrName>style.visibility</p:attrName>
                                        </p:attrNameLst>
                                      </p:cBhvr>
                                      <p:to>
                                        <p:strVal val="visible"/>
                                      </p:to>
                                    </p:set>
                                    <p:animEffect transition="in" filter="wheel(4)">
                                      <p:cBhvr>
                                        <p:cTn id="12" dur="2000"/>
                                        <p:tgtEl>
                                          <p:spTgt spid="344067">
                                            <p:txEl>
                                              <p:pRg st="1" end="1"/>
                                            </p:txEl>
                                          </p:spTgt>
                                        </p:tgtEl>
                                      </p:cBhvr>
                                    </p:animEffect>
                                  </p:childTnLst>
                                </p:cTn>
                              </p:par>
                              <p:par>
                                <p:cTn id="13" presetID="21" presetClass="entr" presetSubtype="4" fill="hold" nodeType="withEffect">
                                  <p:stCondLst>
                                    <p:cond delay="0"/>
                                  </p:stCondLst>
                                  <p:childTnLst>
                                    <p:set>
                                      <p:cBhvr>
                                        <p:cTn id="14" dur="1" fill="hold">
                                          <p:stCondLst>
                                            <p:cond delay="0"/>
                                          </p:stCondLst>
                                        </p:cTn>
                                        <p:tgtEl>
                                          <p:spTgt spid="344067">
                                            <p:txEl>
                                              <p:pRg st="2" end="2"/>
                                            </p:txEl>
                                          </p:spTgt>
                                        </p:tgtEl>
                                        <p:attrNameLst>
                                          <p:attrName>style.visibility</p:attrName>
                                        </p:attrNameLst>
                                      </p:cBhvr>
                                      <p:to>
                                        <p:strVal val="visible"/>
                                      </p:to>
                                    </p:set>
                                    <p:animEffect transition="in" filter="wheel(4)">
                                      <p:cBhvr>
                                        <p:cTn id="15" dur="2000"/>
                                        <p:tgtEl>
                                          <p:spTgt spid="344067">
                                            <p:txEl>
                                              <p:pRg st="2" end="2"/>
                                            </p:txEl>
                                          </p:spTgt>
                                        </p:tgtEl>
                                      </p:cBhvr>
                                    </p:animEffect>
                                  </p:childTnLst>
                                </p:cTn>
                              </p:par>
                              <p:par>
                                <p:cTn id="16" presetID="21" presetClass="entr" presetSubtype="4" fill="hold" nodeType="withEffect">
                                  <p:stCondLst>
                                    <p:cond delay="0"/>
                                  </p:stCondLst>
                                  <p:childTnLst>
                                    <p:set>
                                      <p:cBhvr>
                                        <p:cTn id="17" dur="1" fill="hold">
                                          <p:stCondLst>
                                            <p:cond delay="0"/>
                                          </p:stCondLst>
                                        </p:cTn>
                                        <p:tgtEl>
                                          <p:spTgt spid="344067">
                                            <p:txEl>
                                              <p:pRg st="3" end="3"/>
                                            </p:txEl>
                                          </p:spTgt>
                                        </p:tgtEl>
                                        <p:attrNameLst>
                                          <p:attrName>style.visibility</p:attrName>
                                        </p:attrNameLst>
                                      </p:cBhvr>
                                      <p:to>
                                        <p:strVal val="visible"/>
                                      </p:to>
                                    </p:set>
                                    <p:animEffect transition="in" filter="wheel(4)">
                                      <p:cBhvr>
                                        <p:cTn id="18" dur="2000"/>
                                        <p:tgtEl>
                                          <p:spTgt spid="344067">
                                            <p:txEl>
                                              <p:pRg st="3" end="3"/>
                                            </p:txEl>
                                          </p:spTgt>
                                        </p:tgtEl>
                                      </p:cBhvr>
                                    </p:animEffect>
                                  </p:childTnLst>
                                </p:cTn>
                              </p:par>
                              <p:par>
                                <p:cTn id="19" presetID="21" presetClass="entr" presetSubtype="4" fill="hold" nodeType="withEffect">
                                  <p:stCondLst>
                                    <p:cond delay="0"/>
                                  </p:stCondLst>
                                  <p:childTnLst>
                                    <p:set>
                                      <p:cBhvr>
                                        <p:cTn id="20" dur="1" fill="hold">
                                          <p:stCondLst>
                                            <p:cond delay="0"/>
                                          </p:stCondLst>
                                        </p:cTn>
                                        <p:tgtEl>
                                          <p:spTgt spid="344067">
                                            <p:txEl>
                                              <p:pRg st="4" end="4"/>
                                            </p:txEl>
                                          </p:spTgt>
                                        </p:tgtEl>
                                        <p:attrNameLst>
                                          <p:attrName>style.visibility</p:attrName>
                                        </p:attrNameLst>
                                      </p:cBhvr>
                                      <p:to>
                                        <p:strVal val="visible"/>
                                      </p:to>
                                    </p:set>
                                    <p:animEffect transition="in" filter="wheel(4)">
                                      <p:cBhvr>
                                        <p:cTn id="21" dur="2000"/>
                                        <p:tgtEl>
                                          <p:spTgt spid="344067">
                                            <p:txEl>
                                              <p:pRg st="4" end="4"/>
                                            </p:txEl>
                                          </p:spTgt>
                                        </p:tgtEl>
                                      </p:cBhvr>
                                    </p:animEffect>
                                  </p:childTnLst>
                                </p:cTn>
                              </p:par>
                              <p:par>
                                <p:cTn id="22" presetID="21" presetClass="entr" presetSubtype="4" fill="hold" nodeType="withEffect">
                                  <p:stCondLst>
                                    <p:cond delay="0"/>
                                  </p:stCondLst>
                                  <p:childTnLst>
                                    <p:set>
                                      <p:cBhvr>
                                        <p:cTn id="23" dur="1" fill="hold">
                                          <p:stCondLst>
                                            <p:cond delay="0"/>
                                          </p:stCondLst>
                                        </p:cTn>
                                        <p:tgtEl>
                                          <p:spTgt spid="344067">
                                            <p:txEl>
                                              <p:pRg st="5" end="5"/>
                                            </p:txEl>
                                          </p:spTgt>
                                        </p:tgtEl>
                                        <p:attrNameLst>
                                          <p:attrName>style.visibility</p:attrName>
                                        </p:attrNameLst>
                                      </p:cBhvr>
                                      <p:to>
                                        <p:strVal val="visible"/>
                                      </p:to>
                                    </p:set>
                                    <p:animEffect transition="in" filter="wheel(4)">
                                      <p:cBhvr>
                                        <p:cTn id="24" dur="2000"/>
                                        <p:tgtEl>
                                          <p:spTgt spid="34406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Number Placeholder 5">
            <a:extLst>
              <a:ext uri="{FF2B5EF4-FFF2-40B4-BE49-F238E27FC236}">
                <a16:creationId xmlns:a16="http://schemas.microsoft.com/office/drawing/2014/main" id="{128299C7-B1B4-5F16-7B1C-7ECDAC831012}"/>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45101327-5C61-4FA5-A899-3940E2E89719}" type="slidenum">
              <a:rPr lang="en-US" altLang="vi-VN" sz="1000">
                <a:latin typeface="Verdana" panose="020B0604030504040204" pitchFamily="34" charset="0"/>
              </a:rPr>
              <a:pPr algn="r" eaLnBrk="1" hangingPunct="1">
                <a:spcBef>
                  <a:spcPct val="0"/>
                </a:spcBef>
                <a:buFontTx/>
                <a:buNone/>
              </a:pPr>
              <a:t>66</a:t>
            </a:fld>
            <a:endParaRPr lang="en-US" altLang="vi-VN" sz="1000">
              <a:latin typeface="Verdana" panose="020B0604030504040204" pitchFamily="34" charset="0"/>
            </a:endParaRPr>
          </a:p>
        </p:txBody>
      </p:sp>
      <p:sp>
        <p:nvSpPr>
          <p:cNvPr id="82947" name="Rectangle 2">
            <a:extLst>
              <a:ext uri="{FF2B5EF4-FFF2-40B4-BE49-F238E27FC236}">
                <a16:creationId xmlns:a16="http://schemas.microsoft.com/office/drawing/2014/main" id="{61721071-E20F-53A0-944D-5AE7922D28E7}"/>
              </a:ext>
            </a:extLst>
          </p:cNvPr>
          <p:cNvSpPr>
            <a:spLocks noGrp="1" noChangeArrowheads="1"/>
          </p:cNvSpPr>
          <p:nvPr>
            <p:ph type="title" idx="4294967295"/>
          </p:nvPr>
        </p:nvSpPr>
        <p:spPr/>
        <p:txBody>
          <a:bodyPr anchor="b"/>
          <a:lstStyle/>
          <a:p>
            <a:pPr eaLnBrk="1" hangingPunct="1"/>
            <a:r>
              <a:rPr lang="en-US" altLang="vi-VN" sz="2400" b="1">
                <a:solidFill>
                  <a:srgbClr val="FF0000"/>
                </a:solidFill>
                <a:latin typeface="Times New Roman" panose="02020603050405020304" pitchFamily="18" charset="0"/>
              </a:rPr>
              <a:t>II. CÁC HÀM THÔNG DỤNG: (TT)</a:t>
            </a:r>
          </a:p>
        </p:txBody>
      </p:sp>
      <p:sp>
        <p:nvSpPr>
          <p:cNvPr id="354307" name="Rectangle 3">
            <a:extLst>
              <a:ext uri="{FF2B5EF4-FFF2-40B4-BE49-F238E27FC236}">
                <a16:creationId xmlns:a16="http://schemas.microsoft.com/office/drawing/2014/main" id="{A8032A0D-0449-87BB-D038-A18AC89421A3}"/>
              </a:ext>
            </a:extLst>
          </p:cNvPr>
          <p:cNvSpPr>
            <a:spLocks noGrp="1" noChangeArrowheads="1"/>
          </p:cNvSpPr>
          <p:nvPr>
            <p:ph type="body" idx="4294967295"/>
          </p:nvPr>
        </p:nvSpPr>
        <p:spPr>
          <a:xfrm>
            <a:off x="457200" y="1447800"/>
            <a:ext cx="8534400" cy="4876800"/>
          </a:xfrm>
        </p:spPr>
        <p:txBody>
          <a:bodyPr/>
          <a:lstStyle/>
          <a:p>
            <a:pPr marL="0" indent="0" algn="just" eaLnBrk="1" hangingPunct="1">
              <a:buFont typeface="Wingdings" panose="05000000000000000000" pitchFamily="2" charset="2"/>
              <a:buNone/>
            </a:pPr>
            <a:r>
              <a:rPr lang="en-US" altLang="vi-VN" sz="2800">
                <a:solidFill>
                  <a:srgbClr val="0000FF"/>
                </a:solidFill>
                <a:latin typeface="Times New Roman" panose="02020603050405020304" pitchFamily="18" charset="0"/>
              </a:rPr>
              <a:t>Hàm COUNTBLANK</a:t>
            </a:r>
          </a:p>
          <a:p>
            <a:pPr marL="0" indent="0" algn="just" eaLnBrk="1" hangingPunct="1">
              <a:buFont typeface="Wingdings" panose="05000000000000000000" pitchFamily="2" charset="2"/>
              <a:buNone/>
            </a:pPr>
            <a:r>
              <a:rPr lang="en-US" altLang="vi-VN" sz="2800">
                <a:latin typeface="Times New Roman" panose="02020603050405020304" pitchFamily="18" charset="0"/>
              </a:rPr>
              <a:t>Cú pháp: =COUNTBLANK(</a:t>
            </a:r>
            <a:r>
              <a:rPr lang="en-US" altLang="vi-VN" sz="2800" b="1">
                <a:latin typeface="Times New Roman" panose="02020603050405020304" pitchFamily="18" charset="0"/>
              </a:rPr>
              <a:t>Địa chỉ vùng  đếm)</a:t>
            </a:r>
            <a:endParaRPr lang="en-US" altLang="vi-VN" sz="2800">
              <a:latin typeface="Times New Roman" panose="02020603050405020304" pitchFamily="18" charset="0"/>
            </a:endParaRPr>
          </a:p>
          <a:p>
            <a:pPr marL="0" indent="0" algn="just" eaLnBrk="1" hangingPunct="1">
              <a:buFont typeface="Wingdings" panose="05000000000000000000" pitchFamily="2" charset="2"/>
              <a:buNone/>
            </a:pPr>
            <a:r>
              <a:rPr lang="en-US" altLang="vi-VN" sz="2800">
                <a:latin typeface="Times New Roman" panose="02020603050405020304" pitchFamily="18" charset="0"/>
              </a:rPr>
              <a:t>Công dụng: Đếm xem có bao nhiêu ô </a:t>
            </a:r>
            <a:r>
              <a:rPr lang="en-US" altLang="vi-VN" sz="2800" b="1">
                <a:latin typeface="Times New Roman" panose="02020603050405020304" pitchFamily="18" charset="0"/>
              </a:rPr>
              <a:t>không chứa dữ liệu (ô rỗng)</a:t>
            </a:r>
            <a:r>
              <a:rPr lang="en-US" altLang="vi-VN" sz="2800">
                <a:latin typeface="Times New Roman" panose="02020603050405020304" pitchFamily="18" charset="0"/>
              </a:rPr>
              <a:t> trong </a:t>
            </a:r>
            <a:r>
              <a:rPr lang="fr-FR" altLang="vi-VN" sz="2800" b="1">
                <a:latin typeface="Times New Roman" panose="02020603050405020304" pitchFamily="18" charset="0"/>
              </a:rPr>
              <a:t>địa chỉ</a:t>
            </a:r>
            <a:r>
              <a:rPr lang="fr-FR" altLang="vi-VN" sz="2800">
                <a:latin typeface="Times New Roman" panose="02020603050405020304" pitchFamily="18" charset="0"/>
              </a:rPr>
              <a:t> </a:t>
            </a:r>
            <a:r>
              <a:rPr lang="en-US" altLang="vi-VN" sz="2800" b="1">
                <a:latin typeface="Times New Roman" panose="02020603050405020304" pitchFamily="18" charset="0"/>
              </a:rPr>
              <a:t>vùng đếm.</a:t>
            </a:r>
            <a:endParaRPr lang="en-US" altLang="vi-VN" sz="2800">
              <a:latin typeface="Times New Roman" panose="02020603050405020304" pitchFamily="18" charset="0"/>
            </a:endParaRPr>
          </a:p>
          <a:p>
            <a:pPr marL="0" indent="0" algn="just" eaLnBrk="1" hangingPunct="1">
              <a:buFont typeface="Wingdings" panose="05000000000000000000" pitchFamily="2" charset="2"/>
              <a:buNone/>
            </a:pPr>
            <a:r>
              <a:rPr lang="en-US" altLang="vi-VN" sz="2800">
                <a:solidFill>
                  <a:srgbClr val="0000FF"/>
                </a:solidFill>
                <a:latin typeface="Times New Roman" panose="02020603050405020304" pitchFamily="18" charset="0"/>
              </a:rPr>
              <a:t>Ví dụ</a:t>
            </a:r>
            <a:r>
              <a:rPr lang="en-US" altLang="vi-VN" sz="2800">
                <a:latin typeface="Times New Roman" panose="02020603050405020304" pitchFamily="18" charset="0"/>
              </a:rPr>
              <a:t>: Để đếm xem có bao nhiêu Nam ở  bảng 2 ta dùng công thức.</a:t>
            </a:r>
          </a:p>
          <a:p>
            <a:pPr marL="0" indent="0" algn="just" eaLnBrk="1" hangingPunct="1">
              <a:buFont typeface="Wingdings" panose="05000000000000000000" pitchFamily="2" charset="2"/>
              <a:buNone/>
            </a:pPr>
            <a:r>
              <a:rPr lang="en-US" altLang="vi-VN" sz="2800">
                <a:latin typeface="Times New Roman" panose="02020603050405020304" pitchFamily="18" charset="0"/>
              </a:rPr>
              <a:t>=COUNTBLANK(C2:C6) kết quả là 2</a:t>
            </a:r>
          </a:p>
          <a:p>
            <a:pPr marL="0" indent="0" eaLnBrk="1" hangingPunct="1">
              <a:buFont typeface="Wingdings" panose="05000000000000000000" pitchFamily="2" charset="2"/>
              <a:buChar char="Ø"/>
            </a:pPr>
            <a:endParaRPr lang="en-US" altLang="vi-VN" sz="2800">
              <a:latin typeface="Times New Roman" panose="02020603050405020304" pitchFamily="18" charset="0"/>
            </a:endParaRPr>
          </a:p>
        </p:txBody>
      </p:sp>
      <p:pic>
        <p:nvPicPr>
          <p:cNvPr id="354308" name="Picture 4" descr="untitled">
            <a:extLst>
              <a:ext uri="{FF2B5EF4-FFF2-40B4-BE49-F238E27FC236}">
                <a16:creationId xmlns:a16="http://schemas.microsoft.com/office/drawing/2014/main" id="{8A96CE48-B0ED-B172-DE0E-7B647ADCD8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4876800"/>
            <a:ext cx="60198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354307">
                                            <p:txEl>
                                              <p:pRg st="0" end="0"/>
                                            </p:txEl>
                                          </p:spTgt>
                                        </p:tgtEl>
                                        <p:attrNameLst>
                                          <p:attrName>style.visibility</p:attrName>
                                        </p:attrNameLst>
                                      </p:cBhvr>
                                      <p:to>
                                        <p:strVal val="visible"/>
                                      </p:to>
                                    </p:set>
                                    <p:animEffect transition="in" filter="wheel(4)">
                                      <p:cBhvr>
                                        <p:cTn id="7" dur="2000"/>
                                        <p:tgtEl>
                                          <p:spTgt spid="3543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1" presetClass="entr" presetSubtype="0" fill="hold" nodeType="clickEffect">
                                  <p:stCondLst>
                                    <p:cond delay="0"/>
                                  </p:stCondLst>
                                  <p:iterate type="lt">
                                    <p:tmPct val="10000"/>
                                  </p:iterate>
                                  <p:childTnLst>
                                    <p:set>
                                      <p:cBhvr>
                                        <p:cTn id="11" dur="1" fill="hold">
                                          <p:stCondLst>
                                            <p:cond delay="0"/>
                                          </p:stCondLst>
                                        </p:cTn>
                                        <p:tgtEl>
                                          <p:spTgt spid="354307">
                                            <p:txEl>
                                              <p:pRg st="1" end="1"/>
                                            </p:txEl>
                                          </p:spTgt>
                                        </p:tgtEl>
                                        <p:attrNameLst>
                                          <p:attrName>style.visibility</p:attrName>
                                        </p:attrNameLst>
                                      </p:cBhvr>
                                      <p:to>
                                        <p:strVal val="visible"/>
                                      </p:to>
                                    </p:set>
                                    <p:anim calcmode="lin" valueType="num">
                                      <p:cBhvr>
                                        <p:cTn id="12" dur="500" fill="hold"/>
                                        <p:tgtEl>
                                          <p:spTgt spid="354307">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13" dur="500" fill="hold"/>
                                        <p:tgtEl>
                                          <p:spTgt spid="354307">
                                            <p:txEl>
                                              <p:pRg st="1" end="1"/>
                                            </p:txEl>
                                          </p:spTgt>
                                        </p:tgtEl>
                                        <p:attrNameLst>
                                          <p:attrName>ppt_y</p:attrName>
                                        </p:attrNameLst>
                                      </p:cBhvr>
                                      <p:tavLst>
                                        <p:tav tm="0">
                                          <p:val>
                                            <p:strVal val="#ppt_y"/>
                                          </p:val>
                                        </p:tav>
                                        <p:tav tm="100000">
                                          <p:val>
                                            <p:strVal val="#ppt_y"/>
                                          </p:val>
                                        </p:tav>
                                      </p:tavLst>
                                    </p:anim>
                                    <p:anim calcmode="lin" valueType="num">
                                      <p:cBhvr>
                                        <p:cTn id="14" dur="500" fill="hold"/>
                                        <p:tgtEl>
                                          <p:spTgt spid="354307">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5" dur="500" fill="hold"/>
                                        <p:tgtEl>
                                          <p:spTgt spid="354307">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6" dur="500" tmFilter="0,0; .5, 1; 1, 1"/>
                                        <p:tgtEl>
                                          <p:spTgt spid="354307">
                                            <p:txEl>
                                              <p:pRg st="1" end="1"/>
                                            </p:txEl>
                                          </p:spTgt>
                                        </p:tgtEl>
                                      </p:cBhvr>
                                    </p:animEffect>
                                  </p:childTnLst>
                                </p:cTn>
                              </p:par>
                              <p:par>
                                <p:cTn id="17" presetID="41" presetClass="entr" presetSubtype="0" fill="hold" nodeType="withEffect">
                                  <p:stCondLst>
                                    <p:cond delay="0"/>
                                  </p:stCondLst>
                                  <p:iterate type="lt">
                                    <p:tmPct val="10000"/>
                                  </p:iterate>
                                  <p:childTnLst>
                                    <p:set>
                                      <p:cBhvr>
                                        <p:cTn id="18" dur="1" fill="hold">
                                          <p:stCondLst>
                                            <p:cond delay="0"/>
                                          </p:stCondLst>
                                        </p:cTn>
                                        <p:tgtEl>
                                          <p:spTgt spid="354307">
                                            <p:txEl>
                                              <p:pRg st="2" end="2"/>
                                            </p:txEl>
                                          </p:spTgt>
                                        </p:tgtEl>
                                        <p:attrNameLst>
                                          <p:attrName>style.visibility</p:attrName>
                                        </p:attrNameLst>
                                      </p:cBhvr>
                                      <p:to>
                                        <p:strVal val="visible"/>
                                      </p:to>
                                    </p:set>
                                    <p:anim calcmode="lin" valueType="num">
                                      <p:cBhvr>
                                        <p:cTn id="19" dur="500" fill="hold"/>
                                        <p:tgtEl>
                                          <p:spTgt spid="354307">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20" dur="500" fill="hold"/>
                                        <p:tgtEl>
                                          <p:spTgt spid="354307">
                                            <p:txEl>
                                              <p:pRg st="2" end="2"/>
                                            </p:txEl>
                                          </p:spTgt>
                                        </p:tgtEl>
                                        <p:attrNameLst>
                                          <p:attrName>ppt_y</p:attrName>
                                        </p:attrNameLst>
                                      </p:cBhvr>
                                      <p:tavLst>
                                        <p:tav tm="0">
                                          <p:val>
                                            <p:strVal val="#ppt_y"/>
                                          </p:val>
                                        </p:tav>
                                        <p:tav tm="100000">
                                          <p:val>
                                            <p:strVal val="#ppt_y"/>
                                          </p:val>
                                        </p:tav>
                                      </p:tavLst>
                                    </p:anim>
                                    <p:anim calcmode="lin" valueType="num">
                                      <p:cBhvr>
                                        <p:cTn id="21" dur="500" fill="hold"/>
                                        <p:tgtEl>
                                          <p:spTgt spid="354307">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2" dur="500" fill="hold"/>
                                        <p:tgtEl>
                                          <p:spTgt spid="354307">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3" dur="500" tmFilter="0,0; .5, 1; 1, 1"/>
                                        <p:tgtEl>
                                          <p:spTgt spid="354307">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1" presetClass="entr" presetSubtype="4" fill="hold" nodeType="clickEffect">
                                  <p:stCondLst>
                                    <p:cond delay="0"/>
                                  </p:stCondLst>
                                  <p:childTnLst>
                                    <p:set>
                                      <p:cBhvr>
                                        <p:cTn id="27" dur="1" fill="hold">
                                          <p:stCondLst>
                                            <p:cond delay="0"/>
                                          </p:stCondLst>
                                        </p:cTn>
                                        <p:tgtEl>
                                          <p:spTgt spid="354307">
                                            <p:txEl>
                                              <p:pRg st="3" end="3"/>
                                            </p:txEl>
                                          </p:spTgt>
                                        </p:tgtEl>
                                        <p:attrNameLst>
                                          <p:attrName>style.visibility</p:attrName>
                                        </p:attrNameLst>
                                      </p:cBhvr>
                                      <p:to>
                                        <p:strVal val="visible"/>
                                      </p:to>
                                    </p:set>
                                    <p:animEffect transition="in" filter="wheel(4)">
                                      <p:cBhvr>
                                        <p:cTn id="28" dur="2000"/>
                                        <p:tgtEl>
                                          <p:spTgt spid="354307">
                                            <p:txEl>
                                              <p:pRg st="3" end="3"/>
                                            </p:txEl>
                                          </p:spTgt>
                                        </p:tgtEl>
                                      </p:cBhvr>
                                    </p:animEffect>
                                  </p:childTnLst>
                                </p:cTn>
                              </p:par>
                              <p:par>
                                <p:cTn id="29" presetID="21" presetClass="entr" presetSubtype="4" fill="hold" nodeType="withEffect">
                                  <p:stCondLst>
                                    <p:cond delay="0"/>
                                  </p:stCondLst>
                                  <p:childTnLst>
                                    <p:set>
                                      <p:cBhvr>
                                        <p:cTn id="30" dur="1" fill="hold">
                                          <p:stCondLst>
                                            <p:cond delay="0"/>
                                          </p:stCondLst>
                                        </p:cTn>
                                        <p:tgtEl>
                                          <p:spTgt spid="354307">
                                            <p:txEl>
                                              <p:pRg st="4" end="4"/>
                                            </p:txEl>
                                          </p:spTgt>
                                        </p:tgtEl>
                                        <p:attrNameLst>
                                          <p:attrName>style.visibility</p:attrName>
                                        </p:attrNameLst>
                                      </p:cBhvr>
                                      <p:to>
                                        <p:strVal val="visible"/>
                                      </p:to>
                                    </p:set>
                                    <p:animEffect transition="in" filter="wheel(4)">
                                      <p:cBhvr>
                                        <p:cTn id="31" dur="2000"/>
                                        <p:tgtEl>
                                          <p:spTgt spid="354307">
                                            <p:txEl>
                                              <p:pRg st="4" end="4"/>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1" presetClass="entr" presetSubtype="4" fill="hold" nodeType="clickEffect">
                                  <p:stCondLst>
                                    <p:cond delay="0"/>
                                  </p:stCondLst>
                                  <p:childTnLst>
                                    <p:set>
                                      <p:cBhvr>
                                        <p:cTn id="35" dur="1" fill="hold">
                                          <p:stCondLst>
                                            <p:cond delay="0"/>
                                          </p:stCondLst>
                                        </p:cTn>
                                        <p:tgtEl>
                                          <p:spTgt spid="354308"/>
                                        </p:tgtEl>
                                        <p:attrNameLst>
                                          <p:attrName>style.visibility</p:attrName>
                                        </p:attrNameLst>
                                      </p:cBhvr>
                                      <p:to>
                                        <p:strVal val="visible"/>
                                      </p:to>
                                    </p:set>
                                    <p:animEffect transition="in" filter="wheel(4)">
                                      <p:cBhvr>
                                        <p:cTn id="36" dur="2000"/>
                                        <p:tgtEl>
                                          <p:spTgt spid="3543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Number Placeholder 5">
            <a:extLst>
              <a:ext uri="{FF2B5EF4-FFF2-40B4-BE49-F238E27FC236}">
                <a16:creationId xmlns:a16="http://schemas.microsoft.com/office/drawing/2014/main" id="{9F84DDAD-565B-F35D-CC77-CC0CC334A462}"/>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FE92C0D7-9C7A-416D-AA75-599CBE6ABF41}" type="slidenum">
              <a:rPr lang="en-US" altLang="vi-VN" sz="1000">
                <a:latin typeface="Verdana" panose="020B0604030504040204" pitchFamily="34" charset="0"/>
              </a:rPr>
              <a:pPr algn="r" eaLnBrk="1" hangingPunct="1">
                <a:spcBef>
                  <a:spcPct val="0"/>
                </a:spcBef>
                <a:buFontTx/>
                <a:buNone/>
              </a:pPr>
              <a:t>67</a:t>
            </a:fld>
            <a:endParaRPr lang="en-US" altLang="vi-VN" sz="1000">
              <a:latin typeface="Verdana" panose="020B0604030504040204" pitchFamily="34" charset="0"/>
            </a:endParaRPr>
          </a:p>
        </p:txBody>
      </p:sp>
      <p:sp>
        <p:nvSpPr>
          <p:cNvPr id="355331" name="Rectangle 3">
            <a:extLst>
              <a:ext uri="{FF2B5EF4-FFF2-40B4-BE49-F238E27FC236}">
                <a16:creationId xmlns:a16="http://schemas.microsoft.com/office/drawing/2014/main" id="{C0319BA2-F877-09FC-573B-E9645B1AA50A}"/>
              </a:ext>
            </a:extLst>
          </p:cNvPr>
          <p:cNvSpPr>
            <a:spLocks noGrp="1" noChangeArrowheads="1"/>
          </p:cNvSpPr>
          <p:nvPr>
            <p:ph type="body" idx="4294967295"/>
          </p:nvPr>
        </p:nvSpPr>
        <p:spPr>
          <a:xfrm>
            <a:off x="88900" y="1143000"/>
            <a:ext cx="9144000" cy="5410200"/>
          </a:xfrm>
        </p:spPr>
        <p:txBody>
          <a:bodyPr/>
          <a:lstStyle/>
          <a:p>
            <a:pPr marL="0" indent="0" algn="just" eaLnBrk="1" hangingPunct="1">
              <a:buFont typeface="Wingdings" panose="05000000000000000000" pitchFamily="2" charset="2"/>
              <a:buNone/>
            </a:pPr>
            <a:r>
              <a:rPr lang="en-US" altLang="vi-VN" sz="2600">
                <a:solidFill>
                  <a:srgbClr val="0000FF"/>
                </a:solidFill>
                <a:latin typeface="Times New Roman" panose="02020603050405020304" pitchFamily="18" charset="0"/>
              </a:rPr>
              <a:t>Hàm COUNTIF</a:t>
            </a:r>
          </a:p>
          <a:p>
            <a:pPr marL="0" indent="0" algn="just" eaLnBrk="1" hangingPunct="1">
              <a:buFont typeface="Wingdings" panose="05000000000000000000" pitchFamily="2" charset="2"/>
              <a:buNone/>
            </a:pPr>
            <a:r>
              <a:rPr lang="en-US" altLang="vi-VN" sz="2600">
                <a:latin typeface="Times New Roman" panose="02020603050405020304" pitchFamily="18" charset="0"/>
              </a:rPr>
              <a:t>CP: =</a:t>
            </a:r>
            <a:r>
              <a:rPr lang="en-US" altLang="vi-VN" sz="2600" b="1">
                <a:latin typeface="Times New Roman" panose="02020603050405020304" pitchFamily="18" charset="0"/>
              </a:rPr>
              <a:t>COUNTIF(địa chỉ vùng đếm, điều kiện)</a:t>
            </a:r>
            <a:endParaRPr lang="en-US" altLang="vi-VN" sz="2600">
              <a:latin typeface="Times New Roman" panose="02020603050405020304" pitchFamily="18" charset="0"/>
            </a:endParaRPr>
          </a:p>
          <a:p>
            <a:pPr marL="0" indent="0" algn="just" eaLnBrk="1" hangingPunct="1">
              <a:buFont typeface="Wingdings" panose="05000000000000000000" pitchFamily="2" charset="2"/>
              <a:buNone/>
            </a:pPr>
            <a:r>
              <a:rPr lang="en-US" altLang="vi-VN" sz="2600">
                <a:latin typeface="Times New Roman" panose="02020603050405020304" pitchFamily="18" charset="0"/>
              </a:rPr>
              <a:t>CD: Đếm số ô thỏa  </a:t>
            </a:r>
            <a:r>
              <a:rPr lang="en-US" altLang="vi-VN" sz="2600" b="1">
                <a:latin typeface="Times New Roman" panose="02020603050405020304" pitchFamily="18" charset="0"/>
              </a:rPr>
              <a:t>điều kiện</a:t>
            </a:r>
            <a:r>
              <a:rPr lang="en-US" altLang="vi-VN" sz="2600" i="1">
                <a:latin typeface="Times New Roman" panose="02020603050405020304" pitchFamily="18" charset="0"/>
              </a:rPr>
              <a:t> </a:t>
            </a:r>
            <a:r>
              <a:rPr lang="en-US" altLang="vi-VN" sz="2600">
                <a:latin typeface="Times New Roman" panose="02020603050405020304" pitchFamily="18" charset="0"/>
              </a:rPr>
              <a:t>trong </a:t>
            </a:r>
            <a:r>
              <a:rPr lang="en-US" altLang="vi-VN" sz="2600" b="1">
                <a:latin typeface="Times New Roman" panose="02020603050405020304" pitchFamily="18" charset="0"/>
              </a:rPr>
              <a:t>vùng đếm</a:t>
            </a:r>
            <a:r>
              <a:rPr lang="en-US" altLang="vi-VN" sz="2600">
                <a:latin typeface="Times New Roman" panose="02020603050405020304" pitchFamily="18" charset="0"/>
              </a:rPr>
              <a:t>.</a:t>
            </a:r>
          </a:p>
          <a:p>
            <a:pPr marL="0" indent="0" algn="just" eaLnBrk="1" hangingPunct="1">
              <a:buFont typeface="Wingdings" panose="05000000000000000000" pitchFamily="2" charset="2"/>
              <a:buNone/>
            </a:pPr>
            <a:r>
              <a:rPr lang="en-US" altLang="vi-VN" sz="2600">
                <a:solidFill>
                  <a:srgbClr val="0000FF"/>
                </a:solidFill>
                <a:latin typeface="Times New Roman" panose="02020603050405020304" pitchFamily="18" charset="0"/>
              </a:rPr>
              <a:t>Lưu ý</a:t>
            </a:r>
            <a:r>
              <a:rPr lang="en-US" altLang="vi-VN" sz="2600">
                <a:latin typeface="Times New Roman" panose="02020603050405020304" pitchFamily="18" charset="0"/>
              </a:rPr>
              <a:t>: </a:t>
            </a:r>
            <a:r>
              <a:rPr lang="en-US" altLang="vi-VN" sz="2600" b="1">
                <a:latin typeface="Times New Roman" panose="02020603050405020304" pitchFamily="18" charset="0"/>
              </a:rPr>
              <a:t>Điều kiện phải nằm trong dấu ngoặc kép</a:t>
            </a:r>
            <a:r>
              <a:rPr lang="en-US" altLang="vi-VN" sz="2600">
                <a:latin typeface="Times New Roman" panose="02020603050405020304" pitchFamily="18" charset="0"/>
              </a:rPr>
              <a:t>.</a:t>
            </a:r>
          </a:p>
          <a:p>
            <a:pPr marL="0" indent="0" algn="just" eaLnBrk="1" hangingPunct="1">
              <a:buFont typeface="Wingdings" panose="05000000000000000000" pitchFamily="2" charset="2"/>
              <a:buNone/>
            </a:pPr>
            <a:r>
              <a:rPr lang="en-US" altLang="vi-VN" sz="2600">
                <a:latin typeface="Times New Roman" panose="02020603050405020304" pitchFamily="18" charset="0"/>
              </a:rPr>
              <a:t>Với trường hợp </a:t>
            </a:r>
            <a:r>
              <a:rPr lang="en-US" altLang="vi-VN" sz="2600" b="1">
                <a:latin typeface="Times New Roman" panose="02020603050405020304" pitchFamily="18" charset="0"/>
              </a:rPr>
              <a:t>điều kiện</a:t>
            </a:r>
            <a:r>
              <a:rPr lang="en-US" altLang="vi-VN" sz="2600" i="1">
                <a:latin typeface="Times New Roman" panose="02020603050405020304" pitchFamily="18" charset="0"/>
              </a:rPr>
              <a:t> </a:t>
            </a:r>
            <a:r>
              <a:rPr lang="en-US" altLang="vi-VN" sz="2600">
                <a:latin typeface="Times New Roman" panose="02020603050405020304" pitchFamily="18" charset="0"/>
              </a:rPr>
              <a:t>là một con số chính xác có thể bỏ dấu ngoặc kép.</a:t>
            </a:r>
          </a:p>
          <a:p>
            <a:pPr marL="0" indent="0" algn="just" eaLnBrk="1" hangingPunct="1">
              <a:buFont typeface="Wingdings" panose="05000000000000000000" pitchFamily="2" charset="2"/>
              <a:buNone/>
            </a:pPr>
            <a:r>
              <a:rPr lang="en-US" altLang="vi-VN" sz="2600">
                <a:solidFill>
                  <a:srgbClr val="0000FF"/>
                </a:solidFill>
                <a:latin typeface="Times New Roman" panose="02020603050405020304" pitchFamily="18" charset="0"/>
              </a:rPr>
              <a:t>Ví dụ 1</a:t>
            </a:r>
            <a:r>
              <a:rPr lang="en-US" altLang="vi-VN" sz="2600">
                <a:latin typeface="Times New Roman" panose="02020603050405020304" pitchFamily="18" charset="0"/>
              </a:rPr>
              <a:t>: Đếm số ô có giá trị bằng 100 ở bảng 1 thì ta dùng công thức:</a:t>
            </a:r>
          </a:p>
          <a:p>
            <a:pPr marL="0" indent="0" algn="just" eaLnBrk="1" hangingPunct="1">
              <a:buFont typeface="Wingdings" panose="05000000000000000000" pitchFamily="2" charset="2"/>
              <a:buNone/>
            </a:pPr>
            <a:r>
              <a:rPr lang="en-US" altLang="vi-VN" sz="2600">
                <a:latin typeface="Times New Roman" panose="02020603050405020304" pitchFamily="18" charset="0"/>
              </a:rPr>
              <a:t>=COUNTIF(A1:E5, 100) kết quả là 1</a:t>
            </a:r>
          </a:p>
          <a:p>
            <a:pPr marL="0" indent="0" algn="just" eaLnBrk="1" hangingPunct="1">
              <a:buFont typeface="Wingdings" panose="05000000000000000000" pitchFamily="2" charset="2"/>
              <a:buNone/>
            </a:pPr>
            <a:r>
              <a:rPr lang="en-US" altLang="vi-VN" sz="2600">
                <a:solidFill>
                  <a:srgbClr val="0000FF"/>
                </a:solidFill>
                <a:latin typeface="Times New Roman" panose="02020603050405020304" pitchFamily="18" charset="0"/>
              </a:rPr>
              <a:t>Ví dụ 2</a:t>
            </a:r>
            <a:r>
              <a:rPr lang="en-US" altLang="vi-VN" sz="2600">
                <a:latin typeface="Times New Roman" panose="02020603050405020304" pitchFamily="18" charset="0"/>
              </a:rPr>
              <a:t>: Để đếm số ô có giá trị &gt;1</a:t>
            </a:r>
          </a:p>
          <a:p>
            <a:pPr marL="0" indent="0" algn="just" eaLnBrk="1" hangingPunct="1">
              <a:buFont typeface="Wingdings" panose="05000000000000000000" pitchFamily="2" charset="2"/>
              <a:buNone/>
            </a:pPr>
            <a:r>
              <a:rPr lang="en-US" altLang="vi-VN" sz="2600">
                <a:latin typeface="Times New Roman" panose="02020603050405020304" pitchFamily="18" charset="0"/>
              </a:rPr>
              <a:t>=COUNTIF(A1:E5, “&gt;1”) kết quả 5  (01/01/1900 có giá trị là 1)</a:t>
            </a:r>
          </a:p>
        </p:txBody>
      </p:sp>
      <p:sp>
        <p:nvSpPr>
          <p:cNvPr id="83972" name="Rectangle 2">
            <a:extLst>
              <a:ext uri="{FF2B5EF4-FFF2-40B4-BE49-F238E27FC236}">
                <a16:creationId xmlns:a16="http://schemas.microsoft.com/office/drawing/2014/main" id="{BFC4A012-EE44-1A8D-F62F-3C2B9F1699BF}"/>
              </a:ext>
            </a:extLst>
          </p:cNvPr>
          <p:cNvSpPr>
            <a:spLocks noChangeArrowheads="1"/>
          </p:cNvSpPr>
          <p:nvPr/>
        </p:nvSpPr>
        <p:spPr bwMode="gray">
          <a:xfrm>
            <a:off x="1447800" y="228600"/>
            <a:ext cx="6858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vi-VN" sz="3600" b="1">
                <a:solidFill>
                  <a:srgbClr val="FF0000"/>
                </a:solidFill>
                <a:latin typeface="Times New Roman" panose="02020603050405020304" pitchFamily="18" charset="0"/>
              </a:rPr>
              <a:t>5. Các hàm thống kê</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355331">
                                            <p:txEl>
                                              <p:pRg st="0" end="0"/>
                                            </p:txEl>
                                          </p:spTgt>
                                        </p:tgtEl>
                                        <p:attrNameLst>
                                          <p:attrName>style.visibility</p:attrName>
                                        </p:attrNameLst>
                                      </p:cBhvr>
                                      <p:to>
                                        <p:strVal val="visible"/>
                                      </p:to>
                                    </p:set>
                                    <p:animEffect transition="in" filter="wheel(4)">
                                      <p:cBhvr>
                                        <p:cTn id="7" dur="2000"/>
                                        <p:tgtEl>
                                          <p:spTgt spid="3553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1" presetClass="entr" presetSubtype="4" fill="hold" nodeType="clickEffect">
                                  <p:stCondLst>
                                    <p:cond delay="0"/>
                                  </p:stCondLst>
                                  <p:childTnLst>
                                    <p:set>
                                      <p:cBhvr>
                                        <p:cTn id="11" dur="1" fill="hold">
                                          <p:stCondLst>
                                            <p:cond delay="0"/>
                                          </p:stCondLst>
                                        </p:cTn>
                                        <p:tgtEl>
                                          <p:spTgt spid="355331">
                                            <p:txEl>
                                              <p:pRg st="1" end="1"/>
                                            </p:txEl>
                                          </p:spTgt>
                                        </p:tgtEl>
                                        <p:attrNameLst>
                                          <p:attrName>style.visibility</p:attrName>
                                        </p:attrNameLst>
                                      </p:cBhvr>
                                      <p:to>
                                        <p:strVal val="visible"/>
                                      </p:to>
                                    </p:set>
                                    <p:animEffect transition="in" filter="wheel(4)">
                                      <p:cBhvr>
                                        <p:cTn id="12" dur="2000"/>
                                        <p:tgtEl>
                                          <p:spTgt spid="355331">
                                            <p:txEl>
                                              <p:pRg st="1" end="1"/>
                                            </p:txEl>
                                          </p:spTgt>
                                        </p:tgtEl>
                                      </p:cBhvr>
                                    </p:animEffect>
                                  </p:childTnLst>
                                </p:cTn>
                              </p:par>
                              <p:par>
                                <p:cTn id="13" presetID="21" presetClass="entr" presetSubtype="4" fill="hold" nodeType="withEffect">
                                  <p:stCondLst>
                                    <p:cond delay="0"/>
                                  </p:stCondLst>
                                  <p:childTnLst>
                                    <p:set>
                                      <p:cBhvr>
                                        <p:cTn id="14" dur="1" fill="hold">
                                          <p:stCondLst>
                                            <p:cond delay="0"/>
                                          </p:stCondLst>
                                        </p:cTn>
                                        <p:tgtEl>
                                          <p:spTgt spid="355331">
                                            <p:txEl>
                                              <p:pRg st="2" end="2"/>
                                            </p:txEl>
                                          </p:spTgt>
                                        </p:tgtEl>
                                        <p:attrNameLst>
                                          <p:attrName>style.visibility</p:attrName>
                                        </p:attrNameLst>
                                      </p:cBhvr>
                                      <p:to>
                                        <p:strVal val="visible"/>
                                      </p:to>
                                    </p:set>
                                    <p:animEffect transition="in" filter="wheel(4)">
                                      <p:cBhvr>
                                        <p:cTn id="15" dur="2000"/>
                                        <p:tgtEl>
                                          <p:spTgt spid="355331">
                                            <p:txEl>
                                              <p:pRg st="2" end="2"/>
                                            </p:txEl>
                                          </p:spTgt>
                                        </p:tgtEl>
                                      </p:cBhvr>
                                    </p:animEffect>
                                  </p:childTnLst>
                                </p:cTn>
                              </p:par>
                              <p:par>
                                <p:cTn id="16" presetID="21" presetClass="entr" presetSubtype="4" fill="hold" nodeType="withEffect">
                                  <p:stCondLst>
                                    <p:cond delay="0"/>
                                  </p:stCondLst>
                                  <p:childTnLst>
                                    <p:set>
                                      <p:cBhvr>
                                        <p:cTn id="17" dur="1" fill="hold">
                                          <p:stCondLst>
                                            <p:cond delay="0"/>
                                          </p:stCondLst>
                                        </p:cTn>
                                        <p:tgtEl>
                                          <p:spTgt spid="355331">
                                            <p:txEl>
                                              <p:pRg st="3" end="3"/>
                                            </p:txEl>
                                          </p:spTgt>
                                        </p:tgtEl>
                                        <p:attrNameLst>
                                          <p:attrName>style.visibility</p:attrName>
                                        </p:attrNameLst>
                                      </p:cBhvr>
                                      <p:to>
                                        <p:strVal val="visible"/>
                                      </p:to>
                                    </p:set>
                                    <p:animEffect transition="in" filter="wheel(4)">
                                      <p:cBhvr>
                                        <p:cTn id="18" dur="2000"/>
                                        <p:tgtEl>
                                          <p:spTgt spid="355331">
                                            <p:txEl>
                                              <p:pRg st="3" end="3"/>
                                            </p:txEl>
                                          </p:spTgt>
                                        </p:tgtEl>
                                      </p:cBhvr>
                                    </p:animEffect>
                                  </p:childTnLst>
                                </p:cTn>
                              </p:par>
                              <p:par>
                                <p:cTn id="19" presetID="21" presetClass="entr" presetSubtype="4" fill="hold" nodeType="withEffect">
                                  <p:stCondLst>
                                    <p:cond delay="0"/>
                                  </p:stCondLst>
                                  <p:childTnLst>
                                    <p:set>
                                      <p:cBhvr>
                                        <p:cTn id="20" dur="1" fill="hold">
                                          <p:stCondLst>
                                            <p:cond delay="0"/>
                                          </p:stCondLst>
                                        </p:cTn>
                                        <p:tgtEl>
                                          <p:spTgt spid="355331">
                                            <p:txEl>
                                              <p:pRg st="4" end="4"/>
                                            </p:txEl>
                                          </p:spTgt>
                                        </p:tgtEl>
                                        <p:attrNameLst>
                                          <p:attrName>style.visibility</p:attrName>
                                        </p:attrNameLst>
                                      </p:cBhvr>
                                      <p:to>
                                        <p:strVal val="visible"/>
                                      </p:to>
                                    </p:set>
                                    <p:animEffect transition="in" filter="wheel(4)">
                                      <p:cBhvr>
                                        <p:cTn id="21" dur="2000"/>
                                        <p:tgtEl>
                                          <p:spTgt spid="355331">
                                            <p:txEl>
                                              <p:pRg st="4" end="4"/>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1" presetClass="entr" presetSubtype="4" fill="hold" nodeType="clickEffect">
                                  <p:stCondLst>
                                    <p:cond delay="0"/>
                                  </p:stCondLst>
                                  <p:childTnLst>
                                    <p:set>
                                      <p:cBhvr>
                                        <p:cTn id="25" dur="1" fill="hold">
                                          <p:stCondLst>
                                            <p:cond delay="0"/>
                                          </p:stCondLst>
                                        </p:cTn>
                                        <p:tgtEl>
                                          <p:spTgt spid="355331">
                                            <p:txEl>
                                              <p:pRg st="5" end="5"/>
                                            </p:txEl>
                                          </p:spTgt>
                                        </p:tgtEl>
                                        <p:attrNameLst>
                                          <p:attrName>style.visibility</p:attrName>
                                        </p:attrNameLst>
                                      </p:cBhvr>
                                      <p:to>
                                        <p:strVal val="visible"/>
                                      </p:to>
                                    </p:set>
                                    <p:animEffect transition="in" filter="wheel(4)">
                                      <p:cBhvr>
                                        <p:cTn id="26" dur="2000"/>
                                        <p:tgtEl>
                                          <p:spTgt spid="355331">
                                            <p:txEl>
                                              <p:pRg st="5" end="5"/>
                                            </p:txEl>
                                          </p:spTgt>
                                        </p:tgtEl>
                                      </p:cBhvr>
                                    </p:animEffect>
                                  </p:childTnLst>
                                </p:cTn>
                              </p:par>
                              <p:par>
                                <p:cTn id="27" presetID="21" presetClass="entr" presetSubtype="4" fill="hold" nodeType="withEffect">
                                  <p:stCondLst>
                                    <p:cond delay="0"/>
                                  </p:stCondLst>
                                  <p:childTnLst>
                                    <p:set>
                                      <p:cBhvr>
                                        <p:cTn id="28" dur="1" fill="hold">
                                          <p:stCondLst>
                                            <p:cond delay="0"/>
                                          </p:stCondLst>
                                        </p:cTn>
                                        <p:tgtEl>
                                          <p:spTgt spid="355331">
                                            <p:txEl>
                                              <p:pRg st="6" end="6"/>
                                            </p:txEl>
                                          </p:spTgt>
                                        </p:tgtEl>
                                        <p:attrNameLst>
                                          <p:attrName>style.visibility</p:attrName>
                                        </p:attrNameLst>
                                      </p:cBhvr>
                                      <p:to>
                                        <p:strVal val="visible"/>
                                      </p:to>
                                    </p:set>
                                    <p:animEffect transition="in" filter="wheel(4)">
                                      <p:cBhvr>
                                        <p:cTn id="29" dur="2000"/>
                                        <p:tgtEl>
                                          <p:spTgt spid="355331">
                                            <p:txEl>
                                              <p:pRg st="6" end="6"/>
                                            </p:txEl>
                                          </p:spTgt>
                                        </p:tgtEl>
                                      </p:cBhvr>
                                    </p:animEffect>
                                  </p:childTnLst>
                                </p:cTn>
                              </p:par>
                              <p:par>
                                <p:cTn id="30" presetID="21" presetClass="entr" presetSubtype="4" fill="hold" nodeType="withEffect">
                                  <p:stCondLst>
                                    <p:cond delay="0"/>
                                  </p:stCondLst>
                                  <p:childTnLst>
                                    <p:set>
                                      <p:cBhvr>
                                        <p:cTn id="31" dur="1" fill="hold">
                                          <p:stCondLst>
                                            <p:cond delay="0"/>
                                          </p:stCondLst>
                                        </p:cTn>
                                        <p:tgtEl>
                                          <p:spTgt spid="355331">
                                            <p:txEl>
                                              <p:pRg st="7" end="7"/>
                                            </p:txEl>
                                          </p:spTgt>
                                        </p:tgtEl>
                                        <p:attrNameLst>
                                          <p:attrName>style.visibility</p:attrName>
                                        </p:attrNameLst>
                                      </p:cBhvr>
                                      <p:to>
                                        <p:strVal val="visible"/>
                                      </p:to>
                                    </p:set>
                                    <p:animEffect transition="in" filter="wheel(4)">
                                      <p:cBhvr>
                                        <p:cTn id="32" dur="2000"/>
                                        <p:tgtEl>
                                          <p:spTgt spid="355331">
                                            <p:txEl>
                                              <p:pRg st="7" end="7"/>
                                            </p:txEl>
                                          </p:spTgt>
                                        </p:tgtEl>
                                      </p:cBhvr>
                                    </p:animEffect>
                                  </p:childTnLst>
                                </p:cTn>
                              </p:par>
                              <p:par>
                                <p:cTn id="33" presetID="21" presetClass="entr" presetSubtype="4" fill="hold" nodeType="withEffect">
                                  <p:stCondLst>
                                    <p:cond delay="0"/>
                                  </p:stCondLst>
                                  <p:childTnLst>
                                    <p:set>
                                      <p:cBhvr>
                                        <p:cTn id="34" dur="1" fill="hold">
                                          <p:stCondLst>
                                            <p:cond delay="0"/>
                                          </p:stCondLst>
                                        </p:cTn>
                                        <p:tgtEl>
                                          <p:spTgt spid="355331">
                                            <p:txEl>
                                              <p:pRg st="8" end="8"/>
                                            </p:txEl>
                                          </p:spTgt>
                                        </p:tgtEl>
                                        <p:attrNameLst>
                                          <p:attrName>style.visibility</p:attrName>
                                        </p:attrNameLst>
                                      </p:cBhvr>
                                      <p:to>
                                        <p:strVal val="visible"/>
                                      </p:to>
                                    </p:set>
                                    <p:animEffect transition="in" filter="wheel(4)">
                                      <p:cBhvr>
                                        <p:cTn id="35" dur="2000"/>
                                        <p:tgtEl>
                                          <p:spTgt spid="35533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Number Placeholder 5">
            <a:extLst>
              <a:ext uri="{FF2B5EF4-FFF2-40B4-BE49-F238E27FC236}">
                <a16:creationId xmlns:a16="http://schemas.microsoft.com/office/drawing/2014/main" id="{C40329CF-FFB1-B670-916F-C9075B61450D}"/>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2F9527B0-3503-4099-92D7-CB459ADF5BFD}" type="slidenum">
              <a:rPr lang="en-US" altLang="vi-VN" sz="1000">
                <a:latin typeface="Verdana" panose="020B0604030504040204" pitchFamily="34" charset="0"/>
              </a:rPr>
              <a:pPr algn="r" eaLnBrk="1" hangingPunct="1">
                <a:spcBef>
                  <a:spcPct val="0"/>
                </a:spcBef>
                <a:buFontTx/>
                <a:buNone/>
              </a:pPr>
              <a:t>68</a:t>
            </a:fld>
            <a:endParaRPr lang="en-US" altLang="vi-VN" sz="1000">
              <a:latin typeface="Verdana" panose="020B0604030504040204" pitchFamily="34" charset="0"/>
            </a:endParaRPr>
          </a:p>
        </p:txBody>
      </p:sp>
      <p:sp>
        <p:nvSpPr>
          <p:cNvPr id="356355" name="Rectangle 3">
            <a:extLst>
              <a:ext uri="{FF2B5EF4-FFF2-40B4-BE49-F238E27FC236}">
                <a16:creationId xmlns:a16="http://schemas.microsoft.com/office/drawing/2014/main" id="{08832035-3711-D589-6C56-21183D066D5B}"/>
              </a:ext>
            </a:extLst>
          </p:cNvPr>
          <p:cNvSpPr>
            <a:spLocks noGrp="1" noChangeArrowheads="1"/>
          </p:cNvSpPr>
          <p:nvPr>
            <p:ph type="body" idx="4294967295"/>
          </p:nvPr>
        </p:nvSpPr>
        <p:spPr>
          <a:xfrm>
            <a:off x="228600" y="1295400"/>
            <a:ext cx="8686800" cy="5029200"/>
          </a:xfrm>
        </p:spPr>
        <p:txBody>
          <a:bodyPr/>
          <a:lstStyle/>
          <a:p>
            <a:pPr eaLnBrk="1" hangingPunct="1">
              <a:buFont typeface="Wingdings" panose="05000000000000000000" pitchFamily="2" charset="2"/>
              <a:buNone/>
            </a:pPr>
            <a:r>
              <a:rPr lang="en-US" altLang="vi-VN" sz="2800">
                <a:solidFill>
                  <a:srgbClr val="0000FF"/>
                </a:solidFill>
                <a:latin typeface="Times New Roman" panose="02020603050405020304" pitchFamily="18" charset="0"/>
              </a:rPr>
              <a:t>Hàm MAX</a:t>
            </a:r>
          </a:p>
          <a:p>
            <a:pPr eaLnBrk="1" hangingPunct="1">
              <a:buFont typeface="Wingdings" panose="05000000000000000000" pitchFamily="2" charset="2"/>
              <a:buNone/>
            </a:pPr>
            <a:r>
              <a:rPr lang="en-US" altLang="vi-VN" sz="2800">
                <a:latin typeface="Times New Roman" panose="02020603050405020304" pitchFamily="18" charset="0"/>
              </a:rPr>
              <a:t>Cú pháp: </a:t>
            </a:r>
            <a:r>
              <a:rPr lang="en-US" altLang="vi-VN" sz="2800" b="1">
                <a:latin typeface="Times New Roman" panose="02020603050405020304" pitchFamily="18" charset="0"/>
              </a:rPr>
              <a:t>=MAX(Value1, Value2,...) </a:t>
            </a:r>
            <a:endParaRPr lang="en-US" altLang="vi-VN" sz="2800">
              <a:latin typeface="Times New Roman" panose="02020603050405020304" pitchFamily="18" charset="0"/>
            </a:endParaRPr>
          </a:p>
          <a:p>
            <a:pPr eaLnBrk="1" hangingPunct="1">
              <a:buFont typeface="Wingdings" panose="05000000000000000000" pitchFamily="2" charset="2"/>
              <a:buNone/>
            </a:pPr>
            <a:r>
              <a:rPr lang="en-US" altLang="vi-VN" sz="2800">
                <a:latin typeface="Times New Roman" panose="02020603050405020304" pitchFamily="18" charset="0"/>
              </a:rPr>
              <a:t>Công dụng: Trả về giá trị là số lớn nhất</a:t>
            </a:r>
            <a:r>
              <a:rPr lang="en-US" altLang="vi-VN" sz="2800" i="1">
                <a:latin typeface="Times New Roman" panose="02020603050405020304" pitchFamily="18" charset="0"/>
              </a:rPr>
              <a:t> </a:t>
            </a:r>
            <a:r>
              <a:rPr lang="en-US" altLang="vi-VN" sz="2800">
                <a:latin typeface="Times New Roman" panose="02020603050405020304" pitchFamily="18" charset="0"/>
              </a:rPr>
              <a:t>trong danh sách các</a:t>
            </a:r>
          </a:p>
          <a:p>
            <a:pPr eaLnBrk="1" hangingPunct="1">
              <a:buFont typeface="Wingdings" panose="05000000000000000000" pitchFamily="2" charset="2"/>
              <a:buNone/>
            </a:pPr>
            <a:r>
              <a:rPr lang="en-US" altLang="vi-VN" sz="2800">
                <a:latin typeface="Times New Roman" panose="02020603050405020304" pitchFamily="18" charset="0"/>
              </a:rPr>
              <a:t>tham số.</a:t>
            </a:r>
          </a:p>
          <a:p>
            <a:pPr eaLnBrk="1" hangingPunct="1">
              <a:buFont typeface="Wingdings" panose="05000000000000000000" pitchFamily="2" charset="2"/>
              <a:buNone/>
            </a:pPr>
            <a:r>
              <a:rPr lang="en-US" altLang="vi-VN" sz="2800">
                <a:solidFill>
                  <a:srgbClr val="0000FF"/>
                </a:solidFill>
                <a:latin typeface="Times New Roman" panose="02020603050405020304" pitchFamily="18" charset="0"/>
              </a:rPr>
              <a:t>Ví dụ 1</a:t>
            </a:r>
            <a:r>
              <a:rPr lang="en-US" altLang="vi-VN" sz="2800">
                <a:latin typeface="Times New Roman" panose="02020603050405020304" pitchFamily="18" charset="0"/>
              </a:rPr>
              <a:t>: =MAX(100,10,-3,101) kết quả là 101</a:t>
            </a:r>
          </a:p>
          <a:p>
            <a:pPr eaLnBrk="1" hangingPunct="1">
              <a:buFont typeface="Wingdings" panose="05000000000000000000" pitchFamily="2" charset="2"/>
              <a:buNone/>
            </a:pPr>
            <a:r>
              <a:rPr lang="sv-SE" altLang="vi-VN" sz="2800">
                <a:solidFill>
                  <a:srgbClr val="0000FF"/>
                </a:solidFill>
                <a:latin typeface="Times New Roman" panose="02020603050405020304" pitchFamily="18" charset="0"/>
              </a:rPr>
              <a:t>Hàm MIN</a:t>
            </a:r>
            <a:endParaRPr lang="en-US" altLang="vi-VN" sz="2800">
              <a:solidFill>
                <a:srgbClr val="0000FF"/>
              </a:solidFill>
              <a:latin typeface="Times New Roman" panose="02020603050405020304" pitchFamily="18" charset="0"/>
            </a:endParaRPr>
          </a:p>
          <a:p>
            <a:pPr eaLnBrk="1" hangingPunct="1">
              <a:buFont typeface="Wingdings" panose="05000000000000000000" pitchFamily="2" charset="2"/>
              <a:buNone/>
            </a:pPr>
            <a:r>
              <a:rPr lang="en-US" altLang="vi-VN" sz="2800">
                <a:latin typeface="Times New Roman" panose="02020603050405020304" pitchFamily="18" charset="0"/>
              </a:rPr>
              <a:t>Cú pháp </a:t>
            </a:r>
            <a:r>
              <a:rPr lang="en-US" altLang="vi-VN" sz="2800" b="1">
                <a:latin typeface="Times New Roman" panose="02020603050405020304" pitchFamily="18" charset="0"/>
              </a:rPr>
              <a:t>=MIN(Value1, Value2,...)</a:t>
            </a:r>
            <a:endParaRPr lang="en-US" altLang="vi-VN" sz="2800">
              <a:latin typeface="Times New Roman" panose="02020603050405020304" pitchFamily="18" charset="0"/>
            </a:endParaRPr>
          </a:p>
          <a:p>
            <a:pPr eaLnBrk="1" hangingPunct="1">
              <a:buFont typeface="Wingdings" panose="05000000000000000000" pitchFamily="2" charset="2"/>
              <a:buNone/>
            </a:pPr>
            <a:r>
              <a:rPr lang="en-US" altLang="vi-VN" sz="2800">
                <a:latin typeface="Times New Roman" panose="02020603050405020304" pitchFamily="18" charset="0"/>
              </a:rPr>
              <a:t>CD: Trả về giá trị nhỏ nhất trong danh sách tham số.</a:t>
            </a:r>
          </a:p>
          <a:p>
            <a:pPr eaLnBrk="1" hangingPunct="1">
              <a:buFont typeface="Wingdings" panose="05000000000000000000" pitchFamily="2" charset="2"/>
              <a:buNone/>
            </a:pPr>
            <a:r>
              <a:rPr lang="en-US" altLang="vi-VN" sz="2800">
                <a:solidFill>
                  <a:srgbClr val="0000FF"/>
                </a:solidFill>
                <a:latin typeface="Times New Roman" panose="02020603050405020304" pitchFamily="18" charset="0"/>
              </a:rPr>
              <a:t>Ví dụ 1:</a:t>
            </a:r>
            <a:r>
              <a:rPr lang="en-US" altLang="vi-VN" sz="2800">
                <a:latin typeface="Times New Roman" panose="02020603050405020304" pitchFamily="18" charset="0"/>
              </a:rPr>
              <a:t> =MIN(-2, 1, 4,100) kết quả là -2</a:t>
            </a:r>
          </a:p>
        </p:txBody>
      </p:sp>
      <p:sp>
        <p:nvSpPr>
          <p:cNvPr id="84996" name="Rectangle 2">
            <a:extLst>
              <a:ext uri="{FF2B5EF4-FFF2-40B4-BE49-F238E27FC236}">
                <a16:creationId xmlns:a16="http://schemas.microsoft.com/office/drawing/2014/main" id="{C8CECA57-9946-B65D-F064-96A528897CF9}"/>
              </a:ext>
            </a:extLst>
          </p:cNvPr>
          <p:cNvSpPr>
            <a:spLocks noChangeArrowheads="1"/>
          </p:cNvSpPr>
          <p:nvPr/>
        </p:nvSpPr>
        <p:spPr bwMode="gray">
          <a:xfrm>
            <a:off x="1447800" y="228600"/>
            <a:ext cx="6858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vi-VN" sz="3600" b="1">
                <a:solidFill>
                  <a:srgbClr val="FF0000"/>
                </a:solidFill>
                <a:latin typeface="Times New Roman" panose="02020603050405020304" pitchFamily="18" charset="0"/>
              </a:rPr>
              <a:t>5. Các hàm thống kê</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356355">
                                            <p:txEl>
                                              <p:pRg st="0" end="0"/>
                                            </p:txEl>
                                          </p:spTgt>
                                        </p:tgtEl>
                                        <p:attrNameLst>
                                          <p:attrName>style.visibility</p:attrName>
                                        </p:attrNameLst>
                                      </p:cBhvr>
                                      <p:to>
                                        <p:strVal val="visible"/>
                                      </p:to>
                                    </p:set>
                                    <p:animEffect transition="in" filter="wheel(4)">
                                      <p:cBhvr>
                                        <p:cTn id="7" dur="2000"/>
                                        <p:tgtEl>
                                          <p:spTgt spid="3563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1" presetClass="entr" presetSubtype="4" fill="hold" nodeType="clickEffect">
                                  <p:stCondLst>
                                    <p:cond delay="0"/>
                                  </p:stCondLst>
                                  <p:childTnLst>
                                    <p:set>
                                      <p:cBhvr>
                                        <p:cTn id="11" dur="1" fill="hold">
                                          <p:stCondLst>
                                            <p:cond delay="0"/>
                                          </p:stCondLst>
                                        </p:cTn>
                                        <p:tgtEl>
                                          <p:spTgt spid="356355">
                                            <p:txEl>
                                              <p:pRg st="1" end="1"/>
                                            </p:txEl>
                                          </p:spTgt>
                                        </p:tgtEl>
                                        <p:attrNameLst>
                                          <p:attrName>style.visibility</p:attrName>
                                        </p:attrNameLst>
                                      </p:cBhvr>
                                      <p:to>
                                        <p:strVal val="visible"/>
                                      </p:to>
                                    </p:set>
                                    <p:animEffect transition="in" filter="wheel(4)">
                                      <p:cBhvr>
                                        <p:cTn id="12" dur="2000"/>
                                        <p:tgtEl>
                                          <p:spTgt spid="356355">
                                            <p:txEl>
                                              <p:pRg st="1" end="1"/>
                                            </p:txEl>
                                          </p:spTgt>
                                        </p:tgtEl>
                                      </p:cBhvr>
                                    </p:animEffect>
                                  </p:childTnLst>
                                </p:cTn>
                              </p:par>
                              <p:par>
                                <p:cTn id="13" presetID="21" presetClass="entr" presetSubtype="4" fill="hold" nodeType="withEffect">
                                  <p:stCondLst>
                                    <p:cond delay="0"/>
                                  </p:stCondLst>
                                  <p:childTnLst>
                                    <p:set>
                                      <p:cBhvr>
                                        <p:cTn id="14" dur="1" fill="hold">
                                          <p:stCondLst>
                                            <p:cond delay="0"/>
                                          </p:stCondLst>
                                        </p:cTn>
                                        <p:tgtEl>
                                          <p:spTgt spid="356355">
                                            <p:txEl>
                                              <p:pRg st="2" end="2"/>
                                            </p:txEl>
                                          </p:spTgt>
                                        </p:tgtEl>
                                        <p:attrNameLst>
                                          <p:attrName>style.visibility</p:attrName>
                                        </p:attrNameLst>
                                      </p:cBhvr>
                                      <p:to>
                                        <p:strVal val="visible"/>
                                      </p:to>
                                    </p:set>
                                    <p:animEffect transition="in" filter="wheel(4)">
                                      <p:cBhvr>
                                        <p:cTn id="15" dur="2000"/>
                                        <p:tgtEl>
                                          <p:spTgt spid="356355">
                                            <p:txEl>
                                              <p:pRg st="2" end="2"/>
                                            </p:txEl>
                                          </p:spTgt>
                                        </p:tgtEl>
                                      </p:cBhvr>
                                    </p:animEffect>
                                  </p:childTnLst>
                                </p:cTn>
                              </p:par>
                              <p:par>
                                <p:cTn id="16" presetID="21" presetClass="entr" presetSubtype="4" fill="hold" nodeType="withEffect">
                                  <p:stCondLst>
                                    <p:cond delay="0"/>
                                  </p:stCondLst>
                                  <p:childTnLst>
                                    <p:set>
                                      <p:cBhvr>
                                        <p:cTn id="17" dur="1" fill="hold">
                                          <p:stCondLst>
                                            <p:cond delay="0"/>
                                          </p:stCondLst>
                                        </p:cTn>
                                        <p:tgtEl>
                                          <p:spTgt spid="356355">
                                            <p:txEl>
                                              <p:pRg st="3" end="3"/>
                                            </p:txEl>
                                          </p:spTgt>
                                        </p:tgtEl>
                                        <p:attrNameLst>
                                          <p:attrName>style.visibility</p:attrName>
                                        </p:attrNameLst>
                                      </p:cBhvr>
                                      <p:to>
                                        <p:strVal val="visible"/>
                                      </p:to>
                                    </p:set>
                                    <p:animEffect transition="in" filter="wheel(4)">
                                      <p:cBhvr>
                                        <p:cTn id="18" dur="2000"/>
                                        <p:tgtEl>
                                          <p:spTgt spid="356355">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1" presetClass="entr" presetSubtype="4" fill="hold" nodeType="clickEffect">
                                  <p:stCondLst>
                                    <p:cond delay="0"/>
                                  </p:stCondLst>
                                  <p:childTnLst>
                                    <p:set>
                                      <p:cBhvr>
                                        <p:cTn id="22" dur="1" fill="hold">
                                          <p:stCondLst>
                                            <p:cond delay="0"/>
                                          </p:stCondLst>
                                        </p:cTn>
                                        <p:tgtEl>
                                          <p:spTgt spid="356355">
                                            <p:txEl>
                                              <p:pRg st="4" end="4"/>
                                            </p:txEl>
                                          </p:spTgt>
                                        </p:tgtEl>
                                        <p:attrNameLst>
                                          <p:attrName>style.visibility</p:attrName>
                                        </p:attrNameLst>
                                      </p:cBhvr>
                                      <p:to>
                                        <p:strVal val="visible"/>
                                      </p:to>
                                    </p:set>
                                    <p:animEffect transition="in" filter="wheel(4)">
                                      <p:cBhvr>
                                        <p:cTn id="23" dur="2000"/>
                                        <p:tgtEl>
                                          <p:spTgt spid="356355">
                                            <p:txEl>
                                              <p:pRg st="4" end="4"/>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1" presetClass="entr" presetSubtype="4" fill="hold" nodeType="clickEffect">
                                  <p:stCondLst>
                                    <p:cond delay="0"/>
                                  </p:stCondLst>
                                  <p:childTnLst>
                                    <p:set>
                                      <p:cBhvr>
                                        <p:cTn id="27" dur="1" fill="hold">
                                          <p:stCondLst>
                                            <p:cond delay="0"/>
                                          </p:stCondLst>
                                        </p:cTn>
                                        <p:tgtEl>
                                          <p:spTgt spid="356355">
                                            <p:txEl>
                                              <p:pRg st="5" end="5"/>
                                            </p:txEl>
                                          </p:spTgt>
                                        </p:tgtEl>
                                        <p:attrNameLst>
                                          <p:attrName>style.visibility</p:attrName>
                                        </p:attrNameLst>
                                      </p:cBhvr>
                                      <p:to>
                                        <p:strVal val="visible"/>
                                      </p:to>
                                    </p:set>
                                    <p:animEffect transition="in" filter="wheel(4)">
                                      <p:cBhvr>
                                        <p:cTn id="28" dur="2000"/>
                                        <p:tgtEl>
                                          <p:spTgt spid="356355">
                                            <p:txEl>
                                              <p:pRg st="5" end="5"/>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1" presetClass="entr" presetSubtype="4" fill="hold" nodeType="clickEffect">
                                  <p:stCondLst>
                                    <p:cond delay="0"/>
                                  </p:stCondLst>
                                  <p:childTnLst>
                                    <p:set>
                                      <p:cBhvr>
                                        <p:cTn id="32" dur="1" fill="hold">
                                          <p:stCondLst>
                                            <p:cond delay="0"/>
                                          </p:stCondLst>
                                        </p:cTn>
                                        <p:tgtEl>
                                          <p:spTgt spid="356355">
                                            <p:txEl>
                                              <p:pRg st="6" end="6"/>
                                            </p:txEl>
                                          </p:spTgt>
                                        </p:tgtEl>
                                        <p:attrNameLst>
                                          <p:attrName>style.visibility</p:attrName>
                                        </p:attrNameLst>
                                      </p:cBhvr>
                                      <p:to>
                                        <p:strVal val="visible"/>
                                      </p:to>
                                    </p:set>
                                    <p:animEffect transition="in" filter="wheel(4)">
                                      <p:cBhvr>
                                        <p:cTn id="33" dur="2000"/>
                                        <p:tgtEl>
                                          <p:spTgt spid="356355">
                                            <p:txEl>
                                              <p:pRg st="6" end="6"/>
                                            </p:txEl>
                                          </p:spTgt>
                                        </p:tgtEl>
                                      </p:cBhvr>
                                    </p:animEffect>
                                  </p:childTnLst>
                                </p:cTn>
                              </p:par>
                              <p:par>
                                <p:cTn id="34" presetID="21" presetClass="entr" presetSubtype="4" fill="hold" nodeType="withEffect">
                                  <p:stCondLst>
                                    <p:cond delay="0"/>
                                  </p:stCondLst>
                                  <p:childTnLst>
                                    <p:set>
                                      <p:cBhvr>
                                        <p:cTn id="35" dur="1" fill="hold">
                                          <p:stCondLst>
                                            <p:cond delay="0"/>
                                          </p:stCondLst>
                                        </p:cTn>
                                        <p:tgtEl>
                                          <p:spTgt spid="356355">
                                            <p:txEl>
                                              <p:pRg st="7" end="7"/>
                                            </p:txEl>
                                          </p:spTgt>
                                        </p:tgtEl>
                                        <p:attrNameLst>
                                          <p:attrName>style.visibility</p:attrName>
                                        </p:attrNameLst>
                                      </p:cBhvr>
                                      <p:to>
                                        <p:strVal val="visible"/>
                                      </p:to>
                                    </p:set>
                                    <p:animEffect transition="in" filter="wheel(4)">
                                      <p:cBhvr>
                                        <p:cTn id="36" dur="2000"/>
                                        <p:tgtEl>
                                          <p:spTgt spid="356355">
                                            <p:txEl>
                                              <p:pRg st="7" end="7"/>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1" presetClass="entr" presetSubtype="4" fill="hold" nodeType="clickEffect">
                                  <p:stCondLst>
                                    <p:cond delay="0"/>
                                  </p:stCondLst>
                                  <p:childTnLst>
                                    <p:set>
                                      <p:cBhvr>
                                        <p:cTn id="40" dur="1" fill="hold">
                                          <p:stCondLst>
                                            <p:cond delay="0"/>
                                          </p:stCondLst>
                                        </p:cTn>
                                        <p:tgtEl>
                                          <p:spTgt spid="356355">
                                            <p:txEl>
                                              <p:pRg st="8" end="8"/>
                                            </p:txEl>
                                          </p:spTgt>
                                        </p:tgtEl>
                                        <p:attrNameLst>
                                          <p:attrName>style.visibility</p:attrName>
                                        </p:attrNameLst>
                                      </p:cBhvr>
                                      <p:to>
                                        <p:strVal val="visible"/>
                                      </p:to>
                                    </p:set>
                                    <p:animEffect transition="in" filter="wheel(4)">
                                      <p:cBhvr>
                                        <p:cTn id="41" dur="2000"/>
                                        <p:tgtEl>
                                          <p:spTgt spid="35635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a:extLst>
              <a:ext uri="{FF2B5EF4-FFF2-40B4-BE49-F238E27FC236}">
                <a16:creationId xmlns:a16="http://schemas.microsoft.com/office/drawing/2014/main" id="{05C55C02-5EB2-B24B-EB26-AE63180DC889}"/>
              </a:ext>
            </a:extLst>
          </p:cNvPr>
          <p:cNvSpPr>
            <a:spLocks noGrp="1"/>
          </p:cNvSpPr>
          <p:nvPr>
            <p:ph type="title"/>
          </p:nvPr>
        </p:nvSpPr>
        <p:spPr/>
        <p:txBody>
          <a:bodyPr/>
          <a:lstStyle/>
          <a:p>
            <a:endParaRPr lang="vi-VN" altLang="en-US"/>
          </a:p>
        </p:txBody>
      </p:sp>
      <p:sp>
        <p:nvSpPr>
          <p:cNvPr id="86019" name="Content Placeholder 2">
            <a:extLst>
              <a:ext uri="{FF2B5EF4-FFF2-40B4-BE49-F238E27FC236}">
                <a16:creationId xmlns:a16="http://schemas.microsoft.com/office/drawing/2014/main" id="{5352374E-6856-AD72-93CA-5B568751990F}"/>
              </a:ext>
            </a:extLst>
          </p:cNvPr>
          <p:cNvSpPr>
            <a:spLocks noGrp="1"/>
          </p:cNvSpPr>
          <p:nvPr>
            <p:ph idx="1"/>
          </p:nvPr>
        </p:nvSpPr>
        <p:spPr/>
        <p:txBody>
          <a:bodyPr/>
          <a:lstStyle/>
          <a:p>
            <a:pPr marL="0" indent="0">
              <a:buFont typeface="Wingdings" panose="05000000000000000000" pitchFamily="2" charset="2"/>
              <a:buNone/>
            </a:pPr>
            <a:r>
              <a:rPr lang="vi-VN" altLang="en-US"/>
              <a:t>Cú pháp: </a:t>
            </a:r>
            <a:r>
              <a:rPr lang="vi-VN" altLang="en-US" b="1"/>
              <a:t>DMAX(</a:t>
            </a:r>
            <a:r>
              <a:rPr lang="vi-VN" altLang="en-US"/>
              <a:t>Danh sách cơ sở dữ liệu</a:t>
            </a:r>
            <a:r>
              <a:rPr lang="vi-VN" altLang="en-US" b="1"/>
              <a:t>, cột </a:t>
            </a:r>
            <a:r>
              <a:rPr lang="vi-VN" altLang="en-US"/>
              <a:t>cần tính tổng, điều kiện)</a:t>
            </a:r>
            <a:endParaRPr lang="vi-VN" altLang="en-US" b="1"/>
          </a:p>
          <a:p>
            <a:pPr marL="0" indent="0">
              <a:buFont typeface="Wingdings" panose="05000000000000000000" pitchFamily="2" charset="2"/>
              <a:buNone/>
            </a:pPr>
            <a:r>
              <a:rPr lang="vi-VN" altLang="en-US"/>
              <a:t>Chức năng:Tìm giá trị lớn nhất trường dữ liệu trong danh sách cơ sở dữ liệu thỏa mãn điều kiện.</a:t>
            </a:r>
          </a:p>
        </p:txBody>
      </p:sp>
      <p:sp>
        <p:nvSpPr>
          <p:cNvPr id="86020" name="Footer Placeholder 3">
            <a:extLst>
              <a:ext uri="{FF2B5EF4-FFF2-40B4-BE49-F238E27FC236}">
                <a16:creationId xmlns:a16="http://schemas.microsoft.com/office/drawing/2014/main" id="{B3E72182-BA76-059D-D1DE-FD0A8FDAA7C7}"/>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FontTx/>
              <a:buNone/>
            </a:pPr>
            <a:r>
              <a:rPr lang="en-US" altLang="en-US" sz="1400">
                <a:solidFill>
                  <a:schemeClr val="accent1"/>
                </a:solidFill>
              </a:rPr>
              <a:t>Tin học đại cương</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Number Placeholder 5">
            <a:extLst>
              <a:ext uri="{FF2B5EF4-FFF2-40B4-BE49-F238E27FC236}">
                <a16:creationId xmlns:a16="http://schemas.microsoft.com/office/drawing/2014/main" id="{1160DCED-52FC-659D-9BE5-EE74484498DE}"/>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98343972-CA0F-4748-B4FA-EDB35538238C}" type="slidenum">
              <a:rPr lang="en-US" altLang="vi-VN" sz="1000">
                <a:latin typeface="Verdana" panose="020B0604030504040204" pitchFamily="34" charset="0"/>
              </a:rPr>
              <a:pPr algn="r" eaLnBrk="1" hangingPunct="1">
                <a:spcBef>
                  <a:spcPct val="0"/>
                </a:spcBef>
                <a:buFontTx/>
                <a:buNone/>
              </a:pPr>
              <a:t>70</a:t>
            </a:fld>
            <a:endParaRPr lang="en-US" altLang="vi-VN" sz="1000">
              <a:latin typeface="Verdana" panose="020B0604030504040204" pitchFamily="34" charset="0"/>
            </a:endParaRPr>
          </a:p>
        </p:txBody>
      </p:sp>
      <p:sp>
        <p:nvSpPr>
          <p:cNvPr id="357379" name="Rectangle 3">
            <a:extLst>
              <a:ext uri="{FF2B5EF4-FFF2-40B4-BE49-F238E27FC236}">
                <a16:creationId xmlns:a16="http://schemas.microsoft.com/office/drawing/2014/main" id="{197F6BEA-5338-8533-8D59-1E9B59340980}"/>
              </a:ext>
            </a:extLst>
          </p:cNvPr>
          <p:cNvSpPr>
            <a:spLocks noGrp="1" noChangeArrowheads="1"/>
          </p:cNvSpPr>
          <p:nvPr>
            <p:ph type="body" idx="4294967295"/>
          </p:nvPr>
        </p:nvSpPr>
        <p:spPr>
          <a:xfrm>
            <a:off x="457200" y="1600200"/>
            <a:ext cx="8229600" cy="4800600"/>
          </a:xfrm>
        </p:spPr>
        <p:txBody>
          <a:bodyPr/>
          <a:lstStyle/>
          <a:p>
            <a:pPr marL="0" indent="0" eaLnBrk="1" hangingPunct="1">
              <a:buFont typeface="Wingdings" panose="05000000000000000000" pitchFamily="2" charset="2"/>
              <a:buNone/>
            </a:pPr>
            <a:r>
              <a:rPr lang="en-US" altLang="vi-VN" sz="2800">
                <a:solidFill>
                  <a:srgbClr val="0000FF"/>
                </a:solidFill>
                <a:latin typeface="Times New Roman" panose="02020603050405020304" pitchFamily="18" charset="0"/>
              </a:rPr>
              <a:t>Hàm AVERAGE</a:t>
            </a:r>
          </a:p>
          <a:p>
            <a:pPr marL="0" indent="0" eaLnBrk="1" hangingPunct="1">
              <a:buFont typeface="Wingdings" panose="05000000000000000000" pitchFamily="2" charset="2"/>
              <a:buNone/>
            </a:pPr>
            <a:r>
              <a:rPr lang="en-US" altLang="vi-VN" sz="2800">
                <a:latin typeface="Times New Roman" panose="02020603050405020304" pitchFamily="18" charset="0"/>
              </a:rPr>
              <a:t>Cú pháp: =</a:t>
            </a:r>
            <a:r>
              <a:rPr lang="en-US" altLang="vi-VN" sz="2800" b="1">
                <a:latin typeface="Times New Roman" panose="02020603050405020304" pitchFamily="18" charset="0"/>
              </a:rPr>
              <a:t>AVERAGE(Value1, Value2,...)</a:t>
            </a:r>
            <a:endParaRPr lang="en-US" altLang="vi-VN" sz="2800">
              <a:latin typeface="Times New Roman" panose="02020603050405020304" pitchFamily="18" charset="0"/>
            </a:endParaRPr>
          </a:p>
          <a:p>
            <a:pPr marL="0" indent="0" eaLnBrk="1" hangingPunct="1">
              <a:buFont typeface="Wingdings" panose="05000000000000000000" pitchFamily="2" charset="2"/>
              <a:buNone/>
            </a:pPr>
            <a:r>
              <a:rPr lang="en-US" altLang="vi-VN" sz="2800">
                <a:latin typeface="Times New Roman" panose="02020603050405020304" pitchFamily="18" charset="0"/>
              </a:rPr>
              <a:t>Công dụng: Trả về giá trị là </a:t>
            </a:r>
            <a:r>
              <a:rPr lang="en-US" altLang="vi-VN" sz="2800" b="1">
                <a:latin typeface="Times New Roman" panose="02020603050405020304" pitchFamily="18" charset="0"/>
              </a:rPr>
              <a:t>trung bình cộng</a:t>
            </a:r>
            <a:r>
              <a:rPr lang="en-US" altLang="vi-VN" sz="2800" i="1">
                <a:latin typeface="Times New Roman" panose="02020603050405020304" pitchFamily="18" charset="0"/>
              </a:rPr>
              <a:t> </a:t>
            </a:r>
            <a:r>
              <a:rPr lang="en-US" altLang="vi-VN" sz="2800">
                <a:latin typeface="Times New Roman" panose="02020603050405020304" pitchFamily="18" charset="0"/>
              </a:rPr>
              <a:t>của các số trong danh sách tham số.</a:t>
            </a:r>
          </a:p>
          <a:p>
            <a:pPr marL="0" indent="0" eaLnBrk="1" hangingPunct="1">
              <a:buFont typeface="Wingdings" panose="05000000000000000000" pitchFamily="2" charset="2"/>
              <a:buNone/>
            </a:pPr>
            <a:r>
              <a:rPr lang="en-US" altLang="vi-VN" sz="2800">
                <a:solidFill>
                  <a:srgbClr val="0000FF"/>
                </a:solidFill>
                <a:latin typeface="Times New Roman" panose="02020603050405020304" pitchFamily="18" charset="0"/>
              </a:rPr>
              <a:t>Ví dụ 1</a:t>
            </a:r>
            <a:r>
              <a:rPr lang="en-US" altLang="vi-VN" sz="2800">
                <a:latin typeface="Times New Roman" panose="02020603050405020304" pitchFamily="18" charset="0"/>
              </a:rPr>
              <a:t>: =AVERAGE(1, 2, 3, 5) kết quả là 2.75.</a:t>
            </a:r>
          </a:p>
        </p:txBody>
      </p:sp>
      <p:sp>
        <p:nvSpPr>
          <p:cNvPr id="87044" name="Rectangle 2">
            <a:extLst>
              <a:ext uri="{FF2B5EF4-FFF2-40B4-BE49-F238E27FC236}">
                <a16:creationId xmlns:a16="http://schemas.microsoft.com/office/drawing/2014/main" id="{1E7812B0-03C1-213B-1209-2BFB0DB790F7}"/>
              </a:ext>
            </a:extLst>
          </p:cNvPr>
          <p:cNvSpPr>
            <a:spLocks noChangeArrowheads="1"/>
          </p:cNvSpPr>
          <p:nvPr/>
        </p:nvSpPr>
        <p:spPr bwMode="gray">
          <a:xfrm>
            <a:off x="1447800" y="228600"/>
            <a:ext cx="6858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vi-VN" sz="3600" b="1">
                <a:solidFill>
                  <a:srgbClr val="FF0000"/>
                </a:solidFill>
                <a:latin typeface="Times New Roman" panose="02020603050405020304" pitchFamily="18" charset="0"/>
              </a:rPr>
              <a:t>5. Các hàm thống kê</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357379">
                                            <p:txEl>
                                              <p:pRg st="0" end="0"/>
                                            </p:txEl>
                                          </p:spTgt>
                                        </p:tgtEl>
                                        <p:attrNameLst>
                                          <p:attrName>style.visibility</p:attrName>
                                        </p:attrNameLst>
                                      </p:cBhvr>
                                      <p:to>
                                        <p:strVal val="visible"/>
                                      </p:to>
                                    </p:set>
                                    <p:animEffect transition="in" filter="wheel(4)">
                                      <p:cBhvr>
                                        <p:cTn id="7" dur="2000"/>
                                        <p:tgtEl>
                                          <p:spTgt spid="3573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1" presetClass="entr" presetSubtype="4" fill="hold" nodeType="clickEffect">
                                  <p:stCondLst>
                                    <p:cond delay="0"/>
                                  </p:stCondLst>
                                  <p:childTnLst>
                                    <p:set>
                                      <p:cBhvr>
                                        <p:cTn id="11" dur="1" fill="hold">
                                          <p:stCondLst>
                                            <p:cond delay="0"/>
                                          </p:stCondLst>
                                        </p:cTn>
                                        <p:tgtEl>
                                          <p:spTgt spid="357379">
                                            <p:txEl>
                                              <p:pRg st="1" end="1"/>
                                            </p:txEl>
                                          </p:spTgt>
                                        </p:tgtEl>
                                        <p:attrNameLst>
                                          <p:attrName>style.visibility</p:attrName>
                                        </p:attrNameLst>
                                      </p:cBhvr>
                                      <p:to>
                                        <p:strVal val="visible"/>
                                      </p:to>
                                    </p:set>
                                    <p:animEffect transition="in" filter="wheel(4)">
                                      <p:cBhvr>
                                        <p:cTn id="12" dur="2000"/>
                                        <p:tgtEl>
                                          <p:spTgt spid="357379">
                                            <p:txEl>
                                              <p:pRg st="1" end="1"/>
                                            </p:txEl>
                                          </p:spTgt>
                                        </p:tgtEl>
                                      </p:cBhvr>
                                    </p:animEffect>
                                  </p:childTnLst>
                                </p:cTn>
                              </p:par>
                              <p:par>
                                <p:cTn id="13" presetID="21" presetClass="entr" presetSubtype="4" fill="hold" nodeType="withEffect">
                                  <p:stCondLst>
                                    <p:cond delay="0"/>
                                  </p:stCondLst>
                                  <p:childTnLst>
                                    <p:set>
                                      <p:cBhvr>
                                        <p:cTn id="14" dur="1" fill="hold">
                                          <p:stCondLst>
                                            <p:cond delay="0"/>
                                          </p:stCondLst>
                                        </p:cTn>
                                        <p:tgtEl>
                                          <p:spTgt spid="357379">
                                            <p:txEl>
                                              <p:pRg st="2" end="2"/>
                                            </p:txEl>
                                          </p:spTgt>
                                        </p:tgtEl>
                                        <p:attrNameLst>
                                          <p:attrName>style.visibility</p:attrName>
                                        </p:attrNameLst>
                                      </p:cBhvr>
                                      <p:to>
                                        <p:strVal val="visible"/>
                                      </p:to>
                                    </p:set>
                                    <p:animEffect transition="in" filter="wheel(4)">
                                      <p:cBhvr>
                                        <p:cTn id="15" dur="2000"/>
                                        <p:tgtEl>
                                          <p:spTgt spid="357379">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1" presetClass="entr" presetSubtype="4" fill="hold" nodeType="clickEffect">
                                  <p:stCondLst>
                                    <p:cond delay="0"/>
                                  </p:stCondLst>
                                  <p:childTnLst>
                                    <p:set>
                                      <p:cBhvr>
                                        <p:cTn id="19" dur="1" fill="hold">
                                          <p:stCondLst>
                                            <p:cond delay="0"/>
                                          </p:stCondLst>
                                        </p:cTn>
                                        <p:tgtEl>
                                          <p:spTgt spid="357379">
                                            <p:txEl>
                                              <p:pRg st="3" end="3"/>
                                            </p:txEl>
                                          </p:spTgt>
                                        </p:tgtEl>
                                        <p:attrNameLst>
                                          <p:attrName>style.visibility</p:attrName>
                                        </p:attrNameLst>
                                      </p:cBhvr>
                                      <p:to>
                                        <p:strVal val="visible"/>
                                      </p:to>
                                    </p:set>
                                    <p:animEffect transition="in" filter="wheel(4)">
                                      <p:cBhvr>
                                        <p:cTn id="20" dur="2000"/>
                                        <p:tgtEl>
                                          <p:spTgt spid="35737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Number Placeholder 5">
            <a:extLst>
              <a:ext uri="{FF2B5EF4-FFF2-40B4-BE49-F238E27FC236}">
                <a16:creationId xmlns:a16="http://schemas.microsoft.com/office/drawing/2014/main" id="{61CE7364-9137-48BD-01BC-673E6F5D65C9}"/>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8B180E74-AF5E-4098-9774-B76841CF1832}" type="slidenum">
              <a:rPr lang="en-US" altLang="vi-VN" sz="1000">
                <a:latin typeface="Verdana" panose="020B0604030504040204" pitchFamily="34" charset="0"/>
              </a:rPr>
              <a:pPr algn="r" eaLnBrk="1" hangingPunct="1">
                <a:spcBef>
                  <a:spcPct val="0"/>
                </a:spcBef>
                <a:buFontTx/>
                <a:buNone/>
              </a:pPr>
              <a:t>71</a:t>
            </a:fld>
            <a:endParaRPr lang="en-US" altLang="vi-VN" sz="1000">
              <a:latin typeface="Verdana" panose="020B0604030504040204" pitchFamily="34" charset="0"/>
            </a:endParaRPr>
          </a:p>
        </p:txBody>
      </p:sp>
      <p:sp>
        <p:nvSpPr>
          <p:cNvPr id="401411" name="Rectangle 3">
            <a:extLst>
              <a:ext uri="{FF2B5EF4-FFF2-40B4-BE49-F238E27FC236}">
                <a16:creationId xmlns:a16="http://schemas.microsoft.com/office/drawing/2014/main" id="{85A64B1A-38A9-9560-44A3-6AA13FB17843}"/>
              </a:ext>
            </a:extLst>
          </p:cNvPr>
          <p:cNvSpPr>
            <a:spLocks noGrp="1" noChangeArrowheads="1"/>
          </p:cNvSpPr>
          <p:nvPr>
            <p:ph type="body" idx="4294967295"/>
          </p:nvPr>
        </p:nvSpPr>
        <p:spPr>
          <a:xfrm>
            <a:off x="304800" y="1143000"/>
            <a:ext cx="8458200" cy="4530725"/>
          </a:xfrm>
        </p:spPr>
        <p:txBody>
          <a:bodyPr/>
          <a:lstStyle/>
          <a:p>
            <a:pPr marL="0" indent="0" eaLnBrk="1" hangingPunct="1">
              <a:buFont typeface="Wingdings" panose="05000000000000000000" pitchFamily="2" charset="2"/>
              <a:buNone/>
            </a:pPr>
            <a:endParaRPr lang="en-US" altLang="vi-VN" sz="3600" b="1">
              <a:solidFill>
                <a:srgbClr val="FF0000"/>
              </a:solidFill>
            </a:endParaRPr>
          </a:p>
          <a:p>
            <a:pPr marL="0" indent="0" algn="just" eaLnBrk="1" hangingPunct="1">
              <a:buFont typeface="Wingdings" panose="05000000000000000000" pitchFamily="2" charset="2"/>
              <a:buNone/>
            </a:pPr>
            <a:r>
              <a:rPr lang="en-US" altLang="vi-VN">
                <a:solidFill>
                  <a:srgbClr val="0000FF"/>
                </a:solidFill>
                <a:latin typeface="Times New Roman" panose="02020603050405020304" pitchFamily="18" charset="0"/>
              </a:rPr>
              <a:t>Hàm SUMIF</a:t>
            </a:r>
          </a:p>
          <a:p>
            <a:pPr marL="0" indent="0" algn="just" eaLnBrk="1" hangingPunct="1">
              <a:buFont typeface="Wingdings" panose="05000000000000000000" pitchFamily="2" charset="2"/>
              <a:buNone/>
            </a:pPr>
            <a:r>
              <a:rPr lang="en-US" altLang="vi-VN">
                <a:latin typeface="Times New Roman" panose="02020603050405020304" pitchFamily="18" charset="0"/>
              </a:rPr>
              <a:t>Cú pháp:=</a:t>
            </a:r>
            <a:r>
              <a:rPr lang="en-US" altLang="vi-VN" b="1">
                <a:latin typeface="Times New Roman" panose="02020603050405020304" pitchFamily="18" charset="0"/>
              </a:rPr>
              <a:t>SUMIF(vùng chứa điều kiện, điều kiện, vùng cần tính tổng)</a:t>
            </a:r>
            <a:endParaRPr lang="en-US" altLang="vi-VN">
              <a:latin typeface="Times New Roman" panose="02020603050405020304" pitchFamily="18" charset="0"/>
            </a:endParaRPr>
          </a:p>
          <a:p>
            <a:pPr marL="0" indent="0" algn="just" eaLnBrk="1" hangingPunct="1">
              <a:buFont typeface="Wingdings" panose="05000000000000000000" pitchFamily="2" charset="2"/>
              <a:buNone/>
            </a:pPr>
            <a:r>
              <a:rPr lang="en-US" altLang="vi-VN">
                <a:latin typeface="Times New Roman" panose="02020603050405020304" pitchFamily="18" charset="0"/>
              </a:rPr>
              <a:t>Công dụng: Trả về giá trị là </a:t>
            </a:r>
            <a:r>
              <a:rPr lang="en-US" altLang="vi-VN" b="1">
                <a:latin typeface="Times New Roman" panose="02020603050405020304" pitchFamily="18" charset="0"/>
              </a:rPr>
              <a:t>tổng</a:t>
            </a:r>
            <a:r>
              <a:rPr lang="en-US" altLang="vi-VN">
                <a:latin typeface="Times New Roman" panose="02020603050405020304" pitchFamily="18" charset="0"/>
              </a:rPr>
              <a:t> của những phần tử được chọn của </a:t>
            </a:r>
            <a:r>
              <a:rPr lang="en-US" altLang="vi-VN" b="1">
                <a:latin typeface="Times New Roman" panose="02020603050405020304" pitchFamily="18" charset="0"/>
              </a:rPr>
              <a:t>vùng cần tính tổng</a:t>
            </a:r>
            <a:endParaRPr lang="en-US" altLang="vi-VN">
              <a:latin typeface="Times New Roman" panose="02020603050405020304" pitchFamily="18" charset="0"/>
            </a:endParaRPr>
          </a:p>
        </p:txBody>
      </p:sp>
      <p:sp>
        <p:nvSpPr>
          <p:cNvPr id="88068" name="Rectangle 2">
            <a:extLst>
              <a:ext uri="{FF2B5EF4-FFF2-40B4-BE49-F238E27FC236}">
                <a16:creationId xmlns:a16="http://schemas.microsoft.com/office/drawing/2014/main" id="{DF3F1BDA-5851-1C13-8400-FD3D882FD7DD}"/>
              </a:ext>
            </a:extLst>
          </p:cNvPr>
          <p:cNvSpPr>
            <a:spLocks noChangeArrowheads="1"/>
          </p:cNvSpPr>
          <p:nvPr/>
        </p:nvSpPr>
        <p:spPr bwMode="gray">
          <a:xfrm>
            <a:off x="1447800" y="228600"/>
            <a:ext cx="6858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vi-VN" sz="3600" b="1">
                <a:solidFill>
                  <a:srgbClr val="FF0000"/>
                </a:solidFill>
                <a:latin typeface="Times New Roman" panose="02020603050405020304" pitchFamily="18" charset="0"/>
              </a:rPr>
              <a:t>5. Các hàm thống kê</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401411">
                                            <p:txEl>
                                              <p:pRg st="1" end="1"/>
                                            </p:txEl>
                                          </p:spTgt>
                                        </p:tgtEl>
                                        <p:attrNameLst>
                                          <p:attrName>style.visibility</p:attrName>
                                        </p:attrNameLst>
                                      </p:cBhvr>
                                      <p:to>
                                        <p:strVal val="visible"/>
                                      </p:to>
                                    </p:set>
                                    <p:animEffect transition="in" filter="wheel(4)">
                                      <p:cBhvr>
                                        <p:cTn id="7" dur="2000"/>
                                        <p:tgtEl>
                                          <p:spTgt spid="40141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1" presetClass="entr" presetSubtype="4" fill="hold" nodeType="clickEffect">
                                  <p:stCondLst>
                                    <p:cond delay="0"/>
                                  </p:stCondLst>
                                  <p:childTnLst>
                                    <p:set>
                                      <p:cBhvr>
                                        <p:cTn id="11" dur="1" fill="hold">
                                          <p:stCondLst>
                                            <p:cond delay="0"/>
                                          </p:stCondLst>
                                        </p:cTn>
                                        <p:tgtEl>
                                          <p:spTgt spid="401411">
                                            <p:txEl>
                                              <p:pRg st="2" end="2"/>
                                            </p:txEl>
                                          </p:spTgt>
                                        </p:tgtEl>
                                        <p:attrNameLst>
                                          <p:attrName>style.visibility</p:attrName>
                                        </p:attrNameLst>
                                      </p:cBhvr>
                                      <p:to>
                                        <p:strVal val="visible"/>
                                      </p:to>
                                    </p:set>
                                    <p:animEffect transition="in" filter="wheel(4)">
                                      <p:cBhvr>
                                        <p:cTn id="12" dur="2000"/>
                                        <p:tgtEl>
                                          <p:spTgt spid="401411">
                                            <p:txEl>
                                              <p:pRg st="2" end="2"/>
                                            </p:txEl>
                                          </p:spTgt>
                                        </p:tgtEl>
                                      </p:cBhvr>
                                    </p:animEffect>
                                  </p:childTnLst>
                                </p:cTn>
                              </p:par>
                              <p:par>
                                <p:cTn id="13" presetID="21" presetClass="entr" presetSubtype="4" fill="hold" nodeType="withEffect">
                                  <p:stCondLst>
                                    <p:cond delay="0"/>
                                  </p:stCondLst>
                                  <p:childTnLst>
                                    <p:set>
                                      <p:cBhvr>
                                        <p:cTn id="14" dur="1" fill="hold">
                                          <p:stCondLst>
                                            <p:cond delay="0"/>
                                          </p:stCondLst>
                                        </p:cTn>
                                        <p:tgtEl>
                                          <p:spTgt spid="401411">
                                            <p:txEl>
                                              <p:pRg st="3" end="3"/>
                                            </p:txEl>
                                          </p:spTgt>
                                        </p:tgtEl>
                                        <p:attrNameLst>
                                          <p:attrName>style.visibility</p:attrName>
                                        </p:attrNameLst>
                                      </p:cBhvr>
                                      <p:to>
                                        <p:strVal val="visible"/>
                                      </p:to>
                                    </p:set>
                                    <p:animEffect transition="in" filter="wheel(4)">
                                      <p:cBhvr>
                                        <p:cTn id="15" dur="2000"/>
                                        <p:tgtEl>
                                          <p:spTgt spid="4014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Number Placeholder 5">
            <a:extLst>
              <a:ext uri="{FF2B5EF4-FFF2-40B4-BE49-F238E27FC236}">
                <a16:creationId xmlns:a16="http://schemas.microsoft.com/office/drawing/2014/main" id="{5AFCED69-FDA4-7E64-BF66-57786CEB503E}"/>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28D02567-67E8-49C5-9C29-3E8117D3DA6C}" type="slidenum">
              <a:rPr lang="en-US" altLang="vi-VN" sz="1000">
                <a:latin typeface="Verdana" panose="020B0604030504040204" pitchFamily="34" charset="0"/>
              </a:rPr>
              <a:pPr algn="r" eaLnBrk="1" hangingPunct="1">
                <a:spcBef>
                  <a:spcPct val="0"/>
                </a:spcBef>
                <a:buFontTx/>
                <a:buNone/>
              </a:pPr>
              <a:t>72</a:t>
            </a:fld>
            <a:endParaRPr lang="en-US" altLang="vi-VN" sz="1000">
              <a:latin typeface="Verdana" panose="020B0604030504040204" pitchFamily="34" charset="0"/>
            </a:endParaRPr>
          </a:p>
        </p:txBody>
      </p:sp>
      <p:sp>
        <p:nvSpPr>
          <p:cNvPr id="358403" name="Rectangle 3">
            <a:extLst>
              <a:ext uri="{FF2B5EF4-FFF2-40B4-BE49-F238E27FC236}">
                <a16:creationId xmlns:a16="http://schemas.microsoft.com/office/drawing/2014/main" id="{819E9EC4-21D5-E054-9DAD-5FDB1B34BCE8}"/>
              </a:ext>
            </a:extLst>
          </p:cNvPr>
          <p:cNvSpPr>
            <a:spLocks noGrp="1" noChangeArrowheads="1"/>
          </p:cNvSpPr>
          <p:nvPr>
            <p:ph type="body" idx="4294967295"/>
          </p:nvPr>
        </p:nvSpPr>
        <p:spPr>
          <a:xfrm>
            <a:off x="228600" y="1295400"/>
            <a:ext cx="8686800" cy="4495800"/>
          </a:xfrm>
        </p:spPr>
        <p:txBody>
          <a:bodyPr/>
          <a:lstStyle/>
          <a:p>
            <a:pPr marL="0" indent="0" eaLnBrk="1" hangingPunct="1">
              <a:buFont typeface="Wingdings" panose="05000000000000000000" pitchFamily="2" charset="2"/>
              <a:buNone/>
            </a:pPr>
            <a:endParaRPr lang="en-US" altLang="vi-VN" sz="2800">
              <a:latin typeface="Times New Roman" panose="02020603050405020304" pitchFamily="18" charset="0"/>
            </a:endParaRPr>
          </a:p>
          <a:p>
            <a:pPr marL="0" indent="0" eaLnBrk="1" hangingPunct="1">
              <a:buFont typeface="Wingdings" panose="05000000000000000000" pitchFamily="2" charset="2"/>
              <a:buNone/>
            </a:pPr>
            <a:r>
              <a:rPr lang="en-US" altLang="vi-VN" sz="2800">
                <a:solidFill>
                  <a:srgbClr val="0000FF"/>
                </a:solidFill>
                <a:latin typeface="Times New Roman" panose="02020603050405020304" pitchFamily="18" charset="0"/>
              </a:rPr>
              <a:t>Hàm SUM</a:t>
            </a:r>
          </a:p>
          <a:p>
            <a:pPr marL="0" indent="0" eaLnBrk="1" hangingPunct="1">
              <a:buFont typeface="Wingdings" panose="05000000000000000000" pitchFamily="2" charset="2"/>
              <a:buNone/>
            </a:pPr>
            <a:r>
              <a:rPr lang="en-US" altLang="vi-VN" sz="2800">
                <a:latin typeface="Times New Roman" panose="02020603050405020304" pitchFamily="18" charset="0"/>
              </a:rPr>
              <a:t>Cú pháp: =</a:t>
            </a:r>
            <a:r>
              <a:rPr lang="en-US" altLang="vi-VN" sz="2800" b="1">
                <a:latin typeface="Times New Roman" panose="02020603050405020304" pitchFamily="18" charset="0"/>
              </a:rPr>
              <a:t>SUM</a:t>
            </a:r>
            <a:r>
              <a:rPr lang="en-US" altLang="vi-VN" sz="2800">
                <a:latin typeface="Times New Roman" panose="02020603050405020304" pitchFamily="18" charset="0"/>
              </a:rPr>
              <a:t>(</a:t>
            </a:r>
            <a:r>
              <a:rPr lang="en-US" altLang="vi-VN" sz="2800" b="1">
                <a:latin typeface="Times New Roman" panose="02020603050405020304" pitchFamily="18" charset="0"/>
              </a:rPr>
              <a:t>Value1, Value2,...)</a:t>
            </a:r>
            <a:endParaRPr lang="en-US" altLang="vi-VN" sz="2800">
              <a:latin typeface="Times New Roman" panose="02020603050405020304" pitchFamily="18" charset="0"/>
            </a:endParaRPr>
          </a:p>
          <a:p>
            <a:pPr marL="0" indent="0" eaLnBrk="1" hangingPunct="1">
              <a:buFont typeface="Wingdings" panose="05000000000000000000" pitchFamily="2" charset="2"/>
              <a:buNone/>
            </a:pPr>
            <a:r>
              <a:rPr lang="en-US" altLang="vi-VN" sz="2800">
                <a:latin typeface="Times New Roman" panose="02020603050405020304" pitchFamily="18" charset="0"/>
              </a:rPr>
              <a:t>Công dụng: Trả về giá trị là </a:t>
            </a:r>
            <a:r>
              <a:rPr lang="en-US" altLang="vi-VN" sz="2800" b="1">
                <a:latin typeface="Times New Roman" panose="02020603050405020304" pitchFamily="18" charset="0"/>
              </a:rPr>
              <a:t>Tổng các giá  trị </a:t>
            </a:r>
            <a:r>
              <a:rPr lang="en-US" altLang="vi-VN" sz="2800">
                <a:latin typeface="Times New Roman" panose="02020603050405020304" pitchFamily="18" charset="0"/>
              </a:rPr>
              <a:t>trong danh sách tham số</a:t>
            </a:r>
            <a:r>
              <a:rPr lang="en-US" altLang="vi-VN" sz="2800" b="1">
                <a:latin typeface="Times New Roman" panose="02020603050405020304" pitchFamily="18" charset="0"/>
              </a:rPr>
              <a:t>.</a:t>
            </a:r>
            <a:endParaRPr lang="en-US" altLang="vi-VN" sz="2800">
              <a:latin typeface="Times New Roman" panose="02020603050405020304" pitchFamily="18" charset="0"/>
            </a:endParaRPr>
          </a:p>
          <a:p>
            <a:pPr marL="0" indent="0" eaLnBrk="1" hangingPunct="1">
              <a:buFont typeface="Wingdings" panose="05000000000000000000" pitchFamily="2" charset="2"/>
              <a:buNone/>
            </a:pPr>
            <a:r>
              <a:rPr lang="en-US" altLang="vi-VN" sz="2800">
                <a:solidFill>
                  <a:srgbClr val="0000FF"/>
                </a:solidFill>
                <a:latin typeface="Times New Roman" panose="02020603050405020304" pitchFamily="18" charset="0"/>
              </a:rPr>
              <a:t>Ví dụ 1</a:t>
            </a:r>
            <a:r>
              <a:rPr lang="en-US" altLang="vi-VN" sz="2800">
                <a:latin typeface="Times New Roman" panose="02020603050405020304" pitchFamily="18" charset="0"/>
              </a:rPr>
              <a:t>: =SUM(4,5,6,7) kết quả là 22</a:t>
            </a:r>
          </a:p>
        </p:txBody>
      </p:sp>
      <p:sp>
        <p:nvSpPr>
          <p:cNvPr id="89092" name="Rectangle 2">
            <a:extLst>
              <a:ext uri="{FF2B5EF4-FFF2-40B4-BE49-F238E27FC236}">
                <a16:creationId xmlns:a16="http://schemas.microsoft.com/office/drawing/2014/main" id="{9A69C2FE-6A22-642F-BC6C-5814CCBDDE81}"/>
              </a:ext>
            </a:extLst>
          </p:cNvPr>
          <p:cNvSpPr>
            <a:spLocks noChangeArrowheads="1"/>
          </p:cNvSpPr>
          <p:nvPr/>
        </p:nvSpPr>
        <p:spPr bwMode="gray">
          <a:xfrm>
            <a:off x="1447800" y="228600"/>
            <a:ext cx="6858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vi-VN" sz="3600" b="1">
                <a:solidFill>
                  <a:srgbClr val="FF0000"/>
                </a:solidFill>
                <a:latin typeface="Times New Roman" panose="02020603050405020304" pitchFamily="18" charset="0"/>
              </a:rPr>
              <a:t>5. Các hàm thống kê</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358403">
                                            <p:txEl>
                                              <p:pRg st="1" end="1"/>
                                            </p:txEl>
                                          </p:spTgt>
                                        </p:tgtEl>
                                        <p:attrNameLst>
                                          <p:attrName>style.visibility</p:attrName>
                                        </p:attrNameLst>
                                      </p:cBhvr>
                                      <p:to>
                                        <p:strVal val="visible"/>
                                      </p:to>
                                    </p:set>
                                    <p:animEffect transition="in" filter="wheel(4)">
                                      <p:cBhvr>
                                        <p:cTn id="7" dur="2000"/>
                                        <p:tgtEl>
                                          <p:spTgt spid="35840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1" presetClass="entr" presetSubtype="4" fill="hold" nodeType="clickEffect">
                                  <p:stCondLst>
                                    <p:cond delay="0"/>
                                  </p:stCondLst>
                                  <p:childTnLst>
                                    <p:set>
                                      <p:cBhvr>
                                        <p:cTn id="11" dur="1" fill="hold">
                                          <p:stCondLst>
                                            <p:cond delay="0"/>
                                          </p:stCondLst>
                                        </p:cTn>
                                        <p:tgtEl>
                                          <p:spTgt spid="358403">
                                            <p:txEl>
                                              <p:pRg st="2" end="2"/>
                                            </p:txEl>
                                          </p:spTgt>
                                        </p:tgtEl>
                                        <p:attrNameLst>
                                          <p:attrName>style.visibility</p:attrName>
                                        </p:attrNameLst>
                                      </p:cBhvr>
                                      <p:to>
                                        <p:strVal val="visible"/>
                                      </p:to>
                                    </p:set>
                                    <p:animEffect transition="in" filter="wheel(4)">
                                      <p:cBhvr>
                                        <p:cTn id="12" dur="2000"/>
                                        <p:tgtEl>
                                          <p:spTgt spid="358403">
                                            <p:txEl>
                                              <p:pRg st="2" end="2"/>
                                            </p:txEl>
                                          </p:spTgt>
                                        </p:tgtEl>
                                      </p:cBhvr>
                                    </p:animEffect>
                                  </p:childTnLst>
                                </p:cTn>
                              </p:par>
                              <p:par>
                                <p:cTn id="13" presetID="21" presetClass="entr" presetSubtype="4" fill="hold" nodeType="withEffect">
                                  <p:stCondLst>
                                    <p:cond delay="0"/>
                                  </p:stCondLst>
                                  <p:childTnLst>
                                    <p:set>
                                      <p:cBhvr>
                                        <p:cTn id="14" dur="1" fill="hold">
                                          <p:stCondLst>
                                            <p:cond delay="0"/>
                                          </p:stCondLst>
                                        </p:cTn>
                                        <p:tgtEl>
                                          <p:spTgt spid="358403">
                                            <p:txEl>
                                              <p:pRg st="3" end="3"/>
                                            </p:txEl>
                                          </p:spTgt>
                                        </p:tgtEl>
                                        <p:attrNameLst>
                                          <p:attrName>style.visibility</p:attrName>
                                        </p:attrNameLst>
                                      </p:cBhvr>
                                      <p:to>
                                        <p:strVal val="visible"/>
                                      </p:to>
                                    </p:set>
                                    <p:animEffect transition="in" filter="wheel(4)">
                                      <p:cBhvr>
                                        <p:cTn id="15" dur="2000"/>
                                        <p:tgtEl>
                                          <p:spTgt spid="358403">
                                            <p:txEl>
                                              <p:pRg st="3" end="3"/>
                                            </p:txEl>
                                          </p:spTgt>
                                        </p:tgtEl>
                                      </p:cBhvr>
                                    </p:animEffect>
                                  </p:childTnLst>
                                </p:cTn>
                              </p:par>
                              <p:par>
                                <p:cTn id="16" presetID="21" presetClass="entr" presetSubtype="4" fill="hold" nodeType="withEffect">
                                  <p:stCondLst>
                                    <p:cond delay="0"/>
                                  </p:stCondLst>
                                  <p:childTnLst>
                                    <p:set>
                                      <p:cBhvr>
                                        <p:cTn id="17" dur="1" fill="hold">
                                          <p:stCondLst>
                                            <p:cond delay="0"/>
                                          </p:stCondLst>
                                        </p:cTn>
                                        <p:tgtEl>
                                          <p:spTgt spid="358403">
                                            <p:txEl>
                                              <p:pRg st="4" end="4"/>
                                            </p:txEl>
                                          </p:spTgt>
                                        </p:tgtEl>
                                        <p:attrNameLst>
                                          <p:attrName>style.visibility</p:attrName>
                                        </p:attrNameLst>
                                      </p:cBhvr>
                                      <p:to>
                                        <p:strVal val="visible"/>
                                      </p:to>
                                    </p:set>
                                    <p:animEffect transition="in" filter="wheel(4)">
                                      <p:cBhvr>
                                        <p:cTn id="18" dur="2000"/>
                                        <p:tgtEl>
                                          <p:spTgt spid="3584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Number Placeholder 5">
            <a:extLst>
              <a:ext uri="{FF2B5EF4-FFF2-40B4-BE49-F238E27FC236}">
                <a16:creationId xmlns:a16="http://schemas.microsoft.com/office/drawing/2014/main" id="{0DA05638-1BA3-85CC-0CF9-2616B1879A80}"/>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5AEE7FB6-00D6-4F19-B51F-53C4050D9F63}" type="slidenum">
              <a:rPr lang="en-US" altLang="vi-VN" sz="1000">
                <a:latin typeface="Verdana" panose="020B0604030504040204" pitchFamily="34" charset="0"/>
              </a:rPr>
              <a:pPr algn="r" eaLnBrk="1" hangingPunct="1">
                <a:spcBef>
                  <a:spcPct val="0"/>
                </a:spcBef>
                <a:buFontTx/>
                <a:buNone/>
              </a:pPr>
              <a:t>73</a:t>
            </a:fld>
            <a:endParaRPr lang="en-US" altLang="vi-VN" sz="1000">
              <a:latin typeface="Verdana" panose="020B0604030504040204" pitchFamily="34" charset="0"/>
            </a:endParaRPr>
          </a:p>
        </p:txBody>
      </p:sp>
      <p:sp>
        <p:nvSpPr>
          <p:cNvPr id="360451" name="Rectangle 3">
            <a:extLst>
              <a:ext uri="{FF2B5EF4-FFF2-40B4-BE49-F238E27FC236}">
                <a16:creationId xmlns:a16="http://schemas.microsoft.com/office/drawing/2014/main" id="{AE14D0B8-3E28-5E45-E289-F6ED67659BF0}"/>
              </a:ext>
            </a:extLst>
          </p:cNvPr>
          <p:cNvSpPr>
            <a:spLocks noGrp="1" noChangeArrowheads="1"/>
          </p:cNvSpPr>
          <p:nvPr>
            <p:ph type="body" idx="4294967295"/>
          </p:nvPr>
        </p:nvSpPr>
        <p:spPr>
          <a:xfrm>
            <a:off x="381000" y="1676400"/>
            <a:ext cx="8763000" cy="3886200"/>
          </a:xfrm>
        </p:spPr>
        <p:txBody>
          <a:bodyPr/>
          <a:lstStyle/>
          <a:p>
            <a:pPr algn="thaiDist" eaLnBrk="1" hangingPunct="1">
              <a:buFont typeface="Wingdings" panose="05000000000000000000" pitchFamily="2" charset="2"/>
              <a:buNone/>
            </a:pPr>
            <a:r>
              <a:rPr lang="en-US" altLang="vi-VN" sz="2800"/>
              <a:t>Cú pháp: </a:t>
            </a:r>
            <a:r>
              <a:rPr lang="en-US" altLang="vi-VN" sz="2800" b="1"/>
              <a:t>=RANK(giá trị cần xếp hạng, vùng</a:t>
            </a:r>
          </a:p>
          <a:p>
            <a:pPr algn="thaiDist" eaLnBrk="1" hangingPunct="1">
              <a:buFont typeface="Wingdings" panose="05000000000000000000" pitchFamily="2" charset="2"/>
              <a:buNone/>
            </a:pPr>
            <a:r>
              <a:rPr lang="en-US" altLang="vi-VN" sz="2800" b="1"/>
              <a:t>xếp hạng, n)</a:t>
            </a:r>
            <a:endParaRPr lang="en-US" altLang="vi-VN" sz="2800"/>
          </a:p>
          <a:p>
            <a:pPr algn="just" eaLnBrk="1" hangingPunct="1">
              <a:buFont typeface="Wingdings" panose="05000000000000000000" pitchFamily="2" charset="2"/>
              <a:buNone/>
            </a:pPr>
            <a:r>
              <a:rPr lang="en-US" altLang="vi-VN" sz="2800"/>
              <a:t>CD: Trả về giá trị cần xếp hạng trong vùng xếp hạng.</a:t>
            </a:r>
          </a:p>
          <a:p>
            <a:pPr algn="just" eaLnBrk="1" hangingPunct="1">
              <a:buFont typeface="Wingdings" panose="05000000000000000000" pitchFamily="2" charset="2"/>
              <a:buNone/>
            </a:pPr>
            <a:r>
              <a:rPr lang="en-US" altLang="vi-VN" sz="2800"/>
              <a:t>Trong đó n là tham số qui định cách xếp hạng:</a:t>
            </a:r>
          </a:p>
          <a:p>
            <a:pPr algn="just" eaLnBrk="1" hangingPunct="1">
              <a:buFont typeface="Wingdings" panose="05000000000000000000" pitchFamily="2" charset="2"/>
              <a:buNone/>
            </a:pPr>
            <a:r>
              <a:rPr lang="en-US" altLang="vi-VN" sz="2800"/>
              <a:t>Nếu </a:t>
            </a:r>
            <a:r>
              <a:rPr lang="en-US" altLang="vi-VN" sz="2800" b="1"/>
              <a:t>n = 0 </a:t>
            </a:r>
            <a:r>
              <a:rPr lang="en-US" altLang="vi-VN" sz="2800"/>
              <a:t>(hoặc không có tham số này) thì kết quả</a:t>
            </a:r>
          </a:p>
          <a:p>
            <a:pPr algn="just" eaLnBrk="1" hangingPunct="1">
              <a:buFont typeface="Wingdings" panose="05000000000000000000" pitchFamily="2" charset="2"/>
              <a:buNone/>
            </a:pPr>
            <a:r>
              <a:rPr lang="en-US" altLang="vi-VN" sz="2800"/>
              <a:t>sắp xếp theo kiểu lớn đứng trước nhỏ đứng sau.</a:t>
            </a:r>
          </a:p>
          <a:p>
            <a:pPr eaLnBrk="1" hangingPunct="1">
              <a:buFont typeface="Wingdings" panose="05000000000000000000" pitchFamily="2" charset="2"/>
              <a:buNone/>
            </a:pPr>
            <a:endParaRPr lang="en-US" altLang="vi-VN" sz="2800"/>
          </a:p>
        </p:txBody>
      </p:sp>
      <p:sp>
        <p:nvSpPr>
          <p:cNvPr id="1108997" name="Rectangle 5">
            <a:extLst>
              <a:ext uri="{FF2B5EF4-FFF2-40B4-BE49-F238E27FC236}">
                <a16:creationId xmlns:a16="http://schemas.microsoft.com/office/drawing/2014/main" id="{FD4B8EB1-0CAE-6AC4-6E08-5423775A4B83}"/>
              </a:ext>
            </a:extLst>
          </p:cNvPr>
          <p:cNvSpPr>
            <a:spLocks noChangeArrowheads="1"/>
          </p:cNvSpPr>
          <p:nvPr/>
        </p:nvSpPr>
        <p:spPr bwMode="auto">
          <a:xfrm>
            <a:off x="1219200" y="228600"/>
            <a:ext cx="6858000" cy="519113"/>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ctr" eaLnBrk="1" hangingPunct="1">
              <a:spcBef>
                <a:spcPct val="20000"/>
              </a:spcBef>
              <a:buFont typeface="Wingdings" panose="05000000000000000000" pitchFamily="2" charset="2"/>
              <a:buNone/>
              <a:defRPr/>
            </a:pPr>
            <a:r>
              <a:rPr lang="en-US" altLang="vi-VN" sz="2800" b="1">
                <a:solidFill>
                  <a:srgbClr val="FF0000"/>
                </a:solidFill>
              </a:rPr>
              <a:t>6. Hàm xếp thứ hạng</a:t>
            </a:r>
            <a:r>
              <a:rPr lang="en-US" altLang="vi-VN"/>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360451">
                                            <p:txEl>
                                              <p:pRg st="0" end="0"/>
                                            </p:txEl>
                                          </p:spTgt>
                                        </p:tgtEl>
                                        <p:attrNameLst>
                                          <p:attrName>style.visibility</p:attrName>
                                        </p:attrNameLst>
                                      </p:cBhvr>
                                      <p:to>
                                        <p:strVal val="visible"/>
                                      </p:to>
                                    </p:set>
                                    <p:animEffect transition="in" filter="wheel(4)">
                                      <p:cBhvr>
                                        <p:cTn id="7" dur="2000"/>
                                        <p:tgtEl>
                                          <p:spTgt spid="360451">
                                            <p:txEl>
                                              <p:pRg st="0" end="0"/>
                                            </p:txEl>
                                          </p:spTgt>
                                        </p:tgtEl>
                                      </p:cBhvr>
                                    </p:animEffect>
                                  </p:childTnLst>
                                </p:cTn>
                              </p:par>
                              <p:par>
                                <p:cTn id="8" presetID="21" presetClass="entr" presetSubtype="4" fill="hold" nodeType="withEffect">
                                  <p:stCondLst>
                                    <p:cond delay="0"/>
                                  </p:stCondLst>
                                  <p:childTnLst>
                                    <p:set>
                                      <p:cBhvr>
                                        <p:cTn id="9" dur="1" fill="hold">
                                          <p:stCondLst>
                                            <p:cond delay="0"/>
                                          </p:stCondLst>
                                        </p:cTn>
                                        <p:tgtEl>
                                          <p:spTgt spid="360451">
                                            <p:txEl>
                                              <p:pRg st="1" end="1"/>
                                            </p:txEl>
                                          </p:spTgt>
                                        </p:tgtEl>
                                        <p:attrNameLst>
                                          <p:attrName>style.visibility</p:attrName>
                                        </p:attrNameLst>
                                      </p:cBhvr>
                                      <p:to>
                                        <p:strVal val="visible"/>
                                      </p:to>
                                    </p:set>
                                    <p:animEffect transition="in" filter="wheel(4)">
                                      <p:cBhvr>
                                        <p:cTn id="10" dur="2000"/>
                                        <p:tgtEl>
                                          <p:spTgt spid="360451">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1" presetClass="entr" presetSubtype="0" fill="hold" nodeType="clickEffect">
                                  <p:stCondLst>
                                    <p:cond delay="0"/>
                                  </p:stCondLst>
                                  <p:iterate type="lt">
                                    <p:tmPct val="10000"/>
                                  </p:iterate>
                                  <p:childTnLst>
                                    <p:set>
                                      <p:cBhvr>
                                        <p:cTn id="14" dur="1" fill="hold">
                                          <p:stCondLst>
                                            <p:cond delay="0"/>
                                          </p:stCondLst>
                                        </p:cTn>
                                        <p:tgtEl>
                                          <p:spTgt spid="360451">
                                            <p:txEl>
                                              <p:pRg st="2" end="2"/>
                                            </p:txEl>
                                          </p:spTgt>
                                        </p:tgtEl>
                                        <p:attrNameLst>
                                          <p:attrName>style.visibility</p:attrName>
                                        </p:attrNameLst>
                                      </p:cBhvr>
                                      <p:to>
                                        <p:strVal val="visible"/>
                                      </p:to>
                                    </p:set>
                                    <p:anim calcmode="lin" valueType="num">
                                      <p:cBhvr>
                                        <p:cTn id="15" dur="500" fill="hold"/>
                                        <p:tgtEl>
                                          <p:spTgt spid="360451">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16" dur="500" fill="hold"/>
                                        <p:tgtEl>
                                          <p:spTgt spid="360451">
                                            <p:txEl>
                                              <p:pRg st="2" end="2"/>
                                            </p:txEl>
                                          </p:spTgt>
                                        </p:tgtEl>
                                        <p:attrNameLst>
                                          <p:attrName>ppt_y</p:attrName>
                                        </p:attrNameLst>
                                      </p:cBhvr>
                                      <p:tavLst>
                                        <p:tav tm="0">
                                          <p:val>
                                            <p:strVal val="#ppt_y"/>
                                          </p:val>
                                        </p:tav>
                                        <p:tav tm="100000">
                                          <p:val>
                                            <p:strVal val="#ppt_y"/>
                                          </p:val>
                                        </p:tav>
                                      </p:tavLst>
                                    </p:anim>
                                    <p:anim calcmode="lin" valueType="num">
                                      <p:cBhvr>
                                        <p:cTn id="17" dur="500" fill="hold"/>
                                        <p:tgtEl>
                                          <p:spTgt spid="360451">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8" dur="500" fill="hold"/>
                                        <p:tgtEl>
                                          <p:spTgt spid="360451">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9" dur="500" tmFilter="0,0; .5, 1; 1, 1"/>
                                        <p:tgtEl>
                                          <p:spTgt spid="360451">
                                            <p:txEl>
                                              <p:pRg st="2" end="2"/>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41" presetClass="entr" presetSubtype="0" fill="hold" nodeType="clickEffect">
                                  <p:stCondLst>
                                    <p:cond delay="0"/>
                                  </p:stCondLst>
                                  <p:iterate type="lt">
                                    <p:tmPct val="10000"/>
                                  </p:iterate>
                                  <p:childTnLst>
                                    <p:set>
                                      <p:cBhvr>
                                        <p:cTn id="23" dur="1" fill="hold">
                                          <p:stCondLst>
                                            <p:cond delay="0"/>
                                          </p:stCondLst>
                                        </p:cTn>
                                        <p:tgtEl>
                                          <p:spTgt spid="360451">
                                            <p:txEl>
                                              <p:pRg st="3" end="3"/>
                                            </p:txEl>
                                          </p:spTgt>
                                        </p:tgtEl>
                                        <p:attrNameLst>
                                          <p:attrName>style.visibility</p:attrName>
                                        </p:attrNameLst>
                                      </p:cBhvr>
                                      <p:to>
                                        <p:strVal val="visible"/>
                                      </p:to>
                                    </p:set>
                                    <p:anim calcmode="lin" valueType="num">
                                      <p:cBhvr>
                                        <p:cTn id="24" dur="500" fill="hold"/>
                                        <p:tgtEl>
                                          <p:spTgt spid="360451">
                                            <p:txEl>
                                              <p:pRg st="3" end="3"/>
                                            </p:txEl>
                                          </p:spTgt>
                                        </p:tgtEl>
                                        <p:attrNameLst>
                                          <p:attrName>ppt_x</p:attrName>
                                        </p:attrNameLst>
                                      </p:cBhvr>
                                      <p:tavLst>
                                        <p:tav tm="0">
                                          <p:val>
                                            <p:strVal val="#ppt_x"/>
                                          </p:val>
                                        </p:tav>
                                        <p:tav tm="50000">
                                          <p:val>
                                            <p:strVal val="#ppt_x+.1"/>
                                          </p:val>
                                        </p:tav>
                                        <p:tav tm="100000">
                                          <p:val>
                                            <p:strVal val="#ppt_x"/>
                                          </p:val>
                                        </p:tav>
                                      </p:tavLst>
                                    </p:anim>
                                    <p:anim calcmode="lin" valueType="num">
                                      <p:cBhvr>
                                        <p:cTn id="25" dur="500" fill="hold"/>
                                        <p:tgtEl>
                                          <p:spTgt spid="360451">
                                            <p:txEl>
                                              <p:pRg st="3" end="3"/>
                                            </p:txEl>
                                          </p:spTgt>
                                        </p:tgtEl>
                                        <p:attrNameLst>
                                          <p:attrName>ppt_y</p:attrName>
                                        </p:attrNameLst>
                                      </p:cBhvr>
                                      <p:tavLst>
                                        <p:tav tm="0">
                                          <p:val>
                                            <p:strVal val="#ppt_y"/>
                                          </p:val>
                                        </p:tav>
                                        <p:tav tm="100000">
                                          <p:val>
                                            <p:strVal val="#ppt_y"/>
                                          </p:val>
                                        </p:tav>
                                      </p:tavLst>
                                    </p:anim>
                                    <p:anim calcmode="lin" valueType="num">
                                      <p:cBhvr>
                                        <p:cTn id="26" dur="500" fill="hold"/>
                                        <p:tgtEl>
                                          <p:spTgt spid="360451">
                                            <p:txEl>
                                              <p:pRg st="3" end="3"/>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7" dur="500" fill="hold"/>
                                        <p:tgtEl>
                                          <p:spTgt spid="360451">
                                            <p:txEl>
                                              <p:pRg st="3" end="3"/>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8" dur="500" tmFilter="0,0; .5, 1; 1, 1"/>
                                        <p:tgtEl>
                                          <p:spTgt spid="360451">
                                            <p:txEl>
                                              <p:pRg st="3" end="3"/>
                                            </p:txEl>
                                          </p:spTgt>
                                        </p:tgtEl>
                                      </p:cBhvr>
                                    </p:animEffect>
                                  </p:childTnLst>
                                </p:cTn>
                              </p:par>
                              <p:par>
                                <p:cTn id="29" presetID="41" presetClass="entr" presetSubtype="0" fill="hold" nodeType="withEffect">
                                  <p:stCondLst>
                                    <p:cond delay="0"/>
                                  </p:stCondLst>
                                  <p:iterate type="lt">
                                    <p:tmPct val="10000"/>
                                  </p:iterate>
                                  <p:childTnLst>
                                    <p:set>
                                      <p:cBhvr>
                                        <p:cTn id="30" dur="1" fill="hold">
                                          <p:stCondLst>
                                            <p:cond delay="0"/>
                                          </p:stCondLst>
                                        </p:cTn>
                                        <p:tgtEl>
                                          <p:spTgt spid="360451">
                                            <p:txEl>
                                              <p:pRg st="4" end="4"/>
                                            </p:txEl>
                                          </p:spTgt>
                                        </p:tgtEl>
                                        <p:attrNameLst>
                                          <p:attrName>style.visibility</p:attrName>
                                        </p:attrNameLst>
                                      </p:cBhvr>
                                      <p:to>
                                        <p:strVal val="visible"/>
                                      </p:to>
                                    </p:set>
                                    <p:anim calcmode="lin" valueType="num">
                                      <p:cBhvr>
                                        <p:cTn id="31" dur="500" fill="hold"/>
                                        <p:tgtEl>
                                          <p:spTgt spid="360451">
                                            <p:txEl>
                                              <p:pRg st="4" end="4"/>
                                            </p:txEl>
                                          </p:spTgt>
                                        </p:tgtEl>
                                        <p:attrNameLst>
                                          <p:attrName>ppt_x</p:attrName>
                                        </p:attrNameLst>
                                      </p:cBhvr>
                                      <p:tavLst>
                                        <p:tav tm="0">
                                          <p:val>
                                            <p:strVal val="#ppt_x"/>
                                          </p:val>
                                        </p:tav>
                                        <p:tav tm="50000">
                                          <p:val>
                                            <p:strVal val="#ppt_x+.1"/>
                                          </p:val>
                                        </p:tav>
                                        <p:tav tm="100000">
                                          <p:val>
                                            <p:strVal val="#ppt_x"/>
                                          </p:val>
                                        </p:tav>
                                      </p:tavLst>
                                    </p:anim>
                                    <p:anim calcmode="lin" valueType="num">
                                      <p:cBhvr>
                                        <p:cTn id="32" dur="500" fill="hold"/>
                                        <p:tgtEl>
                                          <p:spTgt spid="360451">
                                            <p:txEl>
                                              <p:pRg st="4" end="4"/>
                                            </p:txEl>
                                          </p:spTgt>
                                        </p:tgtEl>
                                        <p:attrNameLst>
                                          <p:attrName>ppt_y</p:attrName>
                                        </p:attrNameLst>
                                      </p:cBhvr>
                                      <p:tavLst>
                                        <p:tav tm="0">
                                          <p:val>
                                            <p:strVal val="#ppt_y"/>
                                          </p:val>
                                        </p:tav>
                                        <p:tav tm="100000">
                                          <p:val>
                                            <p:strVal val="#ppt_y"/>
                                          </p:val>
                                        </p:tav>
                                      </p:tavLst>
                                    </p:anim>
                                    <p:anim calcmode="lin" valueType="num">
                                      <p:cBhvr>
                                        <p:cTn id="33" dur="500" fill="hold"/>
                                        <p:tgtEl>
                                          <p:spTgt spid="360451">
                                            <p:txEl>
                                              <p:pRg st="4" end="4"/>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4" dur="500" fill="hold"/>
                                        <p:tgtEl>
                                          <p:spTgt spid="360451">
                                            <p:txEl>
                                              <p:pRg st="4" end="4"/>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5" dur="500" tmFilter="0,0; .5, 1; 1, 1"/>
                                        <p:tgtEl>
                                          <p:spTgt spid="360451">
                                            <p:txEl>
                                              <p:pRg st="4" end="4"/>
                                            </p:txEl>
                                          </p:spTgt>
                                        </p:tgtEl>
                                      </p:cBhvr>
                                    </p:animEffect>
                                  </p:childTnLst>
                                </p:cTn>
                              </p:par>
                              <p:par>
                                <p:cTn id="36" presetID="41" presetClass="entr" presetSubtype="0" fill="hold" nodeType="withEffect">
                                  <p:stCondLst>
                                    <p:cond delay="0"/>
                                  </p:stCondLst>
                                  <p:iterate type="lt">
                                    <p:tmPct val="10000"/>
                                  </p:iterate>
                                  <p:childTnLst>
                                    <p:set>
                                      <p:cBhvr>
                                        <p:cTn id="37" dur="1" fill="hold">
                                          <p:stCondLst>
                                            <p:cond delay="0"/>
                                          </p:stCondLst>
                                        </p:cTn>
                                        <p:tgtEl>
                                          <p:spTgt spid="360451">
                                            <p:txEl>
                                              <p:pRg st="5" end="5"/>
                                            </p:txEl>
                                          </p:spTgt>
                                        </p:tgtEl>
                                        <p:attrNameLst>
                                          <p:attrName>style.visibility</p:attrName>
                                        </p:attrNameLst>
                                      </p:cBhvr>
                                      <p:to>
                                        <p:strVal val="visible"/>
                                      </p:to>
                                    </p:set>
                                    <p:anim calcmode="lin" valueType="num">
                                      <p:cBhvr>
                                        <p:cTn id="38" dur="500" fill="hold"/>
                                        <p:tgtEl>
                                          <p:spTgt spid="360451">
                                            <p:txEl>
                                              <p:pRg st="5" end="5"/>
                                            </p:txEl>
                                          </p:spTgt>
                                        </p:tgtEl>
                                        <p:attrNameLst>
                                          <p:attrName>ppt_x</p:attrName>
                                        </p:attrNameLst>
                                      </p:cBhvr>
                                      <p:tavLst>
                                        <p:tav tm="0">
                                          <p:val>
                                            <p:strVal val="#ppt_x"/>
                                          </p:val>
                                        </p:tav>
                                        <p:tav tm="50000">
                                          <p:val>
                                            <p:strVal val="#ppt_x+.1"/>
                                          </p:val>
                                        </p:tav>
                                        <p:tav tm="100000">
                                          <p:val>
                                            <p:strVal val="#ppt_x"/>
                                          </p:val>
                                        </p:tav>
                                      </p:tavLst>
                                    </p:anim>
                                    <p:anim calcmode="lin" valueType="num">
                                      <p:cBhvr>
                                        <p:cTn id="39" dur="500" fill="hold"/>
                                        <p:tgtEl>
                                          <p:spTgt spid="360451">
                                            <p:txEl>
                                              <p:pRg st="5" end="5"/>
                                            </p:txEl>
                                          </p:spTgt>
                                        </p:tgtEl>
                                        <p:attrNameLst>
                                          <p:attrName>ppt_y</p:attrName>
                                        </p:attrNameLst>
                                      </p:cBhvr>
                                      <p:tavLst>
                                        <p:tav tm="0">
                                          <p:val>
                                            <p:strVal val="#ppt_y"/>
                                          </p:val>
                                        </p:tav>
                                        <p:tav tm="100000">
                                          <p:val>
                                            <p:strVal val="#ppt_y"/>
                                          </p:val>
                                        </p:tav>
                                      </p:tavLst>
                                    </p:anim>
                                    <p:anim calcmode="lin" valueType="num">
                                      <p:cBhvr>
                                        <p:cTn id="40" dur="500" fill="hold"/>
                                        <p:tgtEl>
                                          <p:spTgt spid="360451">
                                            <p:txEl>
                                              <p:pRg st="5" end="5"/>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41" dur="500" fill="hold"/>
                                        <p:tgtEl>
                                          <p:spTgt spid="360451">
                                            <p:txEl>
                                              <p:pRg st="5" end="5"/>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42" dur="500" tmFilter="0,0; .5, 1; 1, 1"/>
                                        <p:tgtEl>
                                          <p:spTgt spid="36045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Number Placeholder 5">
            <a:extLst>
              <a:ext uri="{FF2B5EF4-FFF2-40B4-BE49-F238E27FC236}">
                <a16:creationId xmlns:a16="http://schemas.microsoft.com/office/drawing/2014/main" id="{4397F7A6-0B40-8A13-F3B0-50656F3BA338}"/>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7576933C-E525-4D69-8B0A-C5223A936639}" type="slidenum">
              <a:rPr lang="en-US" altLang="vi-VN" sz="1000">
                <a:latin typeface="Verdana" panose="020B0604030504040204" pitchFamily="34" charset="0"/>
              </a:rPr>
              <a:pPr algn="r" eaLnBrk="1" hangingPunct="1">
                <a:spcBef>
                  <a:spcPct val="0"/>
                </a:spcBef>
                <a:buFontTx/>
                <a:buNone/>
              </a:pPr>
              <a:t>74</a:t>
            </a:fld>
            <a:endParaRPr lang="en-US" altLang="vi-VN" sz="1000">
              <a:latin typeface="Verdana" panose="020B0604030504040204" pitchFamily="34" charset="0"/>
            </a:endParaRPr>
          </a:p>
        </p:txBody>
      </p:sp>
      <p:pic>
        <p:nvPicPr>
          <p:cNvPr id="91139" name="Picture 3">
            <a:extLst>
              <a:ext uri="{FF2B5EF4-FFF2-40B4-BE49-F238E27FC236}">
                <a16:creationId xmlns:a16="http://schemas.microsoft.com/office/drawing/2014/main" id="{138718C7-EFC4-E36D-9BE2-BF118F680409}"/>
              </a:ext>
            </a:extLst>
          </p:cNvPr>
          <p:cNvPicPr>
            <a:picLocks noChangeAspect="1" noChangeArrowheads="1"/>
          </p:cNvPicPr>
          <p:nvPr>
            <p:ph type="body" idx="4294967295"/>
          </p:nvPr>
        </p:nvPicPr>
        <p:blipFill>
          <a:blip r:embed="rId2">
            <a:extLst>
              <a:ext uri="{28A0092B-C50C-407E-A947-70E740481C1C}">
                <a14:useLocalDpi xmlns:a14="http://schemas.microsoft.com/office/drawing/2010/main" val="0"/>
              </a:ext>
            </a:extLst>
          </a:blip>
          <a:srcRect/>
          <a:stretch>
            <a:fillRect/>
          </a:stretch>
        </p:blipFill>
        <p:spPr>
          <a:xfrm>
            <a:off x="533400" y="1828800"/>
            <a:ext cx="8305800" cy="4648200"/>
          </a:xfrm>
        </p:spPr>
      </p:pic>
      <p:sp>
        <p:nvSpPr>
          <p:cNvPr id="1110021" name="Rectangle 5">
            <a:extLst>
              <a:ext uri="{FF2B5EF4-FFF2-40B4-BE49-F238E27FC236}">
                <a16:creationId xmlns:a16="http://schemas.microsoft.com/office/drawing/2014/main" id="{335A00C6-02E3-DBD6-6141-D86F17C0EAC2}"/>
              </a:ext>
            </a:extLst>
          </p:cNvPr>
          <p:cNvSpPr>
            <a:spLocks noChangeArrowheads="1"/>
          </p:cNvSpPr>
          <p:nvPr/>
        </p:nvSpPr>
        <p:spPr bwMode="auto">
          <a:xfrm>
            <a:off x="1219200" y="228600"/>
            <a:ext cx="6858000" cy="519113"/>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ctr" eaLnBrk="1" hangingPunct="1">
              <a:spcBef>
                <a:spcPct val="20000"/>
              </a:spcBef>
              <a:buFont typeface="Wingdings" panose="05000000000000000000" pitchFamily="2" charset="2"/>
              <a:buNone/>
              <a:defRPr/>
            </a:pPr>
            <a:r>
              <a:rPr lang="en-US" altLang="vi-VN" sz="2800" b="1">
                <a:solidFill>
                  <a:srgbClr val="FF0000"/>
                </a:solidFill>
              </a:rPr>
              <a:t>6. Hàm xếp thứ hạng</a:t>
            </a:r>
            <a:r>
              <a:rPr lang="en-US" altLang="vi-VN"/>
              <a:t> </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Number Placeholder 5">
            <a:extLst>
              <a:ext uri="{FF2B5EF4-FFF2-40B4-BE49-F238E27FC236}">
                <a16:creationId xmlns:a16="http://schemas.microsoft.com/office/drawing/2014/main" id="{5AF33C05-B4B2-BA7E-7E8C-A332CD08A059}"/>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6E92E1A2-167F-4D8E-AB31-770FCD5E340A}" type="slidenum">
              <a:rPr lang="en-US" altLang="vi-VN" sz="1000">
                <a:latin typeface="Verdana" panose="020B0604030504040204" pitchFamily="34" charset="0"/>
              </a:rPr>
              <a:pPr algn="r" eaLnBrk="1" hangingPunct="1">
                <a:spcBef>
                  <a:spcPct val="0"/>
                </a:spcBef>
                <a:buFontTx/>
                <a:buNone/>
              </a:pPr>
              <a:t>75</a:t>
            </a:fld>
            <a:endParaRPr lang="en-US" altLang="vi-VN" sz="1000">
              <a:latin typeface="Verdana" panose="020B0604030504040204" pitchFamily="34" charset="0"/>
            </a:endParaRPr>
          </a:p>
        </p:txBody>
      </p:sp>
      <p:pic>
        <p:nvPicPr>
          <p:cNvPr id="92163" name="Picture 3">
            <a:extLst>
              <a:ext uri="{FF2B5EF4-FFF2-40B4-BE49-F238E27FC236}">
                <a16:creationId xmlns:a16="http://schemas.microsoft.com/office/drawing/2014/main" id="{ABD56B49-89B8-E6F4-4A28-7CDAFDD8F9D2}"/>
              </a:ext>
            </a:extLst>
          </p:cNvPr>
          <p:cNvPicPr>
            <a:picLocks noChangeAspect="1" noChangeArrowheads="1"/>
          </p:cNvPicPr>
          <p:nvPr>
            <p:ph type="body" idx="4294967295"/>
          </p:nvPr>
        </p:nvPicPr>
        <p:blipFill>
          <a:blip r:embed="rId2">
            <a:extLst>
              <a:ext uri="{28A0092B-C50C-407E-A947-70E740481C1C}">
                <a14:useLocalDpi xmlns:a14="http://schemas.microsoft.com/office/drawing/2010/main" val="0"/>
              </a:ext>
            </a:extLst>
          </a:blip>
          <a:srcRect/>
          <a:stretch>
            <a:fillRect/>
          </a:stretch>
        </p:blipFill>
        <p:spPr>
          <a:xfrm>
            <a:off x="457200" y="2138363"/>
            <a:ext cx="8229600" cy="4186237"/>
          </a:xfrm>
        </p:spPr>
      </p:pic>
      <p:sp>
        <p:nvSpPr>
          <p:cNvPr id="1111046" name="Rectangle 6">
            <a:extLst>
              <a:ext uri="{FF2B5EF4-FFF2-40B4-BE49-F238E27FC236}">
                <a16:creationId xmlns:a16="http://schemas.microsoft.com/office/drawing/2014/main" id="{4826244C-5989-BC43-E759-2193B4DDB0AD}"/>
              </a:ext>
            </a:extLst>
          </p:cNvPr>
          <p:cNvSpPr>
            <a:spLocks noChangeArrowheads="1"/>
          </p:cNvSpPr>
          <p:nvPr/>
        </p:nvSpPr>
        <p:spPr bwMode="auto">
          <a:xfrm>
            <a:off x="1219200" y="228600"/>
            <a:ext cx="6858000" cy="519113"/>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ctr" eaLnBrk="1" hangingPunct="1">
              <a:spcBef>
                <a:spcPct val="20000"/>
              </a:spcBef>
              <a:buFont typeface="Wingdings" panose="05000000000000000000" pitchFamily="2" charset="2"/>
              <a:buNone/>
              <a:defRPr/>
            </a:pPr>
            <a:r>
              <a:rPr lang="en-US" altLang="vi-VN" sz="2800" b="1">
                <a:solidFill>
                  <a:srgbClr val="FF0000"/>
                </a:solidFill>
              </a:rPr>
              <a:t>6. Hàm xếp thứ hạng</a:t>
            </a:r>
            <a:r>
              <a:rPr lang="en-US" altLang="vi-VN"/>
              <a:t> </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Number Placeholder 5">
            <a:extLst>
              <a:ext uri="{FF2B5EF4-FFF2-40B4-BE49-F238E27FC236}">
                <a16:creationId xmlns:a16="http://schemas.microsoft.com/office/drawing/2014/main" id="{6209324D-CCBA-6171-9ECE-719A7937417C}"/>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34CEEB47-2529-4842-8F17-CA39D745A1B0}" type="slidenum">
              <a:rPr lang="en-US" altLang="vi-VN" sz="1000">
                <a:latin typeface="Verdana" panose="020B0604030504040204" pitchFamily="34" charset="0"/>
              </a:rPr>
              <a:pPr algn="r" eaLnBrk="1" hangingPunct="1">
                <a:spcBef>
                  <a:spcPct val="0"/>
                </a:spcBef>
                <a:buFontTx/>
                <a:buNone/>
              </a:pPr>
              <a:t>76</a:t>
            </a:fld>
            <a:endParaRPr lang="en-US" altLang="vi-VN" sz="1000">
              <a:latin typeface="Verdana" panose="020B0604030504040204" pitchFamily="34" charset="0"/>
            </a:endParaRPr>
          </a:p>
        </p:txBody>
      </p:sp>
      <p:sp>
        <p:nvSpPr>
          <p:cNvPr id="363523" name="Rectangle 3">
            <a:extLst>
              <a:ext uri="{FF2B5EF4-FFF2-40B4-BE49-F238E27FC236}">
                <a16:creationId xmlns:a16="http://schemas.microsoft.com/office/drawing/2014/main" id="{59B049F1-95BC-253E-58EE-001253A651E0}"/>
              </a:ext>
            </a:extLst>
          </p:cNvPr>
          <p:cNvSpPr>
            <a:spLocks noGrp="1" noChangeArrowheads="1"/>
          </p:cNvSpPr>
          <p:nvPr>
            <p:ph type="body" idx="4294967295"/>
          </p:nvPr>
        </p:nvSpPr>
        <p:spPr>
          <a:xfrm>
            <a:off x="304800" y="1219200"/>
            <a:ext cx="8839200" cy="5334000"/>
          </a:xfrm>
        </p:spPr>
        <p:txBody>
          <a:bodyPr/>
          <a:lstStyle/>
          <a:p>
            <a:pPr marL="0" indent="0" eaLnBrk="1" hangingPunct="1">
              <a:buFont typeface="Wingdings" panose="05000000000000000000" pitchFamily="2" charset="2"/>
              <a:buNone/>
            </a:pPr>
            <a:r>
              <a:rPr lang="en-US" altLang="vi-VN" sz="2800" b="1">
                <a:solidFill>
                  <a:srgbClr val="0000FF"/>
                </a:solidFill>
                <a:latin typeface="Times New Roman" panose="02020603050405020304" pitchFamily="18" charset="0"/>
              </a:rPr>
              <a:t>Hàm VLOOKUP</a:t>
            </a:r>
          </a:p>
          <a:p>
            <a:pPr marL="0" indent="0" eaLnBrk="1" hangingPunct="1">
              <a:buFont typeface="Wingdings" panose="05000000000000000000" pitchFamily="2" charset="2"/>
              <a:buNone/>
            </a:pPr>
            <a:r>
              <a:rPr lang="en-US" altLang="vi-VN" sz="2800">
                <a:latin typeface="Times New Roman" panose="02020603050405020304" pitchFamily="18" charset="0"/>
              </a:rPr>
              <a:t>Cú pháp: =</a:t>
            </a:r>
            <a:r>
              <a:rPr lang="en-US" altLang="vi-VN" sz="2800" b="1">
                <a:latin typeface="Times New Roman" panose="02020603050405020304" pitchFamily="18" charset="0"/>
              </a:rPr>
              <a:t>VLOOKUP</a:t>
            </a:r>
            <a:r>
              <a:rPr lang="en-US" altLang="vi-VN" sz="2800">
                <a:latin typeface="Times New Roman" panose="02020603050405020304" pitchFamily="18" charset="0"/>
              </a:rPr>
              <a:t>(n, khối, m, r)</a:t>
            </a:r>
          </a:p>
          <a:p>
            <a:pPr marL="0" indent="0" eaLnBrk="1" hangingPunct="1">
              <a:buFont typeface="Wingdings" panose="05000000000000000000" pitchFamily="2" charset="2"/>
              <a:buNone/>
            </a:pPr>
            <a:r>
              <a:rPr lang="en-US" altLang="vi-VN" sz="2800">
                <a:latin typeface="Times New Roman" panose="02020603050405020304" pitchFamily="18" charset="0"/>
              </a:rPr>
              <a:t>Công dụng: Tiến hành tìm giá trị n trong cột đầu tiên của khối (bảng tham chiếu) và lấy giá trị tương ứng trên cột thứ m của khối.</a:t>
            </a:r>
          </a:p>
          <a:p>
            <a:pPr marL="0" indent="0" eaLnBrk="1" hangingPunct="1">
              <a:buFont typeface="Wingdings" panose="05000000000000000000" pitchFamily="2" charset="2"/>
              <a:buNone/>
            </a:pPr>
            <a:r>
              <a:rPr lang="en-US" altLang="vi-VN" sz="2800">
                <a:solidFill>
                  <a:srgbClr val="0000FF"/>
                </a:solidFill>
                <a:latin typeface="Times New Roman" panose="02020603050405020304" pitchFamily="18" charset="0"/>
              </a:rPr>
              <a:t>Nếu r=0</a:t>
            </a:r>
            <a:r>
              <a:rPr lang="en-US" altLang="vi-VN" sz="2800">
                <a:latin typeface="Times New Roman" panose="02020603050405020304" pitchFamily="18" charset="0"/>
              </a:rPr>
              <a:t> thì tìm giá trị chính xác bằng với n. </a:t>
            </a:r>
          </a:p>
          <a:p>
            <a:pPr marL="0" indent="0" eaLnBrk="1" hangingPunct="1">
              <a:buFont typeface="Wingdings" panose="05000000000000000000" pitchFamily="2" charset="2"/>
              <a:buNone/>
            </a:pPr>
            <a:r>
              <a:rPr lang="en-US" altLang="vi-VN" sz="2800">
                <a:latin typeface="Times New Roman" panose="02020603050405020304" pitchFamily="18" charset="0"/>
              </a:rPr>
              <a:t>Nếu không tìm thấy thì trả về lỗi #N/A (lỗi không tìm thấy).</a:t>
            </a:r>
          </a:p>
        </p:txBody>
      </p:sp>
      <p:sp>
        <p:nvSpPr>
          <p:cNvPr id="1112069" name="Rectangle 5">
            <a:extLst>
              <a:ext uri="{FF2B5EF4-FFF2-40B4-BE49-F238E27FC236}">
                <a16:creationId xmlns:a16="http://schemas.microsoft.com/office/drawing/2014/main" id="{85A4F16A-F5D2-BA01-D8A2-2F8B0624CB98}"/>
              </a:ext>
            </a:extLst>
          </p:cNvPr>
          <p:cNvSpPr>
            <a:spLocks noChangeArrowheads="1"/>
          </p:cNvSpPr>
          <p:nvPr/>
        </p:nvSpPr>
        <p:spPr bwMode="auto">
          <a:xfrm>
            <a:off x="1295400" y="193675"/>
            <a:ext cx="6400800" cy="519113"/>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ctr" eaLnBrk="1" hangingPunct="1">
              <a:spcBef>
                <a:spcPct val="20000"/>
              </a:spcBef>
              <a:buFont typeface="Wingdings" panose="05000000000000000000" pitchFamily="2" charset="2"/>
              <a:buNone/>
              <a:defRPr/>
            </a:pPr>
            <a:r>
              <a:rPr lang="en-US" altLang="vi-VN" sz="2800" b="1">
                <a:solidFill>
                  <a:srgbClr val="FF0000"/>
                </a:solidFill>
              </a:rPr>
              <a:t>7. Các hàm tìm kiếm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363523">
                                            <p:txEl>
                                              <p:pRg st="0" end="0"/>
                                            </p:txEl>
                                          </p:spTgt>
                                        </p:tgtEl>
                                        <p:attrNameLst>
                                          <p:attrName>style.visibility</p:attrName>
                                        </p:attrNameLst>
                                      </p:cBhvr>
                                      <p:to>
                                        <p:strVal val="visible"/>
                                      </p:to>
                                    </p:set>
                                    <p:animEffect transition="in" filter="wheel(4)">
                                      <p:cBhvr>
                                        <p:cTn id="7" dur="2000"/>
                                        <p:tgtEl>
                                          <p:spTgt spid="3635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1" presetClass="entr" presetSubtype="4" fill="hold" nodeType="clickEffect">
                                  <p:stCondLst>
                                    <p:cond delay="0"/>
                                  </p:stCondLst>
                                  <p:childTnLst>
                                    <p:set>
                                      <p:cBhvr>
                                        <p:cTn id="11" dur="1" fill="hold">
                                          <p:stCondLst>
                                            <p:cond delay="0"/>
                                          </p:stCondLst>
                                        </p:cTn>
                                        <p:tgtEl>
                                          <p:spTgt spid="363523">
                                            <p:txEl>
                                              <p:pRg st="1" end="1"/>
                                            </p:txEl>
                                          </p:spTgt>
                                        </p:tgtEl>
                                        <p:attrNameLst>
                                          <p:attrName>style.visibility</p:attrName>
                                        </p:attrNameLst>
                                      </p:cBhvr>
                                      <p:to>
                                        <p:strVal val="visible"/>
                                      </p:to>
                                    </p:set>
                                    <p:animEffect transition="in" filter="wheel(4)">
                                      <p:cBhvr>
                                        <p:cTn id="12" dur="2000"/>
                                        <p:tgtEl>
                                          <p:spTgt spid="363523">
                                            <p:txEl>
                                              <p:pRg st="1" end="1"/>
                                            </p:txEl>
                                          </p:spTgt>
                                        </p:tgtEl>
                                      </p:cBhvr>
                                    </p:animEffect>
                                  </p:childTnLst>
                                </p:cTn>
                              </p:par>
                              <p:par>
                                <p:cTn id="13" presetID="21" presetClass="entr" presetSubtype="4" fill="hold" nodeType="withEffect">
                                  <p:stCondLst>
                                    <p:cond delay="0"/>
                                  </p:stCondLst>
                                  <p:childTnLst>
                                    <p:set>
                                      <p:cBhvr>
                                        <p:cTn id="14" dur="1" fill="hold">
                                          <p:stCondLst>
                                            <p:cond delay="0"/>
                                          </p:stCondLst>
                                        </p:cTn>
                                        <p:tgtEl>
                                          <p:spTgt spid="363523">
                                            <p:txEl>
                                              <p:pRg st="2" end="2"/>
                                            </p:txEl>
                                          </p:spTgt>
                                        </p:tgtEl>
                                        <p:attrNameLst>
                                          <p:attrName>style.visibility</p:attrName>
                                        </p:attrNameLst>
                                      </p:cBhvr>
                                      <p:to>
                                        <p:strVal val="visible"/>
                                      </p:to>
                                    </p:set>
                                    <p:animEffect transition="in" filter="wheel(4)">
                                      <p:cBhvr>
                                        <p:cTn id="15" dur="2000"/>
                                        <p:tgtEl>
                                          <p:spTgt spid="363523">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1" presetClass="entr" presetSubtype="4" fill="hold" nodeType="clickEffect">
                                  <p:stCondLst>
                                    <p:cond delay="0"/>
                                  </p:stCondLst>
                                  <p:childTnLst>
                                    <p:set>
                                      <p:cBhvr>
                                        <p:cTn id="19" dur="1" fill="hold">
                                          <p:stCondLst>
                                            <p:cond delay="0"/>
                                          </p:stCondLst>
                                        </p:cTn>
                                        <p:tgtEl>
                                          <p:spTgt spid="363523">
                                            <p:txEl>
                                              <p:pRg st="3" end="3"/>
                                            </p:txEl>
                                          </p:spTgt>
                                        </p:tgtEl>
                                        <p:attrNameLst>
                                          <p:attrName>style.visibility</p:attrName>
                                        </p:attrNameLst>
                                      </p:cBhvr>
                                      <p:to>
                                        <p:strVal val="visible"/>
                                      </p:to>
                                    </p:set>
                                    <p:animEffect transition="in" filter="wheel(4)">
                                      <p:cBhvr>
                                        <p:cTn id="20" dur="2000"/>
                                        <p:tgtEl>
                                          <p:spTgt spid="363523">
                                            <p:txEl>
                                              <p:pRg st="3" end="3"/>
                                            </p:txEl>
                                          </p:spTgt>
                                        </p:tgtEl>
                                      </p:cBhvr>
                                    </p:animEffect>
                                  </p:childTnLst>
                                </p:cTn>
                              </p:par>
                              <p:par>
                                <p:cTn id="21" presetID="21" presetClass="entr" presetSubtype="4" fill="hold" nodeType="withEffect">
                                  <p:stCondLst>
                                    <p:cond delay="0"/>
                                  </p:stCondLst>
                                  <p:childTnLst>
                                    <p:set>
                                      <p:cBhvr>
                                        <p:cTn id="22" dur="1" fill="hold">
                                          <p:stCondLst>
                                            <p:cond delay="0"/>
                                          </p:stCondLst>
                                        </p:cTn>
                                        <p:tgtEl>
                                          <p:spTgt spid="363523">
                                            <p:txEl>
                                              <p:pRg st="4" end="4"/>
                                            </p:txEl>
                                          </p:spTgt>
                                        </p:tgtEl>
                                        <p:attrNameLst>
                                          <p:attrName>style.visibility</p:attrName>
                                        </p:attrNameLst>
                                      </p:cBhvr>
                                      <p:to>
                                        <p:strVal val="visible"/>
                                      </p:to>
                                    </p:set>
                                    <p:animEffect transition="in" filter="wheel(4)">
                                      <p:cBhvr>
                                        <p:cTn id="23" dur="2000"/>
                                        <p:tgtEl>
                                          <p:spTgt spid="36352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Number Placeholder 5">
            <a:extLst>
              <a:ext uri="{FF2B5EF4-FFF2-40B4-BE49-F238E27FC236}">
                <a16:creationId xmlns:a16="http://schemas.microsoft.com/office/drawing/2014/main" id="{FB99D165-CDDE-F9F3-1BE6-85612A0EAE1D}"/>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B4F70215-62A1-4752-9911-3A3C51BC3FB9}" type="slidenum">
              <a:rPr lang="en-US" altLang="vi-VN" sz="1000">
                <a:latin typeface="Verdana" panose="020B0604030504040204" pitchFamily="34" charset="0"/>
              </a:rPr>
              <a:pPr algn="r" eaLnBrk="1" hangingPunct="1">
                <a:spcBef>
                  <a:spcPct val="0"/>
                </a:spcBef>
                <a:buFontTx/>
                <a:buNone/>
              </a:pPr>
              <a:t>77</a:t>
            </a:fld>
            <a:endParaRPr lang="en-US" altLang="vi-VN" sz="1000">
              <a:latin typeface="Verdana" panose="020B0604030504040204" pitchFamily="34" charset="0"/>
            </a:endParaRPr>
          </a:p>
        </p:txBody>
      </p:sp>
      <p:sp>
        <p:nvSpPr>
          <p:cNvPr id="364547" name="Rectangle 3">
            <a:extLst>
              <a:ext uri="{FF2B5EF4-FFF2-40B4-BE49-F238E27FC236}">
                <a16:creationId xmlns:a16="http://schemas.microsoft.com/office/drawing/2014/main" id="{0E1474D0-F67C-4486-490D-18A8924736AF}"/>
              </a:ext>
            </a:extLst>
          </p:cNvPr>
          <p:cNvSpPr>
            <a:spLocks noGrp="1" noChangeArrowheads="1"/>
          </p:cNvSpPr>
          <p:nvPr>
            <p:ph type="body" idx="4294967295"/>
          </p:nvPr>
        </p:nvSpPr>
        <p:spPr>
          <a:xfrm>
            <a:off x="304800" y="1143000"/>
            <a:ext cx="8610600" cy="5486400"/>
          </a:xfrm>
        </p:spPr>
        <p:txBody>
          <a:bodyPr/>
          <a:lstStyle/>
          <a:p>
            <a:pPr marL="0" indent="0" eaLnBrk="1" hangingPunct="1">
              <a:buFont typeface="Wingdings" panose="05000000000000000000" pitchFamily="2" charset="2"/>
              <a:buNone/>
            </a:pPr>
            <a:r>
              <a:rPr lang="en-US" altLang="vi-VN" sz="2800">
                <a:solidFill>
                  <a:srgbClr val="0000FF"/>
                </a:solidFill>
                <a:latin typeface="Times New Roman" panose="02020603050405020304" pitchFamily="18" charset="0"/>
              </a:rPr>
              <a:t>Ví dụ1</a:t>
            </a:r>
            <a:r>
              <a:rPr lang="en-US" altLang="vi-VN" sz="2800">
                <a:latin typeface="Times New Roman" panose="02020603050405020304" pitchFamily="18" charset="0"/>
              </a:rPr>
              <a:t>: Điền dữ kiệu cho cột phụ cấp trong bảng dưới ta dựa vào chức vụ và bảng tham chiếu ở bảng 1. Tại ô D3 ta thành lập công thức sau:=VLOOKUP(C3,$F$3:$G$7,2,0)</a:t>
            </a:r>
          </a:p>
          <a:p>
            <a:pPr marL="0" indent="0" eaLnBrk="1" hangingPunct="1"/>
            <a:endParaRPr lang="en-US" altLang="vi-VN" sz="2800">
              <a:latin typeface="Times New Roman" panose="02020603050405020304" pitchFamily="18" charset="0"/>
            </a:endParaRPr>
          </a:p>
          <a:p>
            <a:pPr marL="0" indent="0" eaLnBrk="1" hangingPunct="1"/>
            <a:endParaRPr lang="en-US" altLang="vi-VN"/>
          </a:p>
        </p:txBody>
      </p:sp>
      <p:pic>
        <p:nvPicPr>
          <p:cNvPr id="364548" name="Picture 4" descr="untitled">
            <a:extLst>
              <a:ext uri="{FF2B5EF4-FFF2-40B4-BE49-F238E27FC236}">
                <a16:creationId xmlns:a16="http://schemas.microsoft.com/office/drawing/2014/main" id="{ACFF1CB7-8C2F-A468-9D7E-76566C692D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3124200"/>
            <a:ext cx="54864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13094" name="Rectangle 6">
            <a:extLst>
              <a:ext uri="{FF2B5EF4-FFF2-40B4-BE49-F238E27FC236}">
                <a16:creationId xmlns:a16="http://schemas.microsoft.com/office/drawing/2014/main" id="{17B1501D-8F16-F4CB-3DAE-638C6B9C5DB9}"/>
              </a:ext>
            </a:extLst>
          </p:cNvPr>
          <p:cNvSpPr>
            <a:spLocks noChangeArrowheads="1"/>
          </p:cNvSpPr>
          <p:nvPr/>
        </p:nvSpPr>
        <p:spPr bwMode="auto">
          <a:xfrm>
            <a:off x="1295400" y="193675"/>
            <a:ext cx="6400800" cy="519113"/>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ctr" eaLnBrk="1" hangingPunct="1">
              <a:spcBef>
                <a:spcPct val="20000"/>
              </a:spcBef>
              <a:buFont typeface="Wingdings" panose="05000000000000000000" pitchFamily="2" charset="2"/>
              <a:buNone/>
              <a:defRPr/>
            </a:pPr>
            <a:r>
              <a:rPr lang="en-US" altLang="vi-VN" sz="2800" b="1">
                <a:solidFill>
                  <a:srgbClr val="FF0000"/>
                </a:solidFill>
              </a:rPr>
              <a:t>7. Các hàm tìm kiếm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364547">
                                            <p:txEl>
                                              <p:pRg st="0" end="0"/>
                                            </p:txEl>
                                          </p:spTgt>
                                        </p:tgtEl>
                                        <p:attrNameLst>
                                          <p:attrName>style.visibility</p:attrName>
                                        </p:attrNameLst>
                                      </p:cBhvr>
                                      <p:to>
                                        <p:strVal val="visible"/>
                                      </p:to>
                                    </p:set>
                                    <p:animEffect transition="in" filter="wheel(4)">
                                      <p:cBhvr>
                                        <p:cTn id="7" dur="2000"/>
                                        <p:tgtEl>
                                          <p:spTgt spid="3645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1" presetClass="entr" presetSubtype="4" fill="hold" nodeType="clickEffect">
                                  <p:stCondLst>
                                    <p:cond delay="0"/>
                                  </p:stCondLst>
                                  <p:childTnLst>
                                    <p:set>
                                      <p:cBhvr>
                                        <p:cTn id="11" dur="1" fill="hold">
                                          <p:stCondLst>
                                            <p:cond delay="0"/>
                                          </p:stCondLst>
                                        </p:cTn>
                                        <p:tgtEl>
                                          <p:spTgt spid="364548"/>
                                        </p:tgtEl>
                                        <p:attrNameLst>
                                          <p:attrName>style.visibility</p:attrName>
                                        </p:attrNameLst>
                                      </p:cBhvr>
                                      <p:to>
                                        <p:strVal val="visible"/>
                                      </p:to>
                                    </p:set>
                                    <p:animEffect transition="in" filter="wheel(4)">
                                      <p:cBhvr>
                                        <p:cTn id="12" dur="2000"/>
                                        <p:tgtEl>
                                          <p:spTgt spid="3645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Number Placeholder 5">
            <a:extLst>
              <a:ext uri="{FF2B5EF4-FFF2-40B4-BE49-F238E27FC236}">
                <a16:creationId xmlns:a16="http://schemas.microsoft.com/office/drawing/2014/main" id="{1B61CE90-0708-6B71-43EB-4213116DF627}"/>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4F941BF0-0E97-45D3-ACC0-9726BEA43E6B}" type="slidenum">
              <a:rPr lang="en-US" altLang="vi-VN" sz="1000">
                <a:latin typeface="Verdana" panose="020B0604030504040204" pitchFamily="34" charset="0"/>
              </a:rPr>
              <a:pPr algn="r" eaLnBrk="1" hangingPunct="1">
                <a:spcBef>
                  <a:spcPct val="0"/>
                </a:spcBef>
                <a:buFontTx/>
                <a:buNone/>
              </a:pPr>
              <a:t>78</a:t>
            </a:fld>
            <a:endParaRPr lang="en-US" altLang="vi-VN" sz="1000">
              <a:latin typeface="Verdana" panose="020B0604030504040204" pitchFamily="34" charset="0"/>
            </a:endParaRPr>
          </a:p>
        </p:txBody>
      </p:sp>
      <p:sp>
        <p:nvSpPr>
          <p:cNvPr id="365571" name="Rectangle 3">
            <a:extLst>
              <a:ext uri="{FF2B5EF4-FFF2-40B4-BE49-F238E27FC236}">
                <a16:creationId xmlns:a16="http://schemas.microsoft.com/office/drawing/2014/main" id="{8B1A8B90-CB8F-F0E3-EC20-47EEA54BD08B}"/>
              </a:ext>
            </a:extLst>
          </p:cNvPr>
          <p:cNvSpPr>
            <a:spLocks noGrp="1" noChangeArrowheads="1"/>
          </p:cNvSpPr>
          <p:nvPr>
            <p:ph type="body" idx="4294967295"/>
          </p:nvPr>
        </p:nvSpPr>
        <p:spPr/>
        <p:txBody>
          <a:bodyPr/>
          <a:lstStyle/>
          <a:p>
            <a:pPr marL="0" indent="0" algn="just" eaLnBrk="1" hangingPunct="1">
              <a:buFont typeface="Wingdings" panose="05000000000000000000" pitchFamily="2" charset="2"/>
              <a:buNone/>
            </a:pPr>
            <a:r>
              <a:rPr lang="en-US" altLang="vi-VN" sz="2800">
                <a:solidFill>
                  <a:srgbClr val="0000FF"/>
                </a:solidFill>
                <a:latin typeface="Times New Roman" panose="02020603050405020304" pitchFamily="18" charset="0"/>
              </a:rPr>
              <a:t>Ví dụ 2</a:t>
            </a:r>
            <a:r>
              <a:rPr lang="en-US" altLang="vi-VN" sz="2800">
                <a:latin typeface="Times New Roman" panose="02020603050405020304" pitchFamily="18" charset="0"/>
              </a:rPr>
              <a:t>: Điền giá trị cho cột </a:t>
            </a:r>
            <a:r>
              <a:rPr lang="en-US" altLang="vi-VN" sz="2800" b="1">
                <a:latin typeface="Times New Roman" panose="02020603050405020304" pitchFamily="18" charset="0"/>
              </a:rPr>
              <a:t>tỉ lệ giảm giá</a:t>
            </a:r>
            <a:r>
              <a:rPr lang="en-US" altLang="vi-VN" sz="2800">
                <a:latin typeface="Times New Roman" panose="02020603050405020304" pitchFamily="18" charset="0"/>
              </a:rPr>
              <a:t> trong</a:t>
            </a:r>
          </a:p>
          <a:p>
            <a:pPr marL="0" indent="0" algn="just" eaLnBrk="1" hangingPunct="1">
              <a:buFont typeface="Wingdings" panose="05000000000000000000" pitchFamily="2" charset="2"/>
              <a:buNone/>
            </a:pPr>
            <a:r>
              <a:rPr lang="en-US" altLang="vi-VN" sz="2800">
                <a:latin typeface="Times New Roman" panose="02020603050405020304" pitchFamily="18" charset="0"/>
              </a:rPr>
              <a:t>bảng sau dựa vào </a:t>
            </a:r>
            <a:r>
              <a:rPr lang="en-US" altLang="vi-VN" sz="2800" b="1">
                <a:latin typeface="Times New Roman" panose="02020603050405020304" pitchFamily="18" charset="0"/>
              </a:rPr>
              <a:t>số ngày ở</a:t>
            </a:r>
            <a:r>
              <a:rPr lang="en-US" altLang="vi-VN" sz="2800">
                <a:latin typeface="Times New Roman" panose="02020603050405020304" pitchFamily="18" charset="0"/>
              </a:rPr>
              <a:t> và bảng tham chiếu là: BẢNG GIẢM GIÁ</a:t>
            </a:r>
          </a:p>
          <a:p>
            <a:pPr marL="0" indent="0" algn="just" eaLnBrk="1" hangingPunct="1">
              <a:buFont typeface="Wingdings" panose="05000000000000000000" pitchFamily="2" charset="2"/>
              <a:buNone/>
            </a:pPr>
            <a:r>
              <a:rPr lang="en-US" altLang="vi-VN" sz="2800" b="1">
                <a:latin typeface="Times New Roman" panose="02020603050405020304" pitchFamily="18" charset="0"/>
              </a:rPr>
              <a:t>=VLOOKUP(D3,$G$3:$H$8,2,1)</a:t>
            </a:r>
          </a:p>
        </p:txBody>
      </p:sp>
      <p:pic>
        <p:nvPicPr>
          <p:cNvPr id="365572" name="Picture 4" descr="untitled">
            <a:extLst>
              <a:ext uri="{FF2B5EF4-FFF2-40B4-BE49-F238E27FC236}">
                <a16:creationId xmlns:a16="http://schemas.microsoft.com/office/drawing/2014/main" id="{FCE5D646-9A06-672C-E038-6D52A0AADA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3429000"/>
            <a:ext cx="66294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14118" name="Rectangle 6">
            <a:extLst>
              <a:ext uri="{FF2B5EF4-FFF2-40B4-BE49-F238E27FC236}">
                <a16:creationId xmlns:a16="http://schemas.microsoft.com/office/drawing/2014/main" id="{EA2B383C-E7DA-E5BE-25F1-2416953C9289}"/>
              </a:ext>
            </a:extLst>
          </p:cNvPr>
          <p:cNvSpPr>
            <a:spLocks noChangeArrowheads="1"/>
          </p:cNvSpPr>
          <p:nvPr/>
        </p:nvSpPr>
        <p:spPr bwMode="auto">
          <a:xfrm>
            <a:off x="1295400" y="193675"/>
            <a:ext cx="6400800" cy="519113"/>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ctr" eaLnBrk="1" hangingPunct="1">
              <a:spcBef>
                <a:spcPct val="20000"/>
              </a:spcBef>
              <a:buFont typeface="Wingdings" panose="05000000000000000000" pitchFamily="2" charset="2"/>
              <a:buNone/>
              <a:defRPr/>
            </a:pPr>
            <a:r>
              <a:rPr lang="en-US" altLang="vi-VN" sz="2800" b="1">
                <a:solidFill>
                  <a:srgbClr val="FF0000"/>
                </a:solidFill>
              </a:rPr>
              <a:t>7. Các hàm tìm kiếm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365571">
                                            <p:txEl>
                                              <p:pRg st="0" end="0"/>
                                            </p:txEl>
                                          </p:spTgt>
                                        </p:tgtEl>
                                        <p:attrNameLst>
                                          <p:attrName>style.visibility</p:attrName>
                                        </p:attrNameLst>
                                      </p:cBhvr>
                                      <p:to>
                                        <p:strVal val="visible"/>
                                      </p:to>
                                    </p:set>
                                    <p:animEffect transition="in" filter="wheel(4)">
                                      <p:cBhvr>
                                        <p:cTn id="7" dur="2000"/>
                                        <p:tgtEl>
                                          <p:spTgt spid="365571">
                                            <p:txEl>
                                              <p:pRg st="0" end="0"/>
                                            </p:txEl>
                                          </p:spTgt>
                                        </p:tgtEl>
                                      </p:cBhvr>
                                    </p:animEffect>
                                  </p:childTnLst>
                                </p:cTn>
                              </p:par>
                              <p:par>
                                <p:cTn id="8" presetID="21" presetClass="entr" presetSubtype="4" fill="hold" nodeType="withEffect">
                                  <p:stCondLst>
                                    <p:cond delay="0"/>
                                  </p:stCondLst>
                                  <p:childTnLst>
                                    <p:set>
                                      <p:cBhvr>
                                        <p:cTn id="9" dur="1" fill="hold">
                                          <p:stCondLst>
                                            <p:cond delay="0"/>
                                          </p:stCondLst>
                                        </p:cTn>
                                        <p:tgtEl>
                                          <p:spTgt spid="365571">
                                            <p:txEl>
                                              <p:pRg st="1" end="1"/>
                                            </p:txEl>
                                          </p:spTgt>
                                        </p:tgtEl>
                                        <p:attrNameLst>
                                          <p:attrName>style.visibility</p:attrName>
                                        </p:attrNameLst>
                                      </p:cBhvr>
                                      <p:to>
                                        <p:strVal val="visible"/>
                                      </p:to>
                                    </p:set>
                                    <p:animEffect transition="in" filter="wheel(4)">
                                      <p:cBhvr>
                                        <p:cTn id="10" dur="2000"/>
                                        <p:tgtEl>
                                          <p:spTgt spid="365571">
                                            <p:txEl>
                                              <p:pRg st="1" end="1"/>
                                            </p:txEl>
                                          </p:spTgt>
                                        </p:tgtEl>
                                      </p:cBhvr>
                                    </p:animEffect>
                                  </p:childTnLst>
                                </p:cTn>
                              </p:par>
                              <p:par>
                                <p:cTn id="11" presetID="21" presetClass="entr" presetSubtype="4" fill="hold" nodeType="withEffect">
                                  <p:stCondLst>
                                    <p:cond delay="0"/>
                                  </p:stCondLst>
                                  <p:childTnLst>
                                    <p:set>
                                      <p:cBhvr>
                                        <p:cTn id="12" dur="1" fill="hold">
                                          <p:stCondLst>
                                            <p:cond delay="0"/>
                                          </p:stCondLst>
                                        </p:cTn>
                                        <p:tgtEl>
                                          <p:spTgt spid="365571">
                                            <p:txEl>
                                              <p:pRg st="2" end="2"/>
                                            </p:txEl>
                                          </p:spTgt>
                                        </p:tgtEl>
                                        <p:attrNameLst>
                                          <p:attrName>style.visibility</p:attrName>
                                        </p:attrNameLst>
                                      </p:cBhvr>
                                      <p:to>
                                        <p:strVal val="visible"/>
                                      </p:to>
                                    </p:set>
                                    <p:animEffect transition="in" filter="wheel(4)">
                                      <p:cBhvr>
                                        <p:cTn id="13" dur="2000"/>
                                        <p:tgtEl>
                                          <p:spTgt spid="365571">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1" presetClass="entr" presetSubtype="4" fill="hold" nodeType="clickEffect">
                                  <p:stCondLst>
                                    <p:cond delay="0"/>
                                  </p:stCondLst>
                                  <p:childTnLst>
                                    <p:set>
                                      <p:cBhvr>
                                        <p:cTn id="17" dur="1" fill="hold">
                                          <p:stCondLst>
                                            <p:cond delay="0"/>
                                          </p:stCondLst>
                                        </p:cTn>
                                        <p:tgtEl>
                                          <p:spTgt spid="365572"/>
                                        </p:tgtEl>
                                        <p:attrNameLst>
                                          <p:attrName>style.visibility</p:attrName>
                                        </p:attrNameLst>
                                      </p:cBhvr>
                                      <p:to>
                                        <p:strVal val="visible"/>
                                      </p:to>
                                    </p:set>
                                    <p:animEffect transition="in" filter="wheel(4)">
                                      <p:cBhvr>
                                        <p:cTn id="18" dur="2000"/>
                                        <p:tgtEl>
                                          <p:spTgt spid="3655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Number Placeholder 5">
            <a:extLst>
              <a:ext uri="{FF2B5EF4-FFF2-40B4-BE49-F238E27FC236}">
                <a16:creationId xmlns:a16="http://schemas.microsoft.com/office/drawing/2014/main" id="{8CEF1D98-C5EA-ED92-933B-08B02A48D673}"/>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83B205E9-05AB-4218-AAA7-D46040D80FF4}" type="slidenum">
              <a:rPr lang="en-US" altLang="vi-VN" sz="1000">
                <a:latin typeface="Verdana" panose="020B0604030504040204" pitchFamily="34" charset="0"/>
              </a:rPr>
              <a:pPr algn="r" eaLnBrk="1" hangingPunct="1">
                <a:spcBef>
                  <a:spcPct val="0"/>
                </a:spcBef>
                <a:buFontTx/>
                <a:buNone/>
              </a:pPr>
              <a:t>79</a:t>
            </a:fld>
            <a:endParaRPr lang="en-US" altLang="vi-VN" sz="1000">
              <a:latin typeface="Verdana" panose="020B0604030504040204" pitchFamily="34" charset="0"/>
            </a:endParaRPr>
          </a:p>
        </p:txBody>
      </p:sp>
      <p:sp>
        <p:nvSpPr>
          <p:cNvPr id="367619" name="Rectangle 3">
            <a:extLst>
              <a:ext uri="{FF2B5EF4-FFF2-40B4-BE49-F238E27FC236}">
                <a16:creationId xmlns:a16="http://schemas.microsoft.com/office/drawing/2014/main" id="{1C025887-44E7-B127-1614-CFB05FA51342}"/>
              </a:ext>
            </a:extLst>
          </p:cNvPr>
          <p:cNvSpPr>
            <a:spLocks noGrp="1" noChangeArrowheads="1"/>
          </p:cNvSpPr>
          <p:nvPr>
            <p:ph type="body" idx="4294967295"/>
          </p:nvPr>
        </p:nvSpPr>
        <p:spPr>
          <a:xfrm>
            <a:off x="457200" y="1600200"/>
            <a:ext cx="8458200" cy="4876800"/>
          </a:xfrm>
        </p:spPr>
        <p:txBody>
          <a:bodyPr/>
          <a:lstStyle/>
          <a:p>
            <a:pPr marL="0" indent="0" algn="just" eaLnBrk="1" hangingPunct="1">
              <a:buFont typeface="Wingdings" panose="05000000000000000000" pitchFamily="2" charset="2"/>
              <a:buNone/>
            </a:pPr>
            <a:r>
              <a:rPr lang="en-US" altLang="vi-VN" sz="2800">
                <a:solidFill>
                  <a:srgbClr val="0000FF"/>
                </a:solidFill>
                <a:latin typeface="Times New Roman" panose="02020603050405020304" pitchFamily="18" charset="0"/>
              </a:rPr>
              <a:t>Hàm HLOOKUP:</a:t>
            </a:r>
          </a:p>
          <a:p>
            <a:pPr marL="0" indent="0" algn="just" eaLnBrk="1" hangingPunct="1">
              <a:buFont typeface="Wingdings" panose="05000000000000000000" pitchFamily="2" charset="2"/>
              <a:buNone/>
            </a:pPr>
            <a:r>
              <a:rPr lang="en-US" altLang="vi-VN" sz="2800">
                <a:latin typeface="Times New Roman" panose="02020603050405020304" pitchFamily="18" charset="0"/>
              </a:rPr>
              <a:t>HLOOKUP có cú pháp và công dụng tương tự</a:t>
            </a:r>
          </a:p>
          <a:p>
            <a:pPr marL="0" indent="0" algn="just" eaLnBrk="1" hangingPunct="1">
              <a:buFont typeface="Wingdings" panose="05000000000000000000" pitchFamily="2" charset="2"/>
              <a:buNone/>
            </a:pPr>
            <a:r>
              <a:rPr lang="en-US" altLang="vi-VN" sz="2800">
                <a:latin typeface="Times New Roman" panose="02020603050405020304" pitchFamily="18" charset="0"/>
              </a:rPr>
              <a:t>HLOOKUP nhưng được dùng trong trường hợp bảng tham chiếu được bố trí theo hàng ngang</a:t>
            </a:r>
            <a:r>
              <a:rPr lang="en-US" altLang="vi-VN" sz="2800" i="1">
                <a:latin typeface="Times New Roman" panose="02020603050405020304" pitchFamily="18" charset="0"/>
              </a:rPr>
              <a:t> </a:t>
            </a:r>
            <a:r>
              <a:rPr lang="en-US" altLang="vi-VN" sz="2800">
                <a:latin typeface="Times New Roman" panose="02020603050405020304" pitchFamily="18" charset="0"/>
              </a:rPr>
              <a:t>thay vì theo hàng dọc như VLOOKUP.</a:t>
            </a:r>
          </a:p>
          <a:p>
            <a:pPr marL="0" indent="0" algn="just" eaLnBrk="1" hangingPunct="1">
              <a:buFont typeface="Wingdings" panose="05000000000000000000" pitchFamily="2" charset="2"/>
              <a:buNone/>
            </a:pPr>
            <a:r>
              <a:rPr lang="en-US" altLang="vi-VN" sz="2800">
                <a:solidFill>
                  <a:srgbClr val="0000FF"/>
                </a:solidFill>
                <a:latin typeface="Times New Roman" panose="02020603050405020304" pitchFamily="18" charset="0"/>
              </a:rPr>
              <a:t>Ví dụ</a:t>
            </a:r>
            <a:r>
              <a:rPr lang="en-US" altLang="vi-VN" sz="2800">
                <a:latin typeface="Times New Roman" panose="02020603050405020304" pitchFamily="18" charset="0"/>
              </a:rPr>
              <a:t>: Điền giá trị cho cột Phụ cấp trong bảng trên ta dựa vào chức vụ và bảng tham chiếu là bảng 2.</a:t>
            </a:r>
          </a:p>
          <a:p>
            <a:pPr marL="0" indent="0" algn="just" eaLnBrk="1" hangingPunct="1">
              <a:buFont typeface="Wingdings" panose="05000000000000000000" pitchFamily="2" charset="2"/>
              <a:buNone/>
            </a:pPr>
            <a:r>
              <a:rPr lang="en-US" altLang="vi-VN" sz="2800">
                <a:latin typeface="Times New Roman" panose="02020603050405020304" pitchFamily="18" charset="0"/>
              </a:rPr>
              <a:t>=HLOOKUP(C3,$C$14:$G$15,2,0)</a:t>
            </a:r>
          </a:p>
        </p:txBody>
      </p:sp>
      <p:sp>
        <p:nvSpPr>
          <p:cNvPr id="1115141" name="Rectangle 5">
            <a:extLst>
              <a:ext uri="{FF2B5EF4-FFF2-40B4-BE49-F238E27FC236}">
                <a16:creationId xmlns:a16="http://schemas.microsoft.com/office/drawing/2014/main" id="{7E7D3206-D56B-E9B6-9D00-DF56CA4AC496}"/>
              </a:ext>
            </a:extLst>
          </p:cNvPr>
          <p:cNvSpPr>
            <a:spLocks noChangeArrowheads="1"/>
          </p:cNvSpPr>
          <p:nvPr/>
        </p:nvSpPr>
        <p:spPr bwMode="auto">
          <a:xfrm>
            <a:off x="1295400" y="193675"/>
            <a:ext cx="6400800" cy="519113"/>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ctr" eaLnBrk="1" hangingPunct="1">
              <a:spcBef>
                <a:spcPct val="20000"/>
              </a:spcBef>
              <a:buFont typeface="Wingdings" panose="05000000000000000000" pitchFamily="2" charset="2"/>
              <a:buNone/>
              <a:defRPr/>
            </a:pPr>
            <a:r>
              <a:rPr lang="en-US" altLang="vi-VN" sz="2800" b="1">
                <a:solidFill>
                  <a:srgbClr val="FF0000"/>
                </a:solidFill>
              </a:rPr>
              <a:t>7. Các hàm tìm kiếm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367619">
                                            <p:txEl>
                                              <p:pRg st="0" end="0"/>
                                            </p:txEl>
                                          </p:spTgt>
                                        </p:tgtEl>
                                        <p:attrNameLst>
                                          <p:attrName>style.visibility</p:attrName>
                                        </p:attrNameLst>
                                      </p:cBhvr>
                                      <p:to>
                                        <p:strVal val="visible"/>
                                      </p:to>
                                    </p:set>
                                    <p:animEffect transition="in" filter="wheel(4)">
                                      <p:cBhvr>
                                        <p:cTn id="7" dur="2000"/>
                                        <p:tgtEl>
                                          <p:spTgt spid="3676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1" presetClass="entr" presetSubtype="4" fill="hold" nodeType="clickEffect">
                                  <p:stCondLst>
                                    <p:cond delay="0"/>
                                  </p:stCondLst>
                                  <p:childTnLst>
                                    <p:set>
                                      <p:cBhvr>
                                        <p:cTn id="11" dur="1" fill="hold">
                                          <p:stCondLst>
                                            <p:cond delay="0"/>
                                          </p:stCondLst>
                                        </p:cTn>
                                        <p:tgtEl>
                                          <p:spTgt spid="367619">
                                            <p:txEl>
                                              <p:pRg st="1" end="1"/>
                                            </p:txEl>
                                          </p:spTgt>
                                        </p:tgtEl>
                                        <p:attrNameLst>
                                          <p:attrName>style.visibility</p:attrName>
                                        </p:attrNameLst>
                                      </p:cBhvr>
                                      <p:to>
                                        <p:strVal val="visible"/>
                                      </p:to>
                                    </p:set>
                                    <p:animEffect transition="in" filter="wheel(4)">
                                      <p:cBhvr>
                                        <p:cTn id="12" dur="2000"/>
                                        <p:tgtEl>
                                          <p:spTgt spid="367619">
                                            <p:txEl>
                                              <p:pRg st="1" end="1"/>
                                            </p:txEl>
                                          </p:spTgt>
                                        </p:tgtEl>
                                      </p:cBhvr>
                                    </p:animEffect>
                                  </p:childTnLst>
                                </p:cTn>
                              </p:par>
                              <p:par>
                                <p:cTn id="13" presetID="21" presetClass="entr" presetSubtype="4" fill="hold" nodeType="withEffect">
                                  <p:stCondLst>
                                    <p:cond delay="0"/>
                                  </p:stCondLst>
                                  <p:childTnLst>
                                    <p:set>
                                      <p:cBhvr>
                                        <p:cTn id="14" dur="1" fill="hold">
                                          <p:stCondLst>
                                            <p:cond delay="0"/>
                                          </p:stCondLst>
                                        </p:cTn>
                                        <p:tgtEl>
                                          <p:spTgt spid="367619">
                                            <p:txEl>
                                              <p:pRg st="2" end="2"/>
                                            </p:txEl>
                                          </p:spTgt>
                                        </p:tgtEl>
                                        <p:attrNameLst>
                                          <p:attrName>style.visibility</p:attrName>
                                        </p:attrNameLst>
                                      </p:cBhvr>
                                      <p:to>
                                        <p:strVal val="visible"/>
                                      </p:to>
                                    </p:set>
                                    <p:animEffect transition="in" filter="wheel(4)">
                                      <p:cBhvr>
                                        <p:cTn id="15" dur="2000"/>
                                        <p:tgtEl>
                                          <p:spTgt spid="367619">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1" presetClass="entr" presetSubtype="4" fill="hold" nodeType="clickEffect">
                                  <p:stCondLst>
                                    <p:cond delay="0"/>
                                  </p:stCondLst>
                                  <p:childTnLst>
                                    <p:set>
                                      <p:cBhvr>
                                        <p:cTn id="19" dur="1" fill="hold">
                                          <p:stCondLst>
                                            <p:cond delay="0"/>
                                          </p:stCondLst>
                                        </p:cTn>
                                        <p:tgtEl>
                                          <p:spTgt spid="367619">
                                            <p:txEl>
                                              <p:pRg st="3" end="3"/>
                                            </p:txEl>
                                          </p:spTgt>
                                        </p:tgtEl>
                                        <p:attrNameLst>
                                          <p:attrName>style.visibility</p:attrName>
                                        </p:attrNameLst>
                                      </p:cBhvr>
                                      <p:to>
                                        <p:strVal val="visible"/>
                                      </p:to>
                                    </p:set>
                                    <p:animEffect transition="in" filter="wheel(4)">
                                      <p:cBhvr>
                                        <p:cTn id="20" dur="2000"/>
                                        <p:tgtEl>
                                          <p:spTgt spid="367619">
                                            <p:txEl>
                                              <p:pRg st="3" end="3"/>
                                            </p:txEl>
                                          </p:spTgt>
                                        </p:tgtEl>
                                      </p:cBhvr>
                                    </p:animEffect>
                                  </p:childTnLst>
                                </p:cTn>
                              </p:par>
                              <p:par>
                                <p:cTn id="21" presetID="21" presetClass="entr" presetSubtype="4" fill="hold" nodeType="withEffect">
                                  <p:stCondLst>
                                    <p:cond delay="0"/>
                                  </p:stCondLst>
                                  <p:childTnLst>
                                    <p:set>
                                      <p:cBhvr>
                                        <p:cTn id="22" dur="1" fill="hold">
                                          <p:stCondLst>
                                            <p:cond delay="0"/>
                                          </p:stCondLst>
                                        </p:cTn>
                                        <p:tgtEl>
                                          <p:spTgt spid="367619">
                                            <p:txEl>
                                              <p:pRg st="4" end="4"/>
                                            </p:txEl>
                                          </p:spTgt>
                                        </p:tgtEl>
                                        <p:attrNameLst>
                                          <p:attrName>style.visibility</p:attrName>
                                        </p:attrNameLst>
                                      </p:cBhvr>
                                      <p:to>
                                        <p:strVal val="visible"/>
                                      </p:to>
                                    </p:set>
                                    <p:animEffect transition="in" filter="wheel(4)">
                                      <p:cBhvr>
                                        <p:cTn id="23" dur="2000"/>
                                        <p:tgtEl>
                                          <p:spTgt spid="3676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Number Placeholder 5">
            <a:extLst>
              <a:ext uri="{FF2B5EF4-FFF2-40B4-BE49-F238E27FC236}">
                <a16:creationId xmlns:a16="http://schemas.microsoft.com/office/drawing/2014/main" id="{CBD3CEA4-D09E-E346-1F32-8F6D605BA687}"/>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0DCE0BAB-3123-4A1D-B469-9FC24D78DD55}" type="slidenum">
              <a:rPr lang="en-US" altLang="vi-VN" sz="1000">
                <a:latin typeface="Verdana" panose="020B0604030504040204" pitchFamily="34" charset="0"/>
              </a:rPr>
              <a:pPr algn="r" eaLnBrk="1" hangingPunct="1">
                <a:spcBef>
                  <a:spcPct val="0"/>
                </a:spcBef>
                <a:buFontTx/>
                <a:buNone/>
              </a:pPr>
              <a:t>80</a:t>
            </a:fld>
            <a:endParaRPr lang="en-US" altLang="vi-VN" sz="1000">
              <a:latin typeface="Verdana" panose="020B0604030504040204" pitchFamily="34" charset="0"/>
            </a:endParaRPr>
          </a:p>
        </p:txBody>
      </p:sp>
      <p:pic>
        <p:nvPicPr>
          <p:cNvPr id="97283" name="Picture 3">
            <a:extLst>
              <a:ext uri="{FF2B5EF4-FFF2-40B4-BE49-F238E27FC236}">
                <a16:creationId xmlns:a16="http://schemas.microsoft.com/office/drawing/2014/main" id="{8E72F0FE-9C4E-3EF4-A0B8-4F2F6945DC45}"/>
              </a:ext>
            </a:extLst>
          </p:cNvPr>
          <p:cNvPicPr>
            <a:picLocks noChangeAspect="1" noChangeArrowheads="1"/>
          </p:cNvPicPr>
          <p:nvPr>
            <p:ph type="body" idx="4294967295"/>
          </p:nvPr>
        </p:nvPicPr>
        <p:blipFill>
          <a:blip r:embed="rId2">
            <a:extLst>
              <a:ext uri="{28A0092B-C50C-407E-A947-70E740481C1C}">
                <a14:useLocalDpi xmlns:a14="http://schemas.microsoft.com/office/drawing/2010/main" val="0"/>
              </a:ext>
            </a:extLst>
          </a:blip>
          <a:srcRect/>
          <a:stretch>
            <a:fillRect/>
          </a:stretch>
        </p:blipFill>
        <p:spPr>
          <a:xfrm>
            <a:off x="457200" y="1828800"/>
            <a:ext cx="8229600" cy="4267200"/>
          </a:xfrm>
        </p:spPr>
      </p:pic>
      <p:sp>
        <p:nvSpPr>
          <p:cNvPr id="1116165" name="Rectangle 5">
            <a:extLst>
              <a:ext uri="{FF2B5EF4-FFF2-40B4-BE49-F238E27FC236}">
                <a16:creationId xmlns:a16="http://schemas.microsoft.com/office/drawing/2014/main" id="{D594600E-B756-FA3B-28B0-3B1392B5443A}"/>
              </a:ext>
            </a:extLst>
          </p:cNvPr>
          <p:cNvSpPr>
            <a:spLocks noChangeArrowheads="1"/>
          </p:cNvSpPr>
          <p:nvPr/>
        </p:nvSpPr>
        <p:spPr bwMode="auto">
          <a:xfrm>
            <a:off x="1295400" y="193675"/>
            <a:ext cx="6400800" cy="519113"/>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ctr" eaLnBrk="1" hangingPunct="1">
              <a:spcBef>
                <a:spcPct val="20000"/>
              </a:spcBef>
              <a:buFont typeface="Wingdings" panose="05000000000000000000" pitchFamily="2" charset="2"/>
              <a:buNone/>
              <a:defRPr/>
            </a:pPr>
            <a:r>
              <a:rPr lang="en-US" altLang="vi-VN" sz="2800" b="1">
                <a:solidFill>
                  <a:srgbClr val="FF0000"/>
                </a:solidFill>
              </a:rPr>
              <a:t>7. Các hàm tìm kiếm</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Number Placeholder 5">
            <a:extLst>
              <a:ext uri="{FF2B5EF4-FFF2-40B4-BE49-F238E27FC236}">
                <a16:creationId xmlns:a16="http://schemas.microsoft.com/office/drawing/2014/main" id="{26FDD899-ED15-3CCA-EA92-1AE81E6AF1FB}"/>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D51F54AF-08C4-4D88-8B6C-5DF44D714592}" type="slidenum">
              <a:rPr lang="en-US" altLang="vi-VN" sz="1000">
                <a:latin typeface="Verdana" panose="020B0604030504040204" pitchFamily="34" charset="0"/>
              </a:rPr>
              <a:pPr algn="r" eaLnBrk="1" hangingPunct="1">
                <a:spcBef>
                  <a:spcPct val="0"/>
                </a:spcBef>
                <a:buFontTx/>
                <a:buNone/>
              </a:pPr>
              <a:t>81</a:t>
            </a:fld>
            <a:endParaRPr lang="en-US" altLang="vi-VN" sz="1000">
              <a:latin typeface="Verdana" panose="020B0604030504040204" pitchFamily="34" charset="0"/>
            </a:endParaRPr>
          </a:p>
        </p:txBody>
      </p:sp>
      <p:sp>
        <p:nvSpPr>
          <p:cNvPr id="98307" name="Rectangle 2">
            <a:extLst>
              <a:ext uri="{FF2B5EF4-FFF2-40B4-BE49-F238E27FC236}">
                <a16:creationId xmlns:a16="http://schemas.microsoft.com/office/drawing/2014/main" id="{107AD291-56A9-0035-2E23-A98866B5730E}"/>
              </a:ext>
            </a:extLst>
          </p:cNvPr>
          <p:cNvSpPr>
            <a:spLocks noGrp="1" noChangeArrowheads="1"/>
          </p:cNvSpPr>
          <p:nvPr>
            <p:ph type="title" idx="4294967295"/>
          </p:nvPr>
        </p:nvSpPr>
        <p:spPr>
          <a:xfrm>
            <a:off x="1447800" y="317500"/>
            <a:ext cx="6858000" cy="533400"/>
          </a:xfrm>
        </p:spPr>
        <p:txBody>
          <a:bodyPr anchor="b"/>
          <a:lstStyle/>
          <a:p>
            <a:pPr eaLnBrk="1" hangingPunct="1">
              <a:lnSpc>
                <a:spcPct val="80000"/>
              </a:lnSpc>
            </a:pPr>
            <a:r>
              <a:rPr lang="en-US" altLang="vi-VN" sz="2400" b="1">
                <a:solidFill>
                  <a:srgbClr val="FF0000"/>
                </a:solidFill>
                <a:latin typeface="Times New Roman" panose="02020603050405020304" pitchFamily="18" charset="0"/>
              </a:rPr>
              <a:t>Chương 11</a:t>
            </a:r>
            <a:br>
              <a:rPr lang="en-US" altLang="vi-VN" sz="2400" b="1">
                <a:solidFill>
                  <a:srgbClr val="FF0000"/>
                </a:solidFill>
                <a:latin typeface="Times New Roman" panose="02020603050405020304" pitchFamily="18" charset="0"/>
              </a:rPr>
            </a:br>
            <a:r>
              <a:rPr lang="en-US" altLang="vi-VN" sz="2400" b="1">
                <a:solidFill>
                  <a:srgbClr val="FF0000"/>
                </a:solidFill>
                <a:latin typeface="Times New Roman" panose="02020603050405020304" pitchFamily="18" charset="0"/>
              </a:rPr>
              <a:t>THAO TÁC TRÊN CƠ SỞ DỮ LiỆU</a:t>
            </a:r>
            <a:r>
              <a:rPr lang="en-US" altLang="vi-VN"/>
              <a:t> </a:t>
            </a:r>
          </a:p>
        </p:txBody>
      </p:sp>
      <p:sp>
        <p:nvSpPr>
          <p:cNvPr id="378883" name="Rectangle 3">
            <a:extLst>
              <a:ext uri="{FF2B5EF4-FFF2-40B4-BE49-F238E27FC236}">
                <a16:creationId xmlns:a16="http://schemas.microsoft.com/office/drawing/2014/main" id="{0655DC18-0662-93BD-8A85-0E72E4E626FF}"/>
              </a:ext>
            </a:extLst>
          </p:cNvPr>
          <p:cNvSpPr>
            <a:spLocks noGrp="1" noChangeArrowheads="1"/>
          </p:cNvSpPr>
          <p:nvPr>
            <p:ph type="body" idx="4294967295"/>
          </p:nvPr>
        </p:nvSpPr>
        <p:spPr>
          <a:xfrm>
            <a:off x="304800" y="1143000"/>
            <a:ext cx="8839200" cy="5254625"/>
          </a:xfrm>
        </p:spPr>
        <p:txBody>
          <a:bodyPr/>
          <a:lstStyle/>
          <a:p>
            <a:pPr algn="just" eaLnBrk="1" hangingPunct="1">
              <a:buFont typeface="Wingdings" panose="05000000000000000000" pitchFamily="2" charset="2"/>
              <a:buNone/>
            </a:pPr>
            <a:r>
              <a:rPr lang="en-US" altLang="vi-VN" sz="2000" b="1">
                <a:solidFill>
                  <a:srgbClr val="FF0000"/>
                </a:solidFill>
                <a:latin typeface="Times New Roman" panose="02020603050405020304" pitchFamily="18" charset="0"/>
              </a:rPr>
              <a:t>I.  MÔ TẢ CƠ SỞ DỮ LIỆU TRONG EXCEL</a:t>
            </a:r>
            <a:endParaRPr lang="en-US" altLang="vi-VN" sz="2800">
              <a:latin typeface="Times New Roman" panose="02020603050405020304" pitchFamily="18" charset="0"/>
            </a:endParaRPr>
          </a:p>
          <a:p>
            <a:pPr algn="just" eaLnBrk="1" hangingPunct="1">
              <a:buFont typeface="Wingdings" panose="05000000000000000000" pitchFamily="2" charset="2"/>
              <a:buChar char="Ø"/>
            </a:pPr>
            <a:r>
              <a:rPr lang="en-US" altLang="vi-VN" sz="2800">
                <a:latin typeface="Times New Roman" panose="02020603050405020304" pitchFamily="18" charset="0"/>
              </a:rPr>
              <a:t>Là tập hợp các thông tin, dữ liệu đực tổ chức theo cấu trúc hàng, cột để khai thác truy cập nhanh chóng.</a:t>
            </a:r>
          </a:p>
          <a:p>
            <a:pPr algn="just" eaLnBrk="1" hangingPunct="1">
              <a:buFont typeface="Wingdings" panose="05000000000000000000" pitchFamily="2" charset="2"/>
              <a:buChar char="Ø"/>
            </a:pPr>
            <a:r>
              <a:rPr lang="en-US" altLang="vi-VN" sz="2800">
                <a:latin typeface="Times New Roman" panose="02020603050405020304" pitchFamily="18" charset="0"/>
              </a:rPr>
              <a:t>Trong Excel cơ sở dữ liệu có dạng như là một danh sách, ví dụ như danh sách sinh viên, nhân viên, danh sách hàng hóa,.. mỗi danh sách gồm có một hay nhiều cột, mỗi cột như vậy được gọi là một trường (</a:t>
            </a:r>
            <a:r>
              <a:rPr lang="en-US" altLang="vi-VN" sz="2800" b="1">
                <a:latin typeface="Times New Roman" panose="02020603050405020304" pitchFamily="18" charset="0"/>
              </a:rPr>
              <a:t>Field)</a:t>
            </a:r>
            <a:r>
              <a:rPr lang="en-US" altLang="vi-VN" sz="2800">
                <a:latin typeface="Times New Roman" panose="02020603050405020304" pitchFamily="18" charset="0"/>
              </a:rPr>
              <a:t> của cơ sở dữ liệu, tên của cột sẽ được gọi là tên trường.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378883">
                                            <p:txEl>
                                              <p:pRg st="1" end="1"/>
                                            </p:txEl>
                                          </p:spTgt>
                                        </p:tgtEl>
                                        <p:attrNameLst>
                                          <p:attrName>style.visibility</p:attrName>
                                        </p:attrNameLst>
                                      </p:cBhvr>
                                      <p:to>
                                        <p:strVal val="visible"/>
                                      </p:to>
                                    </p:set>
                                    <p:animEffect transition="in" filter="wheel(4)">
                                      <p:cBhvr>
                                        <p:cTn id="7" dur="2000"/>
                                        <p:tgtEl>
                                          <p:spTgt spid="37888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1" presetClass="entr" presetSubtype="4" fill="hold" nodeType="clickEffect">
                                  <p:stCondLst>
                                    <p:cond delay="0"/>
                                  </p:stCondLst>
                                  <p:childTnLst>
                                    <p:set>
                                      <p:cBhvr>
                                        <p:cTn id="11" dur="1" fill="hold">
                                          <p:stCondLst>
                                            <p:cond delay="0"/>
                                          </p:stCondLst>
                                        </p:cTn>
                                        <p:tgtEl>
                                          <p:spTgt spid="378883">
                                            <p:txEl>
                                              <p:pRg st="0" end="0"/>
                                            </p:txEl>
                                          </p:spTgt>
                                        </p:tgtEl>
                                        <p:attrNameLst>
                                          <p:attrName>style.visibility</p:attrName>
                                        </p:attrNameLst>
                                      </p:cBhvr>
                                      <p:to>
                                        <p:strVal val="visible"/>
                                      </p:to>
                                    </p:set>
                                    <p:animEffect transition="in" filter="wheel(4)">
                                      <p:cBhvr>
                                        <p:cTn id="12" dur="2000"/>
                                        <p:tgtEl>
                                          <p:spTgt spid="37888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1" presetClass="entr" presetSubtype="0" fill="hold" nodeType="clickEffect">
                                  <p:stCondLst>
                                    <p:cond delay="0"/>
                                  </p:stCondLst>
                                  <p:iterate type="lt">
                                    <p:tmPct val="10000"/>
                                  </p:iterate>
                                  <p:childTnLst>
                                    <p:set>
                                      <p:cBhvr>
                                        <p:cTn id="16" dur="1" fill="hold">
                                          <p:stCondLst>
                                            <p:cond delay="0"/>
                                          </p:stCondLst>
                                        </p:cTn>
                                        <p:tgtEl>
                                          <p:spTgt spid="378883">
                                            <p:txEl>
                                              <p:pRg st="2" end="2"/>
                                            </p:txEl>
                                          </p:spTgt>
                                        </p:tgtEl>
                                        <p:attrNameLst>
                                          <p:attrName>style.visibility</p:attrName>
                                        </p:attrNameLst>
                                      </p:cBhvr>
                                      <p:to>
                                        <p:strVal val="visible"/>
                                      </p:to>
                                    </p:set>
                                    <p:anim calcmode="lin" valueType="num">
                                      <p:cBhvr>
                                        <p:cTn id="17" dur="500" fill="hold"/>
                                        <p:tgtEl>
                                          <p:spTgt spid="378883">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378883">
                                            <p:txEl>
                                              <p:pRg st="2" end="2"/>
                                            </p:txEl>
                                          </p:spTgt>
                                        </p:tgtEl>
                                        <p:attrNameLst>
                                          <p:attrName>ppt_y</p:attrName>
                                        </p:attrNameLst>
                                      </p:cBhvr>
                                      <p:tavLst>
                                        <p:tav tm="0">
                                          <p:val>
                                            <p:strVal val="#ppt_y"/>
                                          </p:val>
                                        </p:tav>
                                        <p:tav tm="100000">
                                          <p:val>
                                            <p:strVal val="#ppt_y"/>
                                          </p:val>
                                        </p:tav>
                                      </p:tavLst>
                                    </p:anim>
                                    <p:anim calcmode="lin" valueType="num">
                                      <p:cBhvr>
                                        <p:cTn id="19" dur="500" fill="hold"/>
                                        <p:tgtEl>
                                          <p:spTgt spid="378883">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378883">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37888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4F547D75-BDD1-A859-BA80-A2B1345718EF}"/>
              </a:ext>
            </a:extLst>
          </p:cNvPr>
          <p:cNvSpPr>
            <a:spLocks noGrp="1" noChangeArrowheads="1"/>
          </p:cNvSpPr>
          <p:nvPr>
            <p:ph type="title" idx="4294967295"/>
          </p:nvPr>
        </p:nvSpPr>
        <p:spPr/>
        <p:txBody>
          <a:bodyPr anchor="b"/>
          <a:lstStyle/>
          <a:p>
            <a:pPr eaLnBrk="1" hangingPunct="1"/>
            <a:r>
              <a:rPr lang="en-US" altLang="vi-VN" sz="2800" b="1">
                <a:solidFill>
                  <a:srgbClr val="FF0000"/>
                </a:solidFill>
                <a:latin typeface="Times New Roman" panose="02020603050405020304" pitchFamily="18" charset="0"/>
              </a:rPr>
              <a:t>II</a:t>
            </a:r>
            <a:r>
              <a:rPr lang="en-US" altLang="vi-VN" sz="2800">
                <a:solidFill>
                  <a:srgbClr val="FF0000"/>
                </a:solidFill>
                <a:latin typeface="Times New Roman" panose="02020603050405020304" pitchFamily="18" charset="0"/>
              </a:rPr>
              <a:t>.</a:t>
            </a:r>
            <a:r>
              <a:rPr lang="en-US" altLang="vi-VN" sz="2800" b="1" i="1">
                <a:solidFill>
                  <a:srgbClr val="FF0000"/>
                </a:solidFill>
                <a:latin typeface="Times New Roman" panose="02020603050405020304" pitchFamily="18" charset="0"/>
              </a:rPr>
              <a:t>.</a:t>
            </a:r>
            <a:r>
              <a:rPr lang="en-US" altLang="vi-VN" sz="2800" b="1">
                <a:solidFill>
                  <a:srgbClr val="FF0000"/>
                </a:solidFill>
                <a:latin typeface="Times New Roman" panose="02020603050405020304" pitchFamily="18" charset="0"/>
              </a:rPr>
              <a:t> TRÍCH LỌC DỮ LIỆU</a:t>
            </a:r>
          </a:p>
        </p:txBody>
      </p:sp>
      <p:sp>
        <p:nvSpPr>
          <p:cNvPr id="379907" name="Rectangle 3">
            <a:extLst>
              <a:ext uri="{FF2B5EF4-FFF2-40B4-BE49-F238E27FC236}">
                <a16:creationId xmlns:a16="http://schemas.microsoft.com/office/drawing/2014/main" id="{032B88D4-57D0-4080-B005-5E534C10BBF1}"/>
              </a:ext>
            </a:extLst>
          </p:cNvPr>
          <p:cNvSpPr>
            <a:spLocks noGrp="1" noChangeArrowheads="1"/>
          </p:cNvSpPr>
          <p:nvPr>
            <p:ph type="body" idx="4294967295"/>
          </p:nvPr>
        </p:nvSpPr>
        <p:spPr>
          <a:xfrm>
            <a:off x="457200" y="1143000"/>
            <a:ext cx="8686800" cy="5486400"/>
          </a:xfrm>
        </p:spPr>
        <p:txBody>
          <a:bodyPr/>
          <a:lstStyle/>
          <a:p>
            <a:pPr marL="231775" indent="-231775" eaLnBrk="1" hangingPunct="1">
              <a:lnSpc>
                <a:spcPct val="80000"/>
              </a:lnSpc>
              <a:buFont typeface="Wingdings" panose="05000000000000000000" pitchFamily="2" charset="2"/>
              <a:buNone/>
            </a:pPr>
            <a:r>
              <a:rPr lang="en-US" altLang="vi-VN" sz="2600" b="1">
                <a:solidFill>
                  <a:srgbClr val="FF0000"/>
                </a:solidFill>
                <a:latin typeface="Times New Roman" panose="02020603050405020304" pitchFamily="18" charset="0"/>
              </a:rPr>
              <a:t> Có 2 phương pháp lọc dữ liệu</a:t>
            </a:r>
            <a:endParaRPr lang="en-US" altLang="vi-VN" sz="2600" b="1"/>
          </a:p>
          <a:p>
            <a:pPr marL="231775" indent="-231775" eaLnBrk="1" hangingPunct="1">
              <a:lnSpc>
                <a:spcPct val="80000"/>
              </a:lnSpc>
              <a:buFont typeface="Wingdings" panose="05000000000000000000" pitchFamily="2" charset="2"/>
              <a:buNone/>
            </a:pPr>
            <a:r>
              <a:rPr lang="en-US" altLang="vi-VN" sz="2600"/>
              <a:t>+ Lọc tự động (</a:t>
            </a:r>
            <a:r>
              <a:rPr lang="en-US" altLang="vi-VN" sz="2600" b="1"/>
              <a:t>Auto Filter</a:t>
            </a:r>
            <a:r>
              <a:rPr lang="en-US" altLang="vi-VN" sz="2600"/>
              <a:t>)</a:t>
            </a:r>
          </a:p>
          <a:p>
            <a:pPr marL="231775" indent="-231775" eaLnBrk="1" hangingPunct="1">
              <a:lnSpc>
                <a:spcPct val="80000"/>
              </a:lnSpc>
              <a:buFont typeface="Wingdings" panose="05000000000000000000" pitchFamily="2" charset="2"/>
              <a:buNone/>
            </a:pPr>
            <a:r>
              <a:rPr lang="en-US" altLang="vi-VN" sz="2600"/>
              <a:t>+ Lọc theo bảng điều kiện (</a:t>
            </a:r>
            <a:r>
              <a:rPr lang="en-US" altLang="vi-VN" sz="2600" b="1"/>
              <a:t>Advanced Filter</a:t>
            </a:r>
            <a:r>
              <a:rPr lang="en-US" altLang="vi-VN" sz="2600"/>
              <a:t>).</a:t>
            </a:r>
          </a:p>
          <a:p>
            <a:pPr marL="231775" indent="-231775" eaLnBrk="1" hangingPunct="1">
              <a:lnSpc>
                <a:spcPct val="80000"/>
              </a:lnSpc>
              <a:buFont typeface="Wingdings" panose="05000000000000000000" pitchFamily="2" charset="2"/>
              <a:buNone/>
            </a:pPr>
            <a:r>
              <a:rPr lang="en-US" altLang="vi-VN" sz="2600" b="1">
                <a:solidFill>
                  <a:srgbClr val="FF0000"/>
                </a:solidFill>
              </a:rPr>
              <a:t>1. Lọc tự động (AutoFilter)</a:t>
            </a:r>
            <a:endParaRPr lang="en-US" altLang="vi-VN" sz="2600"/>
          </a:p>
          <a:p>
            <a:pPr marL="231775" indent="-231775" eaLnBrk="1" hangingPunct="1">
              <a:lnSpc>
                <a:spcPct val="80000"/>
              </a:lnSpc>
              <a:buFont typeface="Wingdings" panose="05000000000000000000" pitchFamily="2" charset="2"/>
              <a:buNone/>
            </a:pPr>
            <a:r>
              <a:rPr lang="en-US" altLang="vi-VN" sz="2600"/>
              <a:t>- Chọn CSDL muốn lọc (chọn cả dòng đầu tiên chứa hàng tiêu đề của (CSDL)</a:t>
            </a:r>
          </a:p>
          <a:p>
            <a:pPr marL="231775" indent="-231775" eaLnBrk="1" hangingPunct="1">
              <a:lnSpc>
                <a:spcPct val="80000"/>
              </a:lnSpc>
              <a:buFontTx/>
              <a:buChar char="-"/>
            </a:pPr>
            <a:r>
              <a:rPr lang="en-US" altLang="vi-VN" sz="2600"/>
              <a:t>Chọn lệnh </a:t>
            </a:r>
            <a:r>
              <a:rPr lang="en-US" altLang="vi-VN" sz="2600" b="1"/>
              <a:t>Data – Filter – Autofilter</a:t>
            </a:r>
          </a:p>
          <a:p>
            <a:pPr marL="231775" indent="-231775" eaLnBrk="1" hangingPunct="1">
              <a:lnSpc>
                <a:spcPct val="80000"/>
              </a:lnSpc>
              <a:buFont typeface="Wingdings" panose="05000000000000000000" pitchFamily="2" charset="2"/>
              <a:buNone/>
            </a:pPr>
            <a:r>
              <a:rPr lang="en-US" altLang="vi-VN" sz="2600">
                <a:latin typeface="Times New Roman" panose="02020603050405020304" pitchFamily="18" charset="0"/>
              </a:rPr>
              <a:t>- Muốn lọc theo điều kiện </a:t>
            </a:r>
          </a:p>
          <a:p>
            <a:pPr marL="231775" indent="-231775" eaLnBrk="1" hangingPunct="1">
              <a:lnSpc>
                <a:spcPct val="80000"/>
              </a:lnSpc>
              <a:buFont typeface="Wingdings" panose="05000000000000000000" pitchFamily="2" charset="2"/>
              <a:buNone/>
            </a:pPr>
            <a:r>
              <a:rPr lang="en-US" altLang="vi-VN" sz="2600">
                <a:latin typeface="Times New Roman" panose="02020603050405020304" pitchFamily="18" charset="0"/>
              </a:rPr>
              <a:t>+ </a:t>
            </a:r>
            <a:r>
              <a:rPr lang="en-US" altLang="vi-VN" sz="2600" b="1">
                <a:latin typeface="Times New Roman" panose="02020603050405020304" pitchFamily="18" charset="0"/>
              </a:rPr>
              <a:t>All</a:t>
            </a:r>
            <a:r>
              <a:rPr lang="en-US" altLang="vi-VN" sz="2600">
                <a:latin typeface="Times New Roman" panose="02020603050405020304" pitchFamily="18" charset="0"/>
              </a:rPr>
              <a:t>: Cho hiển thị tất cả các mẫu tin.</a:t>
            </a:r>
          </a:p>
          <a:p>
            <a:pPr marL="231775" indent="-231775" eaLnBrk="1" hangingPunct="1">
              <a:lnSpc>
                <a:spcPct val="80000"/>
              </a:lnSpc>
              <a:buFont typeface="Wingdings" panose="05000000000000000000" pitchFamily="2" charset="2"/>
              <a:buNone/>
            </a:pPr>
            <a:r>
              <a:rPr lang="en-US" altLang="vi-VN" sz="2600">
                <a:latin typeface="Times New Roman" panose="02020603050405020304" pitchFamily="18" charset="0"/>
              </a:rPr>
              <a:t>+ </a:t>
            </a:r>
            <a:r>
              <a:rPr lang="en-US" altLang="vi-VN" sz="2600" b="1">
                <a:latin typeface="Times New Roman" panose="02020603050405020304" pitchFamily="18" charset="0"/>
              </a:rPr>
              <a:t>Top 10</a:t>
            </a:r>
            <a:r>
              <a:rPr lang="en-US" altLang="vi-VN" sz="2600">
                <a:latin typeface="Times New Roman" panose="02020603050405020304" pitchFamily="18" charset="0"/>
              </a:rPr>
              <a:t>: Lọc các mẫu tin có </a:t>
            </a:r>
            <a:r>
              <a:rPr lang="en-US" altLang="vi-VN" sz="2600" b="1">
                <a:latin typeface="Times New Roman" panose="02020603050405020304" pitchFamily="18" charset="0"/>
              </a:rPr>
              <a:t>giá trị lớn nhất</a:t>
            </a:r>
            <a:r>
              <a:rPr lang="en-US" altLang="vi-VN" sz="2600">
                <a:latin typeface="Times New Roman" panose="02020603050405020304" pitchFamily="18" charset="0"/>
              </a:rPr>
              <a:t> (Top) hoặc </a:t>
            </a:r>
            <a:r>
              <a:rPr lang="en-US" altLang="vi-VN" sz="2600" b="1">
                <a:latin typeface="Times New Roman" panose="02020603050405020304" pitchFamily="18" charset="0"/>
              </a:rPr>
              <a:t>nhỏ nhất</a:t>
            </a:r>
            <a:r>
              <a:rPr lang="en-US" altLang="vi-VN" sz="2600">
                <a:latin typeface="Times New Roman" panose="02020603050405020304" pitchFamily="18" charset="0"/>
              </a:rPr>
              <a:t> (Bottom) trong cột đang xét và có giá trị với dữ liệu kiểu số.</a:t>
            </a:r>
          </a:p>
          <a:p>
            <a:pPr marL="231775" indent="-231775" eaLnBrk="1" hangingPunct="1">
              <a:lnSpc>
                <a:spcPct val="80000"/>
              </a:lnSpc>
              <a:buFont typeface="Wingdings" panose="05000000000000000000" pitchFamily="2" charset="2"/>
              <a:buNone/>
            </a:pPr>
            <a:r>
              <a:rPr lang="en-US" altLang="vi-VN" sz="2600">
                <a:latin typeface="Times New Roman" panose="02020603050405020304" pitchFamily="18" charset="0"/>
              </a:rPr>
              <a:t>+ </a:t>
            </a:r>
            <a:r>
              <a:rPr lang="en-US" altLang="vi-VN" sz="2600" b="1">
                <a:latin typeface="Times New Roman" panose="02020603050405020304" pitchFamily="18" charset="0"/>
              </a:rPr>
              <a:t>Custom</a:t>
            </a:r>
            <a:r>
              <a:rPr lang="en-US" altLang="vi-VN" sz="2600">
                <a:latin typeface="Times New Roman" panose="02020603050405020304" pitchFamily="18" charset="0"/>
              </a:rPr>
              <a:t>:  Chọn điều kiện theo hộp thoại</a:t>
            </a:r>
          </a:p>
          <a:p>
            <a:pPr marL="231775" indent="-231775" eaLnBrk="1" hangingPunct="1">
              <a:lnSpc>
                <a:spcPct val="80000"/>
              </a:lnSpc>
              <a:buFontTx/>
              <a:buNone/>
            </a:pPr>
            <a:r>
              <a:rPr lang="en-US" altLang="vi-VN" sz="280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379907">
                                            <p:txEl>
                                              <p:pRg st="0" end="0"/>
                                            </p:txEl>
                                          </p:spTgt>
                                        </p:tgtEl>
                                        <p:attrNameLst>
                                          <p:attrName>style.visibility</p:attrName>
                                        </p:attrNameLst>
                                      </p:cBhvr>
                                      <p:to>
                                        <p:strVal val="visible"/>
                                      </p:to>
                                    </p:set>
                                    <p:anim calcmode="lin" valueType="num">
                                      <p:cBhvr>
                                        <p:cTn id="7" dur="500" fill="hold"/>
                                        <p:tgtEl>
                                          <p:spTgt spid="379907">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7990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379907">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79907">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79907">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1" presetClass="entr" presetSubtype="4" fill="hold" nodeType="clickEffect">
                                  <p:stCondLst>
                                    <p:cond delay="0"/>
                                  </p:stCondLst>
                                  <p:childTnLst>
                                    <p:set>
                                      <p:cBhvr>
                                        <p:cTn id="15" dur="1" fill="hold">
                                          <p:stCondLst>
                                            <p:cond delay="0"/>
                                          </p:stCondLst>
                                        </p:cTn>
                                        <p:tgtEl>
                                          <p:spTgt spid="379907">
                                            <p:txEl>
                                              <p:pRg st="1" end="1"/>
                                            </p:txEl>
                                          </p:spTgt>
                                        </p:tgtEl>
                                        <p:attrNameLst>
                                          <p:attrName>style.visibility</p:attrName>
                                        </p:attrNameLst>
                                      </p:cBhvr>
                                      <p:to>
                                        <p:strVal val="visible"/>
                                      </p:to>
                                    </p:set>
                                    <p:animEffect transition="in" filter="wheel(4)">
                                      <p:cBhvr>
                                        <p:cTn id="16" dur="2000"/>
                                        <p:tgtEl>
                                          <p:spTgt spid="379907">
                                            <p:txEl>
                                              <p:pRg st="1" end="1"/>
                                            </p:txEl>
                                          </p:spTgt>
                                        </p:tgtEl>
                                      </p:cBhvr>
                                    </p:animEffect>
                                  </p:childTnLst>
                                </p:cTn>
                              </p:par>
                              <p:par>
                                <p:cTn id="17" presetID="21" presetClass="entr" presetSubtype="4" fill="hold" nodeType="withEffect">
                                  <p:stCondLst>
                                    <p:cond delay="0"/>
                                  </p:stCondLst>
                                  <p:childTnLst>
                                    <p:set>
                                      <p:cBhvr>
                                        <p:cTn id="18" dur="1" fill="hold">
                                          <p:stCondLst>
                                            <p:cond delay="0"/>
                                          </p:stCondLst>
                                        </p:cTn>
                                        <p:tgtEl>
                                          <p:spTgt spid="379907">
                                            <p:txEl>
                                              <p:pRg st="2" end="2"/>
                                            </p:txEl>
                                          </p:spTgt>
                                        </p:tgtEl>
                                        <p:attrNameLst>
                                          <p:attrName>style.visibility</p:attrName>
                                        </p:attrNameLst>
                                      </p:cBhvr>
                                      <p:to>
                                        <p:strVal val="visible"/>
                                      </p:to>
                                    </p:set>
                                    <p:animEffect transition="in" filter="wheel(4)">
                                      <p:cBhvr>
                                        <p:cTn id="19" dur="2000"/>
                                        <p:tgtEl>
                                          <p:spTgt spid="379907">
                                            <p:txEl>
                                              <p:pRg st="2" end="2"/>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41" presetClass="entr" presetSubtype="0" fill="hold" nodeType="clickEffect">
                                  <p:stCondLst>
                                    <p:cond delay="0"/>
                                  </p:stCondLst>
                                  <p:iterate type="lt">
                                    <p:tmPct val="10000"/>
                                  </p:iterate>
                                  <p:childTnLst>
                                    <p:set>
                                      <p:cBhvr>
                                        <p:cTn id="23" dur="1" fill="hold">
                                          <p:stCondLst>
                                            <p:cond delay="0"/>
                                          </p:stCondLst>
                                        </p:cTn>
                                        <p:tgtEl>
                                          <p:spTgt spid="379907">
                                            <p:txEl>
                                              <p:pRg st="3" end="3"/>
                                            </p:txEl>
                                          </p:spTgt>
                                        </p:tgtEl>
                                        <p:attrNameLst>
                                          <p:attrName>style.visibility</p:attrName>
                                        </p:attrNameLst>
                                      </p:cBhvr>
                                      <p:to>
                                        <p:strVal val="visible"/>
                                      </p:to>
                                    </p:set>
                                    <p:anim calcmode="lin" valueType="num">
                                      <p:cBhvr>
                                        <p:cTn id="24" dur="500" fill="hold"/>
                                        <p:tgtEl>
                                          <p:spTgt spid="379907">
                                            <p:txEl>
                                              <p:pRg st="3" end="3"/>
                                            </p:txEl>
                                          </p:spTgt>
                                        </p:tgtEl>
                                        <p:attrNameLst>
                                          <p:attrName>ppt_x</p:attrName>
                                        </p:attrNameLst>
                                      </p:cBhvr>
                                      <p:tavLst>
                                        <p:tav tm="0">
                                          <p:val>
                                            <p:strVal val="#ppt_x"/>
                                          </p:val>
                                        </p:tav>
                                        <p:tav tm="50000">
                                          <p:val>
                                            <p:strVal val="#ppt_x+.1"/>
                                          </p:val>
                                        </p:tav>
                                        <p:tav tm="100000">
                                          <p:val>
                                            <p:strVal val="#ppt_x"/>
                                          </p:val>
                                        </p:tav>
                                      </p:tavLst>
                                    </p:anim>
                                    <p:anim calcmode="lin" valueType="num">
                                      <p:cBhvr>
                                        <p:cTn id="25" dur="500" fill="hold"/>
                                        <p:tgtEl>
                                          <p:spTgt spid="379907">
                                            <p:txEl>
                                              <p:pRg st="3" end="3"/>
                                            </p:txEl>
                                          </p:spTgt>
                                        </p:tgtEl>
                                        <p:attrNameLst>
                                          <p:attrName>ppt_y</p:attrName>
                                        </p:attrNameLst>
                                      </p:cBhvr>
                                      <p:tavLst>
                                        <p:tav tm="0">
                                          <p:val>
                                            <p:strVal val="#ppt_y"/>
                                          </p:val>
                                        </p:tav>
                                        <p:tav tm="100000">
                                          <p:val>
                                            <p:strVal val="#ppt_y"/>
                                          </p:val>
                                        </p:tav>
                                      </p:tavLst>
                                    </p:anim>
                                    <p:anim calcmode="lin" valueType="num">
                                      <p:cBhvr>
                                        <p:cTn id="26" dur="500" fill="hold"/>
                                        <p:tgtEl>
                                          <p:spTgt spid="379907">
                                            <p:txEl>
                                              <p:pRg st="3" end="3"/>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7" dur="500" fill="hold"/>
                                        <p:tgtEl>
                                          <p:spTgt spid="379907">
                                            <p:txEl>
                                              <p:pRg st="3" end="3"/>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8" dur="500" tmFilter="0,0; .5, 1; 1, 1"/>
                                        <p:tgtEl>
                                          <p:spTgt spid="379907">
                                            <p:txEl>
                                              <p:pRg st="3" end="3"/>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41" presetClass="entr" presetSubtype="0" fill="hold" nodeType="clickEffect">
                                  <p:stCondLst>
                                    <p:cond delay="0"/>
                                  </p:stCondLst>
                                  <p:iterate type="lt">
                                    <p:tmPct val="10000"/>
                                  </p:iterate>
                                  <p:childTnLst>
                                    <p:set>
                                      <p:cBhvr>
                                        <p:cTn id="32" dur="1" fill="hold">
                                          <p:stCondLst>
                                            <p:cond delay="0"/>
                                          </p:stCondLst>
                                        </p:cTn>
                                        <p:tgtEl>
                                          <p:spTgt spid="379907">
                                            <p:txEl>
                                              <p:pRg st="3" end="3"/>
                                            </p:txEl>
                                          </p:spTgt>
                                        </p:tgtEl>
                                        <p:attrNameLst>
                                          <p:attrName>style.visibility</p:attrName>
                                        </p:attrNameLst>
                                      </p:cBhvr>
                                      <p:to>
                                        <p:strVal val="visible"/>
                                      </p:to>
                                    </p:set>
                                    <p:anim calcmode="lin" valueType="num">
                                      <p:cBhvr>
                                        <p:cTn id="33" dur="500" fill="hold"/>
                                        <p:tgtEl>
                                          <p:spTgt spid="379907">
                                            <p:txEl>
                                              <p:pRg st="3" end="3"/>
                                            </p:txEl>
                                          </p:spTgt>
                                        </p:tgtEl>
                                        <p:attrNameLst>
                                          <p:attrName>ppt_x</p:attrName>
                                        </p:attrNameLst>
                                      </p:cBhvr>
                                      <p:tavLst>
                                        <p:tav tm="0">
                                          <p:val>
                                            <p:strVal val="#ppt_x"/>
                                          </p:val>
                                        </p:tav>
                                        <p:tav tm="50000">
                                          <p:val>
                                            <p:strVal val="#ppt_x+.1"/>
                                          </p:val>
                                        </p:tav>
                                        <p:tav tm="100000">
                                          <p:val>
                                            <p:strVal val="#ppt_x"/>
                                          </p:val>
                                        </p:tav>
                                      </p:tavLst>
                                    </p:anim>
                                    <p:anim calcmode="lin" valueType="num">
                                      <p:cBhvr>
                                        <p:cTn id="34" dur="500" fill="hold"/>
                                        <p:tgtEl>
                                          <p:spTgt spid="379907">
                                            <p:txEl>
                                              <p:pRg st="3" end="3"/>
                                            </p:txEl>
                                          </p:spTgt>
                                        </p:tgtEl>
                                        <p:attrNameLst>
                                          <p:attrName>ppt_y</p:attrName>
                                        </p:attrNameLst>
                                      </p:cBhvr>
                                      <p:tavLst>
                                        <p:tav tm="0">
                                          <p:val>
                                            <p:strVal val="#ppt_y"/>
                                          </p:val>
                                        </p:tav>
                                        <p:tav tm="100000">
                                          <p:val>
                                            <p:strVal val="#ppt_y"/>
                                          </p:val>
                                        </p:tav>
                                      </p:tavLst>
                                    </p:anim>
                                    <p:anim calcmode="lin" valueType="num">
                                      <p:cBhvr>
                                        <p:cTn id="35" dur="500" fill="hold"/>
                                        <p:tgtEl>
                                          <p:spTgt spid="379907">
                                            <p:txEl>
                                              <p:pRg st="3" end="3"/>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6" dur="500" fill="hold"/>
                                        <p:tgtEl>
                                          <p:spTgt spid="379907">
                                            <p:txEl>
                                              <p:pRg st="3" end="3"/>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7" dur="500" tmFilter="0,0; .5, 1; 1, 1"/>
                                        <p:tgtEl>
                                          <p:spTgt spid="379907">
                                            <p:txEl>
                                              <p:pRg st="3" end="3"/>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1" presetClass="entr" presetSubtype="0" fill="hold" nodeType="clickEffect">
                                  <p:stCondLst>
                                    <p:cond delay="0"/>
                                  </p:stCondLst>
                                  <p:iterate type="lt">
                                    <p:tmPct val="10000"/>
                                  </p:iterate>
                                  <p:childTnLst>
                                    <p:set>
                                      <p:cBhvr>
                                        <p:cTn id="41" dur="1" fill="hold">
                                          <p:stCondLst>
                                            <p:cond delay="0"/>
                                          </p:stCondLst>
                                        </p:cTn>
                                        <p:tgtEl>
                                          <p:spTgt spid="379907">
                                            <p:txEl>
                                              <p:pRg st="4" end="4"/>
                                            </p:txEl>
                                          </p:spTgt>
                                        </p:tgtEl>
                                        <p:attrNameLst>
                                          <p:attrName>style.visibility</p:attrName>
                                        </p:attrNameLst>
                                      </p:cBhvr>
                                      <p:to>
                                        <p:strVal val="visible"/>
                                      </p:to>
                                    </p:set>
                                    <p:anim calcmode="lin" valueType="num">
                                      <p:cBhvr>
                                        <p:cTn id="42" dur="500" fill="hold"/>
                                        <p:tgtEl>
                                          <p:spTgt spid="379907">
                                            <p:txEl>
                                              <p:pRg st="4" end="4"/>
                                            </p:txEl>
                                          </p:spTgt>
                                        </p:tgtEl>
                                        <p:attrNameLst>
                                          <p:attrName>ppt_x</p:attrName>
                                        </p:attrNameLst>
                                      </p:cBhvr>
                                      <p:tavLst>
                                        <p:tav tm="0">
                                          <p:val>
                                            <p:strVal val="#ppt_x"/>
                                          </p:val>
                                        </p:tav>
                                        <p:tav tm="50000">
                                          <p:val>
                                            <p:strVal val="#ppt_x+.1"/>
                                          </p:val>
                                        </p:tav>
                                        <p:tav tm="100000">
                                          <p:val>
                                            <p:strVal val="#ppt_x"/>
                                          </p:val>
                                        </p:tav>
                                      </p:tavLst>
                                    </p:anim>
                                    <p:anim calcmode="lin" valueType="num">
                                      <p:cBhvr>
                                        <p:cTn id="43" dur="500" fill="hold"/>
                                        <p:tgtEl>
                                          <p:spTgt spid="379907">
                                            <p:txEl>
                                              <p:pRg st="4" end="4"/>
                                            </p:txEl>
                                          </p:spTgt>
                                        </p:tgtEl>
                                        <p:attrNameLst>
                                          <p:attrName>ppt_y</p:attrName>
                                        </p:attrNameLst>
                                      </p:cBhvr>
                                      <p:tavLst>
                                        <p:tav tm="0">
                                          <p:val>
                                            <p:strVal val="#ppt_y"/>
                                          </p:val>
                                        </p:tav>
                                        <p:tav tm="100000">
                                          <p:val>
                                            <p:strVal val="#ppt_y"/>
                                          </p:val>
                                        </p:tav>
                                      </p:tavLst>
                                    </p:anim>
                                    <p:anim calcmode="lin" valueType="num">
                                      <p:cBhvr>
                                        <p:cTn id="44" dur="500" fill="hold"/>
                                        <p:tgtEl>
                                          <p:spTgt spid="379907">
                                            <p:txEl>
                                              <p:pRg st="4" end="4"/>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45" dur="500" fill="hold"/>
                                        <p:tgtEl>
                                          <p:spTgt spid="379907">
                                            <p:txEl>
                                              <p:pRg st="4" end="4"/>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46" dur="500" tmFilter="0,0; .5, 1; 1, 1"/>
                                        <p:tgtEl>
                                          <p:spTgt spid="379907">
                                            <p:txEl>
                                              <p:pRg st="4" end="4"/>
                                            </p:txEl>
                                          </p:spTgt>
                                        </p:tgtEl>
                                      </p:cBhvr>
                                    </p:animEffect>
                                  </p:childTnLst>
                                </p:cTn>
                              </p:par>
                              <p:par>
                                <p:cTn id="47" presetID="41" presetClass="entr" presetSubtype="0" fill="hold" nodeType="withEffect">
                                  <p:stCondLst>
                                    <p:cond delay="0"/>
                                  </p:stCondLst>
                                  <p:iterate type="lt">
                                    <p:tmPct val="10000"/>
                                  </p:iterate>
                                  <p:childTnLst>
                                    <p:set>
                                      <p:cBhvr>
                                        <p:cTn id="48" dur="1" fill="hold">
                                          <p:stCondLst>
                                            <p:cond delay="0"/>
                                          </p:stCondLst>
                                        </p:cTn>
                                        <p:tgtEl>
                                          <p:spTgt spid="379907">
                                            <p:txEl>
                                              <p:pRg st="5" end="5"/>
                                            </p:txEl>
                                          </p:spTgt>
                                        </p:tgtEl>
                                        <p:attrNameLst>
                                          <p:attrName>style.visibility</p:attrName>
                                        </p:attrNameLst>
                                      </p:cBhvr>
                                      <p:to>
                                        <p:strVal val="visible"/>
                                      </p:to>
                                    </p:set>
                                    <p:anim calcmode="lin" valueType="num">
                                      <p:cBhvr>
                                        <p:cTn id="49" dur="500" fill="hold"/>
                                        <p:tgtEl>
                                          <p:spTgt spid="379907">
                                            <p:txEl>
                                              <p:pRg st="5" end="5"/>
                                            </p:txEl>
                                          </p:spTgt>
                                        </p:tgtEl>
                                        <p:attrNameLst>
                                          <p:attrName>ppt_x</p:attrName>
                                        </p:attrNameLst>
                                      </p:cBhvr>
                                      <p:tavLst>
                                        <p:tav tm="0">
                                          <p:val>
                                            <p:strVal val="#ppt_x"/>
                                          </p:val>
                                        </p:tav>
                                        <p:tav tm="50000">
                                          <p:val>
                                            <p:strVal val="#ppt_x+.1"/>
                                          </p:val>
                                        </p:tav>
                                        <p:tav tm="100000">
                                          <p:val>
                                            <p:strVal val="#ppt_x"/>
                                          </p:val>
                                        </p:tav>
                                      </p:tavLst>
                                    </p:anim>
                                    <p:anim calcmode="lin" valueType="num">
                                      <p:cBhvr>
                                        <p:cTn id="50" dur="500" fill="hold"/>
                                        <p:tgtEl>
                                          <p:spTgt spid="379907">
                                            <p:txEl>
                                              <p:pRg st="5" end="5"/>
                                            </p:txEl>
                                          </p:spTgt>
                                        </p:tgtEl>
                                        <p:attrNameLst>
                                          <p:attrName>ppt_y</p:attrName>
                                        </p:attrNameLst>
                                      </p:cBhvr>
                                      <p:tavLst>
                                        <p:tav tm="0">
                                          <p:val>
                                            <p:strVal val="#ppt_y"/>
                                          </p:val>
                                        </p:tav>
                                        <p:tav tm="100000">
                                          <p:val>
                                            <p:strVal val="#ppt_y"/>
                                          </p:val>
                                        </p:tav>
                                      </p:tavLst>
                                    </p:anim>
                                    <p:anim calcmode="lin" valueType="num">
                                      <p:cBhvr>
                                        <p:cTn id="51" dur="500" fill="hold"/>
                                        <p:tgtEl>
                                          <p:spTgt spid="379907">
                                            <p:txEl>
                                              <p:pRg st="5" end="5"/>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52" dur="500" fill="hold"/>
                                        <p:tgtEl>
                                          <p:spTgt spid="379907">
                                            <p:txEl>
                                              <p:pRg st="5" end="5"/>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53" dur="500" tmFilter="0,0; .5, 1; 1, 1"/>
                                        <p:tgtEl>
                                          <p:spTgt spid="379907">
                                            <p:txEl>
                                              <p:pRg st="5" end="5"/>
                                            </p:txEl>
                                          </p:spTgt>
                                        </p:tgtEl>
                                      </p:cBhvr>
                                    </p:animEffect>
                                  </p:childTnLst>
                                </p:cTn>
                              </p:par>
                              <p:par>
                                <p:cTn id="54" presetID="41" presetClass="entr" presetSubtype="0" fill="hold" nodeType="withEffect">
                                  <p:stCondLst>
                                    <p:cond delay="0"/>
                                  </p:stCondLst>
                                  <p:iterate type="lt">
                                    <p:tmPct val="10000"/>
                                  </p:iterate>
                                  <p:childTnLst>
                                    <p:set>
                                      <p:cBhvr>
                                        <p:cTn id="55" dur="1" fill="hold">
                                          <p:stCondLst>
                                            <p:cond delay="0"/>
                                          </p:stCondLst>
                                        </p:cTn>
                                        <p:tgtEl>
                                          <p:spTgt spid="379907">
                                            <p:txEl>
                                              <p:pRg st="10" end="10"/>
                                            </p:txEl>
                                          </p:spTgt>
                                        </p:tgtEl>
                                        <p:attrNameLst>
                                          <p:attrName>style.visibility</p:attrName>
                                        </p:attrNameLst>
                                      </p:cBhvr>
                                      <p:to>
                                        <p:strVal val="visible"/>
                                      </p:to>
                                    </p:set>
                                    <p:anim calcmode="lin" valueType="num">
                                      <p:cBhvr>
                                        <p:cTn id="56" dur="500" fill="hold"/>
                                        <p:tgtEl>
                                          <p:spTgt spid="379907">
                                            <p:txEl>
                                              <p:pRg st="10" end="10"/>
                                            </p:txEl>
                                          </p:spTgt>
                                        </p:tgtEl>
                                        <p:attrNameLst>
                                          <p:attrName>ppt_x</p:attrName>
                                        </p:attrNameLst>
                                      </p:cBhvr>
                                      <p:tavLst>
                                        <p:tav tm="0">
                                          <p:val>
                                            <p:strVal val="#ppt_x"/>
                                          </p:val>
                                        </p:tav>
                                        <p:tav tm="50000">
                                          <p:val>
                                            <p:strVal val="#ppt_x+.1"/>
                                          </p:val>
                                        </p:tav>
                                        <p:tav tm="100000">
                                          <p:val>
                                            <p:strVal val="#ppt_x"/>
                                          </p:val>
                                        </p:tav>
                                      </p:tavLst>
                                    </p:anim>
                                    <p:anim calcmode="lin" valueType="num">
                                      <p:cBhvr>
                                        <p:cTn id="57" dur="500" fill="hold"/>
                                        <p:tgtEl>
                                          <p:spTgt spid="379907">
                                            <p:txEl>
                                              <p:pRg st="10" end="10"/>
                                            </p:txEl>
                                          </p:spTgt>
                                        </p:tgtEl>
                                        <p:attrNameLst>
                                          <p:attrName>ppt_y</p:attrName>
                                        </p:attrNameLst>
                                      </p:cBhvr>
                                      <p:tavLst>
                                        <p:tav tm="0">
                                          <p:val>
                                            <p:strVal val="#ppt_y"/>
                                          </p:val>
                                        </p:tav>
                                        <p:tav tm="100000">
                                          <p:val>
                                            <p:strVal val="#ppt_y"/>
                                          </p:val>
                                        </p:tav>
                                      </p:tavLst>
                                    </p:anim>
                                    <p:anim calcmode="lin" valueType="num">
                                      <p:cBhvr>
                                        <p:cTn id="58" dur="500" fill="hold"/>
                                        <p:tgtEl>
                                          <p:spTgt spid="379907">
                                            <p:txEl>
                                              <p:pRg st="10" end="1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59" dur="500" fill="hold"/>
                                        <p:tgtEl>
                                          <p:spTgt spid="379907">
                                            <p:txEl>
                                              <p:pRg st="10" end="1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60" dur="500" tmFilter="0,0; .5, 1; 1, 1"/>
                                        <p:tgtEl>
                                          <p:spTgt spid="379907">
                                            <p:txEl>
                                              <p:pRg st="10" end="10"/>
                                            </p:txEl>
                                          </p:spTgt>
                                        </p:tgtEl>
                                      </p:cBhvr>
                                    </p:animEffect>
                                  </p:childTnLst>
                                </p:cTn>
                              </p:par>
                              <p:par>
                                <p:cTn id="61" presetID="41" presetClass="entr" presetSubtype="0" fill="hold" nodeType="withEffect">
                                  <p:stCondLst>
                                    <p:cond delay="0"/>
                                  </p:stCondLst>
                                  <p:iterate type="lt">
                                    <p:tmPct val="10000"/>
                                  </p:iterate>
                                  <p:childTnLst>
                                    <p:set>
                                      <p:cBhvr>
                                        <p:cTn id="62" dur="1" fill="hold">
                                          <p:stCondLst>
                                            <p:cond delay="0"/>
                                          </p:stCondLst>
                                        </p:cTn>
                                        <p:tgtEl>
                                          <p:spTgt spid="379907">
                                            <p:txEl>
                                              <p:pRg st="6" end="6"/>
                                            </p:txEl>
                                          </p:spTgt>
                                        </p:tgtEl>
                                        <p:attrNameLst>
                                          <p:attrName>style.visibility</p:attrName>
                                        </p:attrNameLst>
                                      </p:cBhvr>
                                      <p:to>
                                        <p:strVal val="visible"/>
                                      </p:to>
                                    </p:set>
                                    <p:anim calcmode="lin" valueType="num">
                                      <p:cBhvr>
                                        <p:cTn id="63" dur="500" fill="hold"/>
                                        <p:tgtEl>
                                          <p:spTgt spid="379907">
                                            <p:txEl>
                                              <p:pRg st="6" end="6"/>
                                            </p:txEl>
                                          </p:spTgt>
                                        </p:tgtEl>
                                        <p:attrNameLst>
                                          <p:attrName>ppt_x</p:attrName>
                                        </p:attrNameLst>
                                      </p:cBhvr>
                                      <p:tavLst>
                                        <p:tav tm="0">
                                          <p:val>
                                            <p:strVal val="#ppt_x"/>
                                          </p:val>
                                        </p:tav>
                                        <p:tav tm="50000">
                                          <p:val>
                                            <p:strVal val="#ppt_x+.1"/>
                                          </p:val>
                                        </p:tav>
                                        <p:tav tm="100000">
                                          <p:val>
                                            <p:strVal val="#ppt_x"/>
                                          </p:val>
                                        </p:tav>
                                      </p:tavLst>
                                    </p:anim>
                                    <p:anim calcmode="lin" valueType="num">
                                      <p:cBhvr>
                                        <p:cTn id="64" dur="500" fill="hold"/>
                                        <p:tgtEl>
                                          <p:spTgt spid="379907">
                                            <p:txEl>
                                              <p:pRg st="6" end="6"/>
                                            </p:txEl>
                                          </p:spTgt>
                                        </p:tgtEl>
                                        <p:attrNameLst>
                                          <p:attrName>ppt_y</p:attrName>
                                        </p:attrNameLst>
                                      </p:cBhvr>
                                      <p:tavLst>
                                        <p:tav tm="0">
                                          <p:val>
                                            <p:strVal val="#ppt_y"/>
                                          </p:val>
                                        </p:tav>
                                        <p:tav tm="100000">
                                          <p:val>
                                            <p:strVal val="#ppt_y"/>
                                          </p:val>
                                        </p:tav>
                                      </p:tavLst>
                                    </p:anim>
                                    <p:anim calcmode="lin" valueType="num">
                                      <p:cBhvr>
                                        <p:cTn id="65" dur="500" fill="hold"/>
                                        <p:tgtEl>
                                          <p:spTgt spid="379907">
                                            <p:txEl>
                                              <p:pRg st="6" end="6"/>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66" dur="500" fill="hold"/>
                                        <p:tgtEl>
                                          <p:spTgt spid="379907">
                                            <p:txEl>
                                              <p:pRg st="6" end="6"/>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67" dur="500" tmFilter="0,0; .5, 1; 1, 1"/>
                                        <p:tgtEl>
                                          <p:spTgt spid="379907">
                                            <p:txEl>
                                              <p:pRg st="6" end="6"/>
                                            </p:txEl>
                                          </p:spTgt>
                                        </p:tgtEl>
                                      </p:cBhvr>
                                    </p:animEffect>
                                  </p:childTnLst>
                                </p:cTn>
                              </p:par>
                              <p:par>
                                <p:cTn id="68" presetID="41" presetClass="entr" presetSubtype="0" fill="hold" nodeType="withEffect">
                                  <p:stCondLst>
                                    <p:cond delay="0"/>
                                  </p:stCondLst>
                                  <p:iterate type="lt">
                                    <p:tmPct val="10000"/>
                                  </p:iterate>
                                  <p:childTnLst>
                                    <p:set>
                                      <p:cBhvr>
                                        <p:cTn id="69" dur="1" fill="hold">
                                          <p:stCondLst>
                                            <p:cond delay="0"/>
                                          </p:stCondLst>
                                        </p:cTn>
                                        <p:tgtEl>
                                          <p:spTgt spid="379907">
                                            <p:txEl>
                                              <p:pRg st="7" end="7"/>
                                            </p:txEl>
                                          </p:spTgt>
                                        </p:tgtEl>
                                        <p:attrNameLst>
                                          <p:attrName>style.visibility</p:attrName>
                                        </p:attrNameLst>
                                      </p:cBhvr>
                                      <p:to>
                                        <p:strVal val="visible"/>
                                      </p:to>
                                    </p:set>
                                    <p:anim calcmode="lin" valueType="num">
                                      <p:cBhvr>
                                        <p:cTn id="70" dur="500" fill="hold"/>
                                        <p:tgtEl>
                                          <p:spTgt spid="379907">
                                            <p:txEl>
                                              <p:pRg st="7" end="7"/>
                                            </p:txEl>
                                          </p:spTgt>
                                        </p:tgtEl>
                                        <p:attrNameLst>
                                          <p:attrName>ppt_x</p:attrName>
                                        </p:attrNameLst>
                                      </p:cBhvr>
                                      <p:tavLst>
                                        <p:tav tm="0">
                                          <p:val>
                                            <p:strVal val="#ppt_x"/>
                                          </p:val>
                                        </p:tav>
                                        <p:tav tm="50000">
                                          <p:val>
                                            <p:strVal val="#ppt_x+.1"/>
                                          </p:val>
                                        </p:tav>
                                        <p:tav tm="100000">
                                          <p:val>
                                            <p:strVal val="#ppt_x"/>
                                          </p:val>
                                        </p:tav>
                                      </p:tavLst>
                                    </p:anim>
                                    <p:anim calcmode="lin" valueType="num">
                                      <p:cBhvr>
                                        <p:cTn id="71" dur="500" fill="hold"/>
                                        <p:tgtEl>
                                          <p:spTgt spid="379907">
                                            <p:txEl>
                                              <p:pRg st="7" end="7"/>
                                            </p:txEl>
                                          </p:spTgt>
                                        </p:tgtEl>
                                        <p:attrNameLst>
                                          <p:attrName>ppt_y</p:attrName>
                                        </p:attrNameLst>
                                      </p:cBhvr>
                                      <p:tavLst>
                                        <p:tav tm="0">
                                          <p:val>
                                            <p:strVal val="#ppt_y"/>
                                          </p:val>
                                        </p:tav>
                                        <p:tav tm="100000">
                                          <p:val>
                                            <p:strVal val="#ppt_y"/>
                                          </p:val>
                                        </p:tav>
                                      </p:tavLst>
                                    </p:anim>
                                    <p:anim calcmode="lin" valueType="num">
                                      <p:cBhvr>
                                        <p:cTn id="72" dur="500" fill="hold"/>
                                        <p:tgtEl>
                                          <p:spTgt spid="379907">
                                            <p:txEl>
                                              <p:pRg st="7" end="7"/>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73" dur="500" fill="hold"/>
                                        <p:tgtEl>
                                          <p:spTgt spid="379907">
                                            <p:txEl>
                                              <p:pRg st="7" end="7"/>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74" dur="500" tmFilter="0,0; .5, 1; 1, 1"/>
                                        <p:tgtEl>
                                          <p:spTgt spid="379907">
                                            <p:txEl>
                                              <p:pRg st="7" end="7"/>
                                            </p:txEl>
                                          </p:spTgt>
                                        </p:tgtEl>
                                      </p:cBhvr>
                                    </p:animEffect>
                                  </p:childTnLst>
                                </p:cTn>
                              </p:par>
                              <p:par>
                                <p:cTn id="75" presetID="41" presetClass="entr" presetSubtype="0" fill="hold" nodeType="withEffect">
                                  <p:stCondLst>
                                    <p:cond delay="0"/>
                                  </p:stCondLst>
                                  <p:iterate type="lt">
                                    <p:tmPct val="10000"/>
                                  </p:iterate>
                                  <p:childTnLst>
                                    <p:set>
                                      <p:cBhvr>
                                        <p:cTn id="76" dur="1" fill="hold">
                                          <p:stCondLst>
                                            <p:cond delay="0"/>
                                          </p:stCondLst>
                                        </p:cTn>
                                        <p:tgtEl>
                                          <p:spTgt spid="379907">
                                            <p:txEl>
                                              <p:pRg st="8" end="8"/>
                                            </p:txEl>
                                          </p:spTgt>
                                        </p:tgtEl>
                                        <p:attrNameLst>
                                          <p:attrName>style.visibility</p:attrName>
                                        </p:attrNameLst>
                                      </p:cBhvr>
                                      <p:to>
                                        <p:strVal val="visible"/>
                                      </p:to>
                                    </p:set>
                                    <p:anim calcmode="lin" valueType="num">
                                      <p:cBhvr>
                                        <p:cTn id="77" dur="500" fill="hold"/>
                                        <p:tgtEl>
                                          <p:spTgt spid="379907">
                                            <p:txEl>
                                              <p:pRg st="8" end="8"/>
                                            </p:txEl>
                                          </p:spTgt>
                                        </p:tgtEl>
                                        <p:attrNameLst>
                                          <p:attrName>ppt_x</p:attrName>
                                        </p:attrNameLst>
                                      </p:cBhvr>
                                      <p:tavLst>
                                        <p:tav tm="0">
                                          <p:val>
                                            <p:strVal val="#ppt_x"/>
                                          </p:val>
                                        </p:tav>
                                        <p:tav tm="50000">
                                          <p:val>
                                            <p:strVal val="#ppt_x+.1"/>
                                          </p:val>
                                        </p:tav>
                                        <p:tav tm="100000">
                                          <p:val>
                                            <p:strVal val="#ppt_x"/>
                                          </p:val>
                                        </p:tav>
                                      </p:tavLst>
                                    </p:anim>
                                    <p:anim calcmode="lin" valueType="num">
                                      <p:cBhvr>
                                        <p:cTn id="78" dur="500" fill="hold"/>
                                        <p:tgtEl>
                                          <p:spTgt spid="379907">
                                            <p:txEl>
                                              <p:pRg st="8" end="8"/>
                                            </p:txEl>
                                          </p:spTgt>
                                        </p:tgtEl>
                                        <p:attrNameLst>
                                          <p:attrName>ppt_y</p:attrName>
                                        </p:attrNameLst>
                                      </p:cBhvr>
                                      <p:tavLst>
                                        <p:tav tm="0">
                                          <p:val>
                                            <p:strVal val="#ppt_y"/>
                                          </p:val>
                                        </p:tav>
                                        <p:tav tm="100000">
                                          <p:val>
                                            <p:strVal val="#ppt_y"/>
                                          </p:val>
                                        </p:tav>
                                      </p:tavLst>
                                    </p:anim>
                                    <p:anim calcmode="lin" valueType="num">
                                      <p:cBhvr>
                                        <p:cTn id="79" dur="500" fill="hold"/>
                                        <p:tgtEl>
                                          <p:spTgt spid="379907">
                                            <p:txEl>
                                              <p:pRg st="8" end="8"/>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80" dur="500" fill="hold"/>
                                        <p:tgtEl>
                                          <p:spTgt spid="379907">
                                            <p:txEl>
                                              <p:pRg st="8" end="8"/>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81" dur="500" tmFilter="0,0; .5, 1; 1, 1"/>
                                        <p:tgtEl>
                                          <p:spTgt spid="379907">
                                            <p:txEl>
                                              <p:pRg st="8" end="8"/>
                                            </p:txEl>
                                          </p:spTgt>
                                        </p:tgtEl>
                                      </p:cBhvr>
                                    </p:animEffect>
                                  </p:childTnLst>
                                </p:cTn>
                              </p:par>
                              <p:par>
                                <p:cTn id="82" presetID="41" presetClass="entr" presetSubtype="0" fill="hold" nodeType="withEffect">
                                  <p:stCondLst>
                                    <p:cond delay="0"/>
                                  </p:stCondLst>
                                  <p:iterate type="lt">
                                    <p:tmPct val="10000"/>
                                  </p:iterate>
                                  <p:childTnLst>
                                    <p:set>
                                      <p:cBhvr>
                                        <p:cTn id="83" dur="1" fill="hold">
                                          <p:stCondLst>
                                            <p:cond delay="0"/>
                                          </p:stCondLst>
                                        </p:cTn>
                                        <p:tgtEl>
                                          <p:spTgt spid="379907">
                                            <p:txEl>
                                              <p:pRg st="9" end="9"/>
                                            </p:txEl>
                                          </p:spTgt>
                                        </p:tgtEl>
                                        <p:attrNameLst>
                                          <p:attrName>style.visibility</p:attrName>
                                        </p:attrNameLst>
                                      </p:cBhvr>
                                      <p:to>
                                        <p:strVal val="visible"/>
                                      </p:to>
                                    </p:set>
                                    <p:anim calcmode="lin" valueType="num">
                                      <p:cBhvr>
                                        <p:cTn id="84" dur="500" fill="hold"/>
                                        <p:tgtEl>
                                          <p:spTgt spid="379907">
                                            <p:txEl>
                                              <p:pRg st="9" end="9"/>
                                            </p:txEl>
                                          </p:spTgt>
                                        </p:tgtEl>
                                        <p:attrNameLst>
                                          <p:attrName>ppt_x</p:attrName>
                                        </p:attrNameLst>
                                      </p:cBhvr>
                                      <p:tavLst>
                                        <p:tav tm="0">
                                          <p:val>
                                            <p:strVal val="#ppt_x"/>
                                          </p:val>
                                        </p:tav>
                                        <p:tav tm="50000">
                                          <p:val>
                                            <p:strVal val="#ppt_x+.1"/>
                                          </p:val>
                                        </p:tav>
                                        <p:tav tm="100000">
                                          <p:val>
                                            <p:strVal val="#ppt_x"/>
                                          </p:val>
                                        </p:tav>
                                      </p:tavLst>
                                    </p:anim>
                                    <p:anim calcmode="lin" valueType="num">
                                      <p:cBhvr>
                                        <p:cTn id="85" dur="500" fill="hold"/>
                                        <p:tgtEl>
                                          <p:spTgt spid="379907">
                                            <p:txEl>
                                              <p:pRg st="9" end="9"/>
                                            </p:txEl>
                                          </p:spTgt>
                                        </p:tgtEl>
                                        <p:attrNameLst>
                                          <p:attrName>ppt_y</p:attrName>
                                        </p:attrNameLst>
                                      </p:cBhvr>
                                      <p:tavLst>
                                        <p:tav tm="0">
                                          <p:val>
                                            <p:strVal val="#ppt_y"/>
                                          </p:val>
                                        </p:tav>
                                        <p:tav tm="100000">
                                          <p:val>
                                            <p:strVal val="#ppt_y"/>
                                          </p:val>
                                        </p:tav>
                                      </p:tavLst>
                                    </p:anim>
                                    <p:anim calcmode="lin" valueType="num">
                                      <p:cBhvr>
                                        <p:cTn id="86" dur="500" fill="hold"/>
                                        <p:tgtEl>
                                          <p:spTgt spid="379907">
                                            <p:txEl>
                                              <p:pRg st="9" end="9"/>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87" dur="500" fill="hold"/>
                                        <p:tgtEl>
                                          <p:spTgt spid="379907">
                                            <p:txEl>
                                              <p:pRg st="9" end="9"/>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88" dur="500" tmFilter="0,0; .5, 1; 1, 1"/>
                                        <p:tgtEl>
                                          <p:spTgt spid="37990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Number Placeholder 5">
            <a:extLst>
              <a:ext uri="{FF2B5EF4-FFF2-40B4-BE49-F238E27FC236}">
                <a16:creationId xmlns:a16="http://schemas.microsoft.com/office/drawing/2014/main" id="{E5409620-681C-4726-623B-8CB88ABCF097}"/>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A3705ACE-709C-4A3E-91DE-485D930DE500}" type="slidenum">
              <a:rPr lang="en-US" altLang="vi-VN" sz="1000">
                <a:latin typeface="Verdana" panose="020B0604030504040204" pitchFamily="34" charset="0"/>
              </a:rPr>
              <a:pPr algn="r" eaLnBrk="1" hangingPunct="1">
                <a:spcBef>
                  <a:spcPct val="0"/>
                </a:spcBef>
                <a:buFontTx/>
                <a:buNone/>
              </a:pPr>
              <a:t>83</a:t>
            </a:fld>
            <a:endParaRPr lang="en-US" altLang="vi-VN" sz="1000">
              <a:latin typeface="Verdana" panose="020B0604030504040204" pitchFamily="34" charset="0"/>
            </a:endParaRPr>
          </a:p>
        </p:txBody>
      </p:sp>
      <p:sp>
        <p:nvSpPr>
          <p:cNvPr id="100355" name="Rectangle 2">
            <a:extLst>
              <a:ext uri="{FF2B5EF4-FFF2-40B4-BE49-F238E27FC236}">
                <a16:creationId xmlns:a16="http://schemas.microsoft.com/office/drawing/2014/main" id="{F04442B4-A13E-A4D0-F3F1-B8325B3422F7}"/>
              </a:ext>
            </a:extLst>
          </p:cNvPr>
          <p:cNvSpPr>
            <a:spLocks noGrp="1" noChangeArrowheads="1"/>
          </p:cNvSpPr>
          <p:nvPr>
            <p:ph type="title" idx="4294967295"/>
          </p:nvPr>
        </p:nvSpPr>
        <p:spPr>
          <a:xfrm>
            <a:off x="304800" y="95250"/>
            <a:ext cx="8839200" cy="609600"/>
          </a:xfrm>
        </p:spPr>
        <p:txBody>
          <a:bodyPr anchor="b"/>
          <a:lstStyle/>
          <a:p>
            <a:pPr eaLnBrk="1" hangingPunct="1"/>
            <a:r>
              <a:rPr lang="en-US" altLang="vi-VN" sz="2800" b="1">
                <a:solidFill>
                  <a:srgbClr val="FF0000"/>
                </a:solidFill>
                <a:latin typeface="Times New Roman" panose="02020603050405020304" pitchFamily="18" charset="0"/>
              </a:rPr>
              <a:t>2. Lọc theo bảng tiêu chuẩn tạo trước</a:t>
            </a:r>
          </a:p>
        </p:txBody>
      </p:sp>
      <p:sp>
        <p:nvSpPr>
          <p:cNvPr id="382979" name="Rectangle 3">
            <a:extLst>
              <a:ext uri="{FF2B5EF4-FFF2-40B4-BE49-F238E27FC236}">
                <a16:creationId xmlns:a16="http://schemas.microsoft.com/office/drawing/2014/main" id="{5A0D6EA0-F363-A4E7-D8AF-5C340F7C4F38}"/>
              </a:ext>
            </a:extLst>
          </p:cNvPr>
          <p:cNvSpPr>
            <a:spLocks noGrp="1" noChangeArrowheads="1"/>
          </p:cNvSpPr>
          <p:nvPr>
            <p:ph type="body" idx="4294967295"/>
          </p:nvPr>
        </p:nvSpPr>
        <p:spPr>
          <a:xfrm>
            <a:off x="228600" y="1219200"/>
            <a:ext cx="8686800" cy="5181600"/>
          </a:xfrm>
        </p:spPr>
        <p:txBody>
          <a:bodyPr/>
          <a:lstStyle/>
          <a:p>
            <a:pPr marL="0" indent="0" eaLnBrk="1" hangingPunct="1">
              <a:buFont typeface="Wingdings" panose="05000000000000000000" pitchFamily="2" charset="2"/>
              <a:buChar char="Ø"/>
            </a:pPr>
            <a:r>
              <a:rPr lang="en-US" altLang="vi-VN" sz="2800">
                <a:latin typeface="Times New Roman" panose="02020603050405020304" pitchFamily="18" charset="0"/>
              </a:rPr>
              <a:t> Dùng để lọc dữ liệu có điều kiện hoặc trích dữ liệu đến nơi khác</a:t>
            </a:r>
            <a:r>
              <a:rPr lang="en-US" altLang="vi-VN">
                <a:latin typeface="Times New Roman" panose="02020603050405020304" pitchFamily="18" charset="0"/>
              </a:rPr>
              <a:t> (</a:t>
            </a:r>
            <a:r>
              <a:rPr lang="en-US" altLang="vi-VN" sz="2800" b="1">
                <a:latin typeface="Times New Roman" panose="02020603050405020304" pitchFamily="18" charset="0"/>
              </a:rPr>
              <a:t>sử dụng tên trường để tạo vùng tiêu chuẩn)</a:t>
            </a:r>
            <a:endParaRPr lang="en-US" altLang="vi-VN" sz="2800">
              <a:latin typeface="Times New Roman" panose="02020603050405020304" pitchFamily="18" charset="0"/>
            </a:endParaRPr>
          </a:p>
          <a:p>
            <a:pPr marL="0" indent="0" eaLnBrk="1" hangingPunct="1">
              <a:buFont typeface="Wingdings" panose="05000000000000000000" pitchFamily="2" charset="2"/>
              <a:buNone/>
            </a:pPr>
            <a:r>
              <a:rPr lang="en-US" altLang="vi-VN" sz="2800">
                <a:latin typeface="Times New Roman" panose="02020603050405020304" pitchFamily="18" charset="0"/>
              </a:rPr>
              <a:t>- Chọn các  ô trống để làm vùng tiêu chuẩn.</a:t>
            </a:r>
          </a:p>
          <a:p>
            <a:pPr marL="0" indent="0" eaLnBrk="1" hangingPunct="1">
              <a:buFont typeface="Wingdings" panose="05000000000000000000" pitchFamily="2" charset="2"/>
              <a:buNone/>
            </a:pPr>
            <a:r>
              <a:rPr lang="en-US" altLang="vi-VN" sz="2800">
                <a:latin typeface="Times New Roman" panose="02020603050405020304" pitchFamily="18" charset="0"/>
              </a:rPr>
              <a:t>- Sao chép tên trường đến dòng đầu của vùng tiêu chuẩn.</a:t>
            </a:r>
          </a:p>
          <a:p>
            <a:pPr marL="0" indent="0" eaLnBrk="1" hangingPunct="1">
              <a:buFontTx/>
              <a:buNone/>
            </a:pPr>
            <a:r>
              <a:rPr lang="en-US" altLang="vi-VN" sz="2800">
                <a:latin typeface="Times New Roman" panose="02020603050405020304" pitchFamily="18" charset="0"/>
              </a:rPr>
              <a:t>Nhập trực tiếp các điều kiện vào ô dưới của tên trường tương ứng.</a:t>
            </a:r>
            <a:r>
              <a:rPr lang="en-US" altLang="vi-VN" sz="280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382979">
                                            <p:txEl>
                                              <p:pRg st="0" end="0"/>
                                            </p:txEl>
                                          </p:spTgt>
                                        </p:tgtEl>
                                        <p:attrNameLst>
                                          <p:attrName>style.visibility</p:attrName>
                                        </p:attrNameLst>
                                      </p:cBhvr>
                                      <p:to>
                                        <p:strVal val="visible"/>
                                      </p:to>
                                    </p:set>
                                    <p:anim calcmode="lin" valueType="num">
                                      <p:cBhvr>
                                        <p:cTn id="7" dur="500" fill="hold"/>
                                        <p:tgtEl>
                                          <p:spTgt spid="382979">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82979">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382979">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82979">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82979">
                                            <p:txEl>
                                              <p:pRg st="0" end="0"/>
                                            </p:txEl>
                                          </p:spTgt>
                                        </p:tgtEl>
                                      </p:cBhvr>
                                    </p:animEffect>
                                  </p:childTnLst>
                                </p:cTn>
                              </p:par>
                              <p:par>
                                <p:cTn id="12" presetID="41" presetClass="entr" presetSubtype="0" fill="hold" nodeType="withEffect">
                                  <p:stCondLst>
                                    <p:cond delay="0"/>
                                  </p:stCondLst>
                                  <p:iterate type="lt">
                                    <p:tmPct val="10000"/>
                                  </p:iterate>
                                  <p:childTnLst>
                                    <p:set>
                                      <p:cBhvr>
                                        <p:cTn id="13" dur="1" fill="hold">
                                          <p:stCondLst>
                                            <p:cond delay="0"/>
                                          </p:stCondLst>
                                        </p:cTn>
                                        <p:tgtEl>
                                          <p:spTgt spid="382979">
                                            <p:txEl>
                                              <p:pRg st="1" end="1"/>
                                            </p:txEl>
                                          </p:spTgt>
                                        </p:tgtEl>
                                        <p:attrNameLst>
                                          <p:attrName>style.visibility</p:attrName>
                                        </p:attrNameLst>
                                      </p:cBhvr>
                                      <p:to>
                                        <p:strVal val="visible"/>
                                      </p:to>
                                    </p:set>
                                    <p:anim calcmode="lin" valueType="num">
                                      <p:cBhvr>
                                        <p:cTn id="14" dur="500" fill="hold"/>
                                        <p:tgtEl>
                                          <p:spTgt spid="382979">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15" dur="500" fill="hold"/>
                                        <p:tgtEl>
                                          <p:spTgt spid="382979">
                                            <p:txEl>
                                              <p:pRg st="1" end="1"/>
                                            </p:txEl>
                                          </p:spTgt>
                                        </p:tgtEl>
                                        <p:attrNameLst>
                                          <p:attrName>ppt_y</p:attrName>
                                        </p:attrNameLst>
                                      </p:cBhvr>
                                      <p:tavLst>
                                        <p:tav tm="0">
                                          <p:val>
                                            <p:strVal val="#ppt_y"/>
                                          </p:val>
                                        </p:tav>
                                        <p:tav tm="100000">
                                          <p:val>
                                            <p:strVal val="#ppt_y"/>
                                          </p:val>
                                        </p:tav>
                                      </p:tavLst>
                                    </p:anim>
                                    <p:anim calcmode="lin" valueType="num">
                                      <p:cBhvr>
                                        <p:cTn id="16" dur="500" fill="hold"/>
                                        <p:tgtEl>
                                          <p:spTgt spid="382979">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7" dur="500" fill="hold"/>
                                        <p:tgtEl>
                                          <p:spTgt spid="382979">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8" dur="500" tmFilter="0,0; .5, 1; 1, 1"/>
                                        <p:tgtEl>
                                          <p:spTgt spid="382979">
                                            <p:txEl>
                                              <p:pRg st="1" end="1"/>
                                            </p:txEl>
                                          </p:spTgt>
                                        </p:tgtEl>
                                      </p:cBhvr>
                                    </p:animEffect>
                                  </p:childTnLst>
                                </p:cTn>
                              </p:par>
                              <p:par>
                                <p:cTn id="19" presetID="41" presetClass="entr" presetSubtype="0" fill="hold" nodeType="withEffect">
                                  <p:stCondLst>
                                    <p:cond delay="0"/>
                                  </p:stCondLst>
                                  <p:iterate type="lt">
                                    <p:tmPct val="10000"/>
                                  </p:iterate>
                                  <p:childTnLst>
                                    <p:set>
                                      <p:cBhvr>
                                        <p:cTn id="20" dur="1" fill="hold">
                                          <p:stCondLst>
                                            <p:cond delay="0"/>
                                          </p:stCondLst>
                                        </p:cTn>
                                        <p:tgtEl>
                                          <p:spTgt spid="382979">
                                            <p:txEl>
                                              <p:pRg st="2" end="2"/>
                                            </p:txEl>
                                          </p:spTgt>
                                        </p:tgtEl>
                                        <p:attrNameLst>
                                          <p:attrName>style.visibility</p:attrName>
                                        </p:attrNameLst>
                                      </p:cBhvr>
                                      <p:to>
                                        <p:strVal val="visible"/>
                                      </p:to>
                                    </p:set>
                                    <p:anim calcmode="lin" valueType="num">
                                      <p:cBhvr>
                                        <p:cTn id="21" dur="500" fill="hold"/>
                                        <p:tgtEl>
                                          <p:spTgt spid="382979">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382979">
                                            <p:txEl>
                                              <p:pRg st="2" end="2"/>
                                            </p:txEl>
                                          </p:spTgt>
                                        </p:tgtEl>
                                        <p:attrNameLst>
                                          <p:attrName>ppt_y</p:attrName>
                                        </p:attrNameLst>
                                      </p:cBhvr>
                                      <p:tavLst>
                                        <p:tav tm="0">
                                          <p:val>
                                            <p:strVal val="#ppt_y"/>
                                          </p:val>
                                        </p:tav>
                                        <p:tav tm="100000">
                                          <p:val>
                                            <p:strVal val="#ppt_y"/>
                                          </p:val>
                                        </p:tav>
                                      </p:tavLst>
                                    </p:anim>
                                    <p:anim calcmode="lin" valueType="num">
                                      <p:cBhvr>
                                        <p:cTn id="23" dur="500" fill="hold"/>
                                        <p:tgtEl>
                                          <p:spTgt spid="382979">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382979">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382979">
                                            <p:txEl>
                                              <p:pRg st="2" end="2"/>
                                            </p:txEl>
                                          </p:spTgt>
                                        </p:tgtEl>
                                      </p:cBhvr>
                                    </p:animEffect>
                                  </p:childTnLst>
                                </p:cTn>
                              </p:par>
                              <p:par>
                                <p:cTn id="26" presetID="41" presetClass="entr" presetSubtype="0" fill="hold" nodeType="withEffect">
                                  <p:stCondLst>
                                    <p:cond delay="0"/>
                                  </p:stCondLst>
                                  <p:iterate type="lt">
                                    <p:tmPct val="10000"/>
                                  </p:iterate>
                                  <p:childTnLst>
                                    <p:set>
                                      <p:cBhvr>
                                        <p:cTn id="27" dur="1" fill="hold">
                                          <p:stCondLst>
                                            <p:cond delay="0"/>
                                          </p:stCondLst>
                                        </p:cTn>
                                        <p:tgtEl>
                                          <p:spTgt spid="382979">
                                            <p:txEl>
                                              <p:pRg st="3" end="3"/>
                                            </p:txEl>
                                          </p:spTgt>
                                        </p:tgtEl>
                                        <p:attrNameLst>
                                          <p:attrName>style.visibility</p:attrName>
                                        </p:attrNameLst>
                                      </p:cBhvr>
                                      <p:to>
                                        <p:strVal val="visible"/>
                                      </p:to>
                                    </p:set>
                                    <p:anim calcmode="lin" valueType="num">
                                      <p:cBhvr>
                                        <p:cTn id="28" dur="500" fill="hold"/>
                                        <p:tgtEl>
                                          <p:spTgt spid="382979">
                                            <p:txEl>
                                              <p:pRg st="3" end="3"/>
                                            </p:txEl>
                                          </p:spTgt>
                                        </p:tgtEl>
                                        <p:attrNameLst>
                                          <p:attrName>ppt_x</p:attrName>
                                        </p:attrNameLst>
                                      </p:cBhvr>
                                      <p:tavLst>
                                        <p:tav tm="0">
                                          <p:val>
                                            <p:strVal val="#ppt_x"/>
                                          </p:val>
                                        </p:tav>
                                        <p:tav tm="50000">
                                          <p:val>
                                            <p:strVal val="#ppt_x+.1"/>
                                          </p:val>
                                        </p:tav>
                                        <p:tav tm="100000">
                                          <p:val>
                                            <p:strVal val="#ppt_x"/>
                                          </p:val>
                                        </p:tav>
                                      </p:tavLst>
                                    </p:anim>
                                    <p:anim calcmode="lin" valueType="num">
                                      <p:cBhvr>
                                        <p:cTn id="29" dur="500" fill="hold"/>
                                        <p:tgtEl>
                                          <p:spTgt spid="382979">
                                            <p:txEl>
                                              <p:pRg st="3" end="3"/>
                                            </p:txEl>
                                          </p:spTgt>
                                        </p:tgtEl>
                                        <p:attrNameLst>
                                          <p:attrName>ppt_y</p:attrName>
                                        </p:attrNameLst>
                                      </p:cBhvr>
                                      <p:tavLst>
                                        <p:tav tm="0">
                                          <p:val>
                                            <p:strVal val="#ppt_y"/>
                                          </p:val>
                                        </p:tav>
                                        <p:tav tm="100000">
                                          <p:val>
                                            <p:strVal val="#ppt_y"/>
                                          </p:val>
                                        </p:tav>
                                      </p:tavLst>
                                    </p:anim>
                                    <p:anim calcmode="lin" valueType="num">
                                      <p:cBhvr>
                                        <p:cTn id="30" dur="500" fill="hold"/>
                                        <p:tgtEl>
                                          <p:spTgt spid="382979">
                                            <p:txEl>
                                              <p:pRg st="3" end="3"/>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1" dur="500" fill="hold"/>
                                        <p:tgtEl>
                                          <p:spTgt spid="382979">
                                            <p:txEl>
                                              <p:pRg st="3" end="3"/>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2" dur="500" tmFilter="0,0; .5, 1; 1, 1"/>
                                        <p:tgtEl>
                                          <p:spTgt spid="38297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Number Placeholder 5">
            <a:extLst>
              <a:ext uri="{FF2B5EF4-FFF2-40B4-BE49-F238E27FC236}">
                <a16:creationId xmlns:a16="http://schemas.microsoft.com/office/drawing/2014/main" id="{FC3B4016-6839-183A-DCA9-8618CB7DED9C}"/>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8C49A03A-64AE-4A32-A58B-611205704C0F}" type="slidenum">
              <a:rPr lang="en-US" altLang="vi-VN" sz="1000">
                <a:latin typeface="Verdana" panose="020B0604030504040204" pitchFamily="34" charset="0"/>
              </a:rPr>
              <a:pPr algn="r" eaLnBrk="1" hangingPunct="1">
                <a:spcBef>
                  <a:spcPct val="0"/>
                </a:spcBef>
                <a:buFontTx/>
                <a:buNone/>
              </a:pPr>
              <a:t>84</a:t>
            </a:fld>
            <a:endParaRPr lang="en-US" altLang="vi-VN" sz="1000">
              <a:latin typeface="Verdana" panose="020B0604030504040204" pitchFamily="34" charset="0"/>
            </a:endParaRPr>
          </a:p>
        </p:txBody>
      </p:sp>
      <p:sp>
        <p:nvSpPr>
          <p:cNvPr id="384003" name="Rectangle 3">
            <a:extLst>
              <a:ext uri="{FF2B5EF4-FFF2-40B4-BE49-F238E27FC236}">
                <a16:creationId xmlns:a16="http://schemas.microsoft.com/office/drawing/2014/main" id="{9259E9AD-606D-5EF2-21AD-8895A06B2C72}"/>
              </a:ext>
            </a:extLst>
          </p:cNvPr>
          <p:cNvSpPr>
            <a:spLocks noGrp="1" noChangeArrowheads="1"/>
          </p:cNvSpPr>
          <p:nvPr>
            <p:ph type="body" idx="4294967295"/>
          </p:nvPr>
        </p:nvSpPr>
        <p:spPr>
          <a:xfrm>
            <a:off x="457200" y="1371600"/>
            <a:ext cx="8458200" cy="5026025"/>
          </a:xfrm>
        </p:spPr>
        <p:txBody>
          <a:bodyPr/>
          <a:lstStyle/>
          <a:p>
            <a:pPr eaLnBrk="1" hangingPunct="1">
              <a:buFontTx/>
              <a:buNone/>
            </a:pPr>
            <a:r>
              <a:rPr lang="en-US" altLang="vi-VN" sz="2800">
                <a:solidFill>
                  <a:srgbClr val="FF0000"/>
                </a:solidFill>
                <a:latin typeface="Times New Roman" panose="02020603050405020304" pitchFamily="18" charset="0"/>
              </a:rPr>
              <a:t>Lưu ý :</a:t>
            </a:r>
          </a:p>
          <a:p>
            <a:pPr algn="just" eaLnBrk="1" hangingPunct="1">
              <a:buFontTx/>
              <a:buChar char="-"/>
            </a:pPr>
            <a:r>
              <a:rPr lang="en-US" altLang="vi-VN" sz="2800">
                <a:latin typeface="Times New Roman" panose="02020603050405020304" pitchFamily="18" charset="0"/>
              </a:rPr>
              <a:t>Các điều kiện ghi trên cùng một hàng là các điều kiện thỏa mãn đồng thời (điều kiện AND).</a:t>
            </a:r>
          </a:p>
          <a:p>
            <a:pPr algn="just" eaLnBrk="1" hangingPunct="1">
              <a:buFontTx/>
              <a:buChar char="-"/>
            </a:pPr>
            <a:r>
              <a:rPr lang="en-US" altLang="vi-VN" sz="2800">
                <a:latin typeface="Times New Roman" panose="02020603050405020304" pitchFamily="18" charset="0"/>
              </a:rPr>
              <a:t>Các  điều kiện ghi trên các hàng khác nhau là những điều kiện thỏa mãn không đồng thời (điều kiện OR).</a:t>
            </a:r>
          </a:p>
          <a:p>
            <a:pPr eaLnBrk="1" hangingPunct="1"/>
            <a:endParaRPr lang="en-US" altLang="vi-VN" sz="2800"/>
          </a:p>
        </p:txBody>
      </p:sp>
      <p:sp>
        <p:nvSpPr>
          <p:cNvPr id="101380" name="Rectangle 2">
            <a:extLst>
              <a:ext uri="{FF2B5EF4-FFF2-40B4-BE49-F238E27FC236}">
                <a16:creationId xmlns:a16="http://schemas.microsoft.com/office/drawing/2014/main" id="{06233ABF-BF9C-994C-F0CA-DF3EA9AEE57B}"/>
              </a:ext>
            </a:extLst>
          </p:cNvPr>
          <p:cNvSpPr>
            <a:spLocks noChangeArrowheads="1"/>
          </p:cNvSpPr>
          <p:nvPr/>
        </p:nvSpPr>
        <p:spPr bwMode="gray">
          <a:xfrm>
            <a:off x="304800" y="95250"/>
            <a:ext cx="88392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vi-VN" sz="2800" b="1">
                <a:solidFill>
                  <a:srgbClr val="FF0000"/>
                </a:solidFill>
                <a:latin typeface="Times New Roman" panose="02020603050405020304" pitchFamily="18" charset="0"/>
              </a:rPr>
              <a:t>2. Lọc theo bảng tiêu chuẩn tạo trước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384003">
                                            <p:txEl>
                                              <p:pRg st="0" end="0"/>
                                            </p:txEl>
                                          </p:spTgt>
                                        </p:tgtEl>
                                        <p:attrNameLst>
                                          <p:attrName>style.visibility</p:attrName>
                                        </p:attrNameLst>
                                      </p:cBhvr>
                                      <p:to>
                                        <p:strVal val="visible"/>
                                      </p:to>
                                    </p:set>
                                    <p:anim calcmode="lin" valueType="num">
                                      <p:cBhvr>
                                        <p:cTn id="7" dur="500" fill="hold"/>
                                        <p:tgtEl>
                                          <p:spTgt spid="384003">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84003">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384003">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84003">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84003">
                                            <p:txEl>
                                              <p:pRg st="0" end="0"/>
                                            </p:txEl>
                                          </p:spTgt>
                                        </p:tgtEl>
                                      </p:cBhvr>
                                    </p:animEffect>
                                  </p:childTnLst>
                                </p:cTn>
                              </p:par>
                              <p:par>
                                <p:cTn id="12" presetID="41" presetClass="entr" presetSubtype="0" fill="hold" nodeType="withEffect">
                                  <p:stCondLst>
                                    <p:cond delay="0"/>
                                  </p:stCondLst>
                                  <p:iterate type="lt">
                                    <p:tmPct val="10000"/>
                                  </p:iterate>
                                  <p:childTnLst>
                                    <p:set>
                                      <p:cBhvr>
                                        <p:cTn id="13" dur="1" fill="hold">
                                          <p:stCondLst>
                                            <p:cond delay="0"/>
                                          </p:stCondLst>
                                        </p:cTn>
                                        <p:tgtEl>
                                          <p:spTgt spid="384003">
                                            <p:txEl>
                                              <p:pRg st="1" end="1"/>
                                            </p:txEl>
                                          </p:spTgt>
                                        </p:tgtEl>
                                        <p:attrNameLst>
                                          <p:attrName>style.visibility</p:attrName>
                                        </p:attrNameLst>
                                      </p:cBhvr>
                                      <p:to>
                                        <p:strVal val="visible"/>
                                      </p:to>
                                    </p:set>
                                    <p:anim calcmode="lin" valueType="num">
                                      <p:cBhvr>
                                        <p:cTn id="14" dur="500" fill="hold"/>
                                        <p:tgtEl>
                                          <p:spTgt spid="384003">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15" dur="500" fill="hold"/>
                                        <p:tgtEl>
                                          <p:spTgt spid="384003">
                                            <p:txEl>
                                              <p:pRg st="1" end="1"/>
                                            </p:txEl>
                                          </p:spTgt>
                                        </p:tgtEl>
                                        <p:attrNameLst>
                                          <p:attrName>ppt_y</p:attrName>
                                        </p:attrNameLst>
                                      </p:cBhvr>
                                      <p:tavLst>
                                        <p:tav tm="0">
                                          <p:val>
                                            <p:strVal val="#ppt_y"/>
                                          </p:val>
                                        </p:tav>
                                        <p:tav tm="100000">
                                          <p:val>
                                            <p:strVal val="#ppt_y"/>
                                          </p:val>
                                        </p:tav>
                                      </p:tavLst>
                                    </p:anim>
                                    <p:anim calcmode="lin" valueType="num">
                                      <p:cBhvr>
                                        <p:cTn id="16" dur="500" fill="hold"/>
                                        <p:tgtEl>
                                          <p:spTgt spid="384003">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7" dur="500" fill="hold"/>
                                        <p:tgtEl>
                                          <p:spTgt spid="384003">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8" dur="500" tmFilter="0,0; .5, 1; 1, 1"/>
                                        <p:tgtEl>
                                          <p:spTgt spid="384003">
                                            <p:txEl>
                                              <p:pRg st="1" end="1"/>
                                            </p:txEl>
                                          </p:spTgt>
                                        </p:tgtEl>
                                      </p:cBhvr>
                                    </p:animEffect>
                                  </p:childTnLst>
                                </p:cTn>
                              </p:par>
                              <p:par>
                                <p:cTn id="19" presetID="41" presetClass="entr" presetSubtype="0" fill="hold" nodeType="withEffect">
                                  <p:stCondLst>
                                    <p:cond delay="0"/>
                                  </p:stCondLst>
                                  <p:iterate type="lt">
                                    <p:tmPct val="10000"/>
                                  </p:iterate>
                                  <p:childTnLst>
                                    <p:set>
                                      <p:cBhvr>
                                        <p:cTn id="20" dur="1" fill="hold">
                                          <p:stCondLst>
                                            <p:cond delay="0"/>
                                          </p:stCondLst>
                                        </p:cTn>
                                        <p:tgtEl>
                                          <p:spTgt spid="384003">
                                            <p:txEl>
                                              <p:pRg st="2" end="2"/>
                                            </p:txEl>
                                          </p:spTgt>
                                        </p:tgtEl>
                                        <p:attrNameLst>
                                          <p:attrName>style.visibility</p:attrName>
                                        </p:attrNameLst>
                                      </p:cBhvr>
                                      <p:to>
                                        <p:strVal val="visible"/>
                                      </p:to>
                                    </p:set>
                                    <p:anim calcmode="lin" valueType="num">
                                      <p:cBhvr>
                                        <p:cTn id="21" dur="500" fill="hold"/>
                                        <p:tgtEl>
                                          <p:spTgt spid="384003">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384003">
                                            <p:txEl>
                                              <p:pRg st="2" end="2"/>
                                            </p:txEl>
                                          </p:spTgt>
                                        </p:tgtEl>
                                        <p:attrNameLst>
                                          <p:attrName>ppt_y</p:attrName>
                                        </p:attrNameLst>
                                      </p:cBhvr>
                                      <p:tavLst>
                                        <p:tav tm="0">
                                          <p:val>
                                            <p:strVal val="#ppt_y"/>
                                          </p:val>
                                        </p:tav>
                                        <p:tav tm="100000">
                                          <p:val>
                                            <p:strVal val="#ppt_y"/>
                                          </p:val>
                                        </p:tav>
                                      </p:tavLst>
                                    </p:anim>
                                    <p:anim calcmode="lin" valueType="num">
                                      <p:cBhvr>
                                        <p:cTn id="23" dur="500" fill="hold"/>
                                        <p:tgtEl>
                                          <p:spTgt spid="384003">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384003">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38400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Number Placeholder 5">
            <a:extLst>
              <a:ext uri="{FF2B5EF4-FFF2-40B4-BE49-F238E27FC236}">
                <a16:creationId xmlns:a16="http://schemas.microsoft.com/office/drawing/2014/main" id="{BD80957C-0DA8-F5FA-CCC2-F9B399AE7630}"/>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028AE291-2819-40A3-A980-DA12646EA8D1}" type="slidenum">
              <a:rPr lang="en-US" altLang="vi-VN" sz="1000">
                <a:latin typeface="Verdana" panose="020B0604030504040204" pitchFamily="34" charset="0"/>
              </a:rPr>
              <a:pPr algn="r" eaLnBrk="1" hangingPunct="1">
                <a:spcBef>
                  <a:spcPct val="0"/>
                </a:spcBef>
                <a:buFontTx/>
                <a:buNone/>
              </a:pPr>
              <a:t>85</a:t>
            </a:fld>
            <a:endParaRPr lang="en-US" altLang="vi-VN" sz="1000">
              <a:latin typeface="Verdana" panose="020B0604030504040204" pitchFamily="34" charset="0"/>
            </a:endParaRPr>
          </a:p>
        </p:txBody>
      </p:sp>
      <p:sp>
        <p:nvSpPr>
          <p:cNvPr id="102403" name="Rectangle 2">
            <a:extLst>
              <a:ext uri="{FF2B5EF4-FFF2-40B4-BE49-F238E27FC236}">
                <a16:creationId xmlns:a16="http://schemas.microsoft.com/office/drawing/2014/main" id="{9CEC56AE-22E6-9E13-CBAA-07322BFF18C2}"/>
              </a:ext>
            </a:extLst>
          </p:cNvPr>
          <p:cNvSpPr>
            <a:spLocks noGrp="1" noChangeArrowheads="1"/>
          </p:cNvSpPr>
          <p:nvPr>
            <p:ph type="title" idx="4294967295"/>
          </p:nvPr>
        </p:nvSpPr>
        <p:spPr/>
        <p:txBody>
          <a:bodyPr anchor="b"/>
          <a:lstStyle/>
          <a:p>
            <a:pPr eaLnBrk="1" hangingPunct="1"/>
            <a:r>
              <a:rPr lang="vi-VN" altLang="vi-VN" sz="2800" b="1">
                <a:solidFill>
                  <a:srgbClr val="FF0000"/>
                </a:solidFill>
                <a:latin typeface="Times New Roman" panose="02020603050405020304" pitchFamily="18" charset="0"/>
              </a:rPr>
              <a:t>I</a:t>
            </a:r>
            <a:r>
              <a:rPr lang="en-US" altLang="vi-VN" sz="2800" b="1">
                <a:solidFill>
                  <a:srgbClr val="FF0000"/>
                </a:solidFill>
                <a:latin typeface="Times New Roman" panose="02020603050405020304" pitchFamily="18" charset="0"/>
              </a:rPr>
              <a:t>II</a:t>
            </a:r>
            <a:r>
              <a:rPr lang="vi-VN" altLang="vi-VN" sz="2800" b="1">
                <a:solidFill>
                  <a:srgbClr val="FF0000"/>
                </a:solidFill>
                <a:latin typeface="Times New Roman" panose="02020603050405020304" pitchFamily="18" charset="0"/>
              </a:rPr>
              <a:t>. </a:t>
            </a:r>
            <a:r>
              <a:rPr lang="en-US" altLang="vi-VN" sz="2800" b="1">
                <a:solidFill>
                  <a:srgbClr val="FF0000"/>
                </a:solidFill>
                <a:latin typeface="Times New Roman" panose="02020603050405020304" pitchFamily="18" charset="0"/>
              </a:rPr>
              <a:t>Các loại biểu đồ</a:t>
            </a:r>
          </a:p>
        </p:txBody>
      </p:sp>
      <p:sp>
        <p:nvSpPr>
          <p:cNvPr id="390147" name="Rectangle 3">
            <a:extLst>
              <a:ext uri="{FF2B5EF4-FFF2-40B4-BE49-F238E27FC236}">
                <a16:creationId xmlns:a16="http://schemas.microsoft.com/office/drawing/2014/main" id="{A9825780-1941-B38A-05EE-1894AB2BA45E}"/>
              </a:ext>
            </a:extLst>
          </p:cNvPr>
          <p:cNvSpPr>
            <a:spLocks noGrp="1" noChangeArrowheads="1"/>
          </p:cNvSpPr>
          <p:nvPr>
            <p:ph type="body" idx="4294967295"/>
          </p:nvPr>
        </p:nvSpPr>
        <p:spPr>
          <a:xfrm>
            <a:off x="457200" y="1600200"/>
            <a:ext cx="8686800" cy="4800600"/>
          </a:xfrm>
        </p:spPr>
        <p:txBody>
          <a:bodyPr/>
          <a:lstStyle/>
          <a:p>
            <a:pPr marL="0" indent="0" algn="just" eaLnBrk="1" hangingPunct="1">
              <a:buFont typeface="Wingdings" panose="05000000000000000000" pitchFamily="2" charset="2"/>
              <a:buNone/>
            </a:pPr>
            <a:r>
              <a:rPr lang="vi-VN" altLang="vi-VN" sz="2800">
                <a:latin typeface="Times New Roman" panose="02020603050405020304" pitchFamily="18" charset="0"/>
              </a:rPr>
              <a:t>Biểu đồ là sự biểu diễn các con số, dữ liệu bằng hình ảnh để người đọc nắm bắt</a:t>
            </a:r>
            <a:r>
              <a:rPr lang="en-US" altLang="vi-VN" sz="2800">
                <a:latin typeface="Times New Roman" panose="02020603050405020304" pitchFamily="18" charset="0"/>
              </a:rPr>
              <a:t> </a:t>
            </a:r>
            <a:r>
              <a:rPr lang="vi-VN" altLang="vi-VN" sz="2800">
                <a:latin typeface="Times New Roman" panose="02020603050405020304" pitchFamily="18" charset="0"/>
              </a:rPr>
              <a:t>thông tin một cách trực quan hơn.</a:t>
            </a:r>
            <a:endParaRPr lang="en-US" altLang="vi-VN" sz="2800">
              <a:latin typeface="Times New Roman" panose="02020603050405020304" pitchFamily="18" charset="0"/>
            </a:endParaRPr>
          </a:p>
          <a:p>
            <a:pPr marL="0" indent="0" eaLnBrk="1" hangingPunct="1">
              <a:buFont typeface="Wingdings" panose="05000000000000000000" pitchFamily="2" charset="2"/>
              <a:buNone/>
            </a:pPr>
            <a:r>
              <a:rPr lang="en-US" altLang="vi-VN" sz="2800" b="1">
                <a:solidFill>
                  <a:srgbClr val="FF0000"/>
                </a:solidFill>
                <a:latin typeface="Times New Roman" panose="02020603050405020304" pitchFamily="18" charset="0"/>
              </a:rPr>
              <a:t>1. </a:t>
            </a:r>
            <a:r>
              <a:rPr lang="en-US" altLang="vi-VN" sz="2800" b="1">
                <a:latin typeface="Times New Roman" panose="02020603050405020304" pitchFamily="18" charset="0"/>
              </a:rPr>
              <a:t>Các dạng của biểu đồ</a:t>
            </a:r>
            <a:endParaRPr lang="vi-VN" altLang="vi-VN" sz="2800">
              <a:latin typeface="Times New Roman" panose="02020603050405020304" pitchFamily="18" charset="0"/>
            </a:endParaRPr>
          </a:p>
          <a:p>
            <a:pPr marL="0" indent="0" algn="just" eaLnBrk="1" hangingPunct="1">
              <a:buFont typeface="Wingdings" panose="05000000000000000000" pitchFamily="2" charset="2"/>
              <a:buNone/>
            </a:pPr>
            <a:r>
              <a:rPr lang="vi-VN" altLang="vi-VN" sz="2800">
                <a:latin typeface="Times New Roman" panose="02020603050405020304" pitchFamily="18" charset="0"/>
              </a:rPr>
              <a:t>Có 03 loại biểu đồ thường gặp trong Excel: </a:t>
            </a:r>
            <a:endParaRPr lang="en-US" altLang="vi-VN" sz="2800">
              <a:latin typeface="Times New Roman" panose="02020603050405020304" pitchFamily="18" charset="0"/>
            </a:endParaRPr>
          </a:p>
          <a:p>
            <a:pPr marL="0" indent="0" algn="just" eaLnBrk="1" hangingPunct="1">
              <a:buFontTx/>
              <a:buChar char="-"/>
            </a:pPr>
            <a:r>
              <a:rPr lang="en-US" altLang="vi-VN" sz="2800">
                <a:latin typeface="Times New Roman" panose="02020603050405020304" pitchFamily="18" charset="0"/>
              </a:rPr>
              <a:t> </a:t>
            </a:r>
            <a:r>
              <a:rPr lang="vi-VN" altLang="vi-VN" sz="2800">
                <a:latin typeface="Times New Roman" panose="02020603050405020304" pitchFamily="18" charset="0"/>
              </a:rPr>
              <a:t>Biểu đồ dạng cột </a:t>
            </a:r>
            <a:endParaRPr lang="en-US" altLang="vi-VN" sz="2800">
              <a:latin typeface="Times New Roman" panose="02020603050405020304" pitchFamily="18" charset="0"/>
            </a:endParaRPr>
          </a:p>
          <a:p>
            <a:pPr marL="0" indent="0" algn="just" eaLnBrk="1" hangingPunct="1">
              <a:buFontTx/>
              <a:buChar char="-"/>
            </a:pPr>
            <a:r>
              <a:rPr lang="en-US" altLang="vi-VN" sz="2800">
                <a:latin typeface="Times New Roman" panose="02020603050405020304" pitchFamily="18" charset="0"/>
              </a:rPr>
              <a:t> Biểu đồ </a:t>
            </a:r>
            <a:r>
              <a:rPr lang="vi-VN" altLang="vi-VN" sz="2800">
                <a:latin typeface="Times New Roman" panose="02020603050405020304" pitchFamily="18" charset="0"/>
              </a:rPr>
              <a:t>dạng đường thẳng </a:t>
            </a:r>
            <a:endParaRPr lang="en-US" altLang="vi-VN" sz="2800">
              <a:latin typeface="Times New Roman" panose="02020603050405020304" pitchFamily="18" charset="0"/>
            </a:endParaRPr>
          </a:p>
          <a:p>
            <a:pPr marL="0" indent="0" algn="just" eaLnBrk="1" hangingPunct="1">
              <a:buFontTx/>
              <a:buChar char="-"/>
            </a:pPr>
            <a:r>
              <a:rPr lang="en-US" altLang="vi-VN" sz="2800">
                <a:latin typeface="Times New Roman" panose="02020603050405020304" pitchFamily="18" charset="0"/>
              </a:rPr>
              <a:t> Biểu đồ </a:t>
            </a:r>
            <a:r>
              <a:rPr lang="vi-VN" altLang="vi-VN" sz="2800">
                <a:latin typeface="Times New Roman" panose="02020603050405020304" pitchFamily="18" charset="0"/>
              </a:rPr>
              <a:t>dạng bánh</a:t>
            </a:r>
            <a:endParaRPr lang="en-US" altLang="vi-VN" sz="28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390147">
                                            <p:txEl>
                                              <p:pRg st="0" end="0"/>
                                            </p:txEl>
                                          </p:spTgt>
                                        </p:tgtEl>
                                        <p:attrNameLst>
                                          <p:attrName>style.visibility</p:attrName>
                                        </p:attrNameLst>
                                      </p:cBhvr>
                                      <p:to>
                                        <p:strVal val="visible"/>
                                      </p:to>
                                    </p:set>
                                    <p:anim calcmode="lin" valueType="num">
                                      <p:cBhvr>
                                        <p:cTn id="7" dur="500" fill="hold"/>
                                        <p:tgtEl>
                                          <p:spTgt spid="390147">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9014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390147">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90147">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90147">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1" presetClass="entr" presetSubtype="4" fill="hold" nodeType="clickEffect">
                                  <p:stCondLst>
                                    <p:cond delay="0"/>
                                  </p:stCondLst>
                                  <p:childTnLst>
                                    <p:set>
                                      <p:cBhvr>
                                        <p:cTn id="15" dur="1" fill="hold">
                                          <p:stCondLst>
                                            <p:cond delay="0"/>
                                          </p:stCondLst>
                                        </p:cTn>
                                        <p:tgtEl>
                                          <p:spTgt spid="390147">
                                            <p:txEl>
                                              <p:pRg st="1" end="1"/>
                                            </p:txEl>
                                          </p:spTgt>
                                        </p:tgtEl>
                                        <p:attrNameLst>
                                          <p:attrName>style.visibility</p:attrName>
                                        </p:attrNameLst>
                                      </p:cBhvr>
                                      <p:to>
                                        <p:strVal val="visible"/>
                                      </p:to>
                                    </p:set>
                                    <p:animEffect transition="in" filter="wheel(4)">
                                      <p:cBhvr>
                                        <p:cTn id="16" dur="2000"/>
                                        <p:tgtEl>
                                          <p:spTgt spid="390147">
                                            <p:txEl>
                                              <p:pRg st="1" end="1"/>
                                            </p:txEl>
                                          </p:spTgt>
                                        </p:tgtEl>
                                      </p:cBhvr>
                                    </p:animEffect>
                                  </p:childTnLst>
                                </p:cTn>
                              </p:par>
                              <p:par>
                                <p:cTn id="17" presetID="21" presetClass="entr" presetSubtype="4" fill="hold" nodeType="withEffect">
                                  <p:stCondLst>
                                    <p:cond delay="0"/>
                                  </p:stCondLst>
                                  <p:childTnLst>
                                    <p:set>
                                      <p:cBhvr>
                                        <p:cTn id="18" dur="1" fill="hold">
                                          <p:stCondLst>
                                            <p:cond delay="0"/>
                                          </p:stCondLst>
                                        </p:cTn>
                                        <p:tgtEl>
                                          <p:spTgt spid="390147">
                                            <p:txEl>
                                              <p:pRg st="2" end="2"/>
                                            </p:txEl>
                                          </p:spTgt>
                                        </p:tgtEl>
                                        <p:attrNameLst>
                                          <p:attrName>style.visibility</p:attrName>
                                        </p:attrNameLst>
                                      </p:cBhvr>
                                      <p:to>
                                        <p:strVal val="visible"/>
                                      </p:to>
                                    </p:set>
                                    <p:animEffect transition="in" filter="wheel(4)">
                                      <p:cBhvr>
                                        <p:cTn id="19" dur="2000"/>
                                        <p:tgtEl>
                                          <p:spTgt spid="390147">
                                            <p:txEl>
                                              <p:pRg st="2" end="2"/>
                                            </p:txEl>
                                          </p:spTgt>
                                        </p:tgtEl>
                                      </p:cBhvr>
                                    </p:animEffect>
                                  </p:childTnLst>
                                </p:cTn>
                              </p:par>
                              <p:par>
                                <p:cTn id="20" presetID="21" presetClass="entr" presetSubtype="4" fill="hold" nodeType="withEffect">
                                  <p:stCondLst>
                                    <p:cond delay="0"/>
                                  </p:stCondLst>
                                  <p:childTnLst>
                                    <p:set>
                                      <p:cBhvr>
                                        <p:cTn id="21" dur="1" fill="hold">
                                          <p:stCondLst>
                                            <p:cond delay="0"/>
                                          </p:stCondLst>
                                        </p:cTn>
                                        <p:tgtEl>
                                          <p:spTgt spid="390147">
                                            <p:txEl>
                                              <p:pRg st="3" end="3"/>
                                            </p:txEl>
                                          </p:spTgt>
                                        </p:tgtEl>
                                        <p:attrNameLst>
                                          <p:attrName>style.visibility</p:attrName>
                                        </p:attrNameLst>
                                      </p:cBhvr>
                                      <p:to>
                                        <p:strVal val="visible"/>
                                      </p:to>
                                    </p:set>
                                    <p:animEffect transition="in" filter="wheel(4)">
                                      <p:cBhvr>
                                        <p:cTn id="22" dur="2000"/>
                                        <p:tgtEl>
                                          <p:spTgt spid="390147">
                                            <p:txEl>
                                              <p:pRg st="3" end="3"/>
                                            </p:txEl>
                                          </p:spTgt>
                                        </p:tgtEl>
                                      </p:cBhvr>
                                    </p:animEffect>
                                  </p:childTnLst>
                                </p:cTn>
                              </p:par>
                              <p:par>
                                <p:cTn id="23" presetID="21" presetClass="entr" presetSubtype="4" fill="hold" nodeType="withEffect">
                                  <p:stCondLst>
                                    <p:cond delay="0"/>
                                  </p:stCondLst>
                                  <p:childTnLst>
                                    <p:set>
                                      <p:cBhvr>
                                        <p:cTn id="24" dur="1" fill="hold">
                                          <p:stCondLst>
                                            <p:cond delay="0"/>
                                          </p:stCondLst>
                                        </p:cTn>
                                        <p:tgtEl>
                                          <p:spTgt spid="390147">
                                            <p:txEl>
                                              <p:pRg st="4" end="4"/>
                                            </p:txEl>
                                          </p:spTgt>
                                        </p:tgtEl>
                                        <p:attrNameLst>
                                          <p:attrName>style.visibility</p:attrName>
                                        </p:attrNameLst>
                                      </p:cBhvr>
                                      <p:to>
                                        <p:strVal val="visible"/>
                                      </p:to>
                                    </p:set>
                                    <p:animEffect transition="in" filter="wheel(4)">
                                      <p:cBhvr>
                                        <p:cTn id="25" dur="2000"/>
                                        <p:tgtEl>
                                          <p:spTgt spid="390147">
                                            <p:txEl>
                                              <p:pRg st="4" end="4"/>
                                            </p:txEl>
                                          </p:spTgt>
                                        </p:tgtEl>
                                      </p:cBhvr>
                                    </p:animEffect>
                                  </p:childTnLst>
                                </p:cTn>
                              </p:par>
                              <p:par>
                                <p:cTn id="26" presetID="21" presetClass="entr" presetSubtype="4" fill="hold" nodeType="withEffect">
                                  <p:stCondLst>
                                    <p:cond delay="0"/>
                                  </p:stCondLst>
                                  <p:childTnLst>
                                    <p:set>
                                      <p:cBhvr>
                                        <p:cTn id="27" dur="1" fill="hold">
                                          <p:stCondLst>
                                            <p:cond delay="0"/>
                                          </p:stCondLst>
                                        </p:cTn>
                                        <p:tgtEl>
                                          <p:spTgt spid="390147">
                                            <p:txEl>
                                              <p:pRg st="5" end="5"/>
                                            </p:txEl>
                                          </p:spTgt>
                                        </p:tgtEl>
                                        <p:attrNameLst>
                                          <p:attrName>style.visibility</p:attrName>
                                        </p:attrNameLst>
                                      </p:cBhvr>
                                      <p:to>
                                        <p:strVal val="visible"/>
                                      </p:to>
                                    </p:set>
                                    <p:animEffect transition="in" filter="wheel(4)">
                                      <p:cBhvr>
                                        <p:cTn id="28" dur="2000"/>
                                        <p:tgtEl>
                                          <p:spTgt spid="39014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3426" name="Slide Number Placeholder 5">
            <a:extLst>
              <a:ext uri="{FF2B5EF4-FFF2-40B4-BE49-F238E27FC236}">
                <a16:creationId xmlns:a16="http://schemas.microsoft.com/office/drawing/2014/main" id="{2F6E5201-2A27-44FA-9E58-CCE3D2AE43E6}"/>
              </a:ext>
            </a:extLst>
          </p:cNvPr>
          <p:cNvSpPr txBox="1">
            <a:spLocks noGrp="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A1050624-BB8F-44AE-91BF-45F10CCA9ADA}" type="slidenum">
              <a:rPr lang="en-US" altLang="en-US" sz="1800" b="1">
                <a:solidFill>
                  <a:srgbClr val="FF0066"/>
                </a:solidFill>
                <a:latin typeface="Garamond" panose="02020404030301010803" pitchFamily="18" charset="0"/>
              </a:rPr>
              <a:pPr algn="r" eaLnBrk="1" hangingPunct="1">
                <a:spcBef>
                  <a:spcPct val="0"/>
                </a:spcBef>
                <a:buFontTx/>
                <a:buNone/>
              </a:pPr>
              <a:t>86</a:t>
            </a:fld>
            <a:endParaRPr lang="en-US" altLang="en-US" sz="1800" b="1">
              <a:solidFill>
                <a:srgbClr val="FF0066"/>
              </a:solidFill>
              <a:latin typeface="Garamond" panose="02020404030301010803" pitchFamily="18" charset="0"/>
            </a:endParaRPr>
          </a:p>
        </p:txBody>
      </p:sp>
      <p:sp>
        <p:nvSpPr>
          <p:cNvPr id="46082" name="Rectangle 2">
            <a:extLst>
              <a:ext uri="{FF2B5EF4-FFF2-40B4-BE49-F238E27FC236}">
                <a16:creationId xmlns:a16="http://schemas.microsoft.com/office/drawing/2014/main" id="{15774678-D33F-29BA-FE39-79FAABA370E2}"/>
              </a:ext>
            </a:extLst>
          </p:cNvPr>
          <p:cNvSpPr>
            <a:spLocks noGrp="1" noChangeArrowheads="1"/>
          </p:cNvSpPr>
          <p:nvPr>
            <p:ph type="title" idx="4294967295"/>
          </p:nvPr>
        </p:nvSpPr>
        <p:spPr>
          <a:xfrm>
            <a:off x="609600" y="206375"/>
            <a:ext cx="8156575" cy="647700"/>
          </a:xfrm>
        </p:spPr>
        <p:txBody>
          <a:bodyPr anchor="t"/>
          <a:lstStyle/>
          <a:p>
            <a:pPr eaLnBrk="1" hangingPunct="1"/>
            <a:r>
              <a:rPr lang="en-US" altLang="vi-VN" sz="2800" b="1">
                <a:solidFill>
                  <a:srgbClr val="FF0000"/>
                </a:solidFill>
              </a:rPr>
              <a:t>Các bước tạo đồ thị</a:t>
            </a:r>
          </a:p>
        </p:txBody>
      </p:sp>
      <p:sp>
        <p:nvSpPr>
          <p:cNvPr id="46083" name="Rectangle 3">
            <a:extLst>
              <a:ext uri="{FF2B5EF4-FFF2-40B4-BE49-F238E27FC236}">
                <a16:creationId xmlns:a16="http://schemas.microsoft.com/office/drawing/2014/main" id="{74E6D0F4-B571-2239-CC9F-FB870941A576}"/>
              </a:ext>
            </a:extLst>
          </p:cNvPr>
          <p:cNvSpPr>
            <a:spLocks noGrp="1" noChangeArrowheads="1"/>
          </p:cNvSpPr>
          <p:nvPr>
            <p:ph type="body" idx="4294967295"/>
          </p:nvPr>
        </p:nvSpPr>
        <p:spPr>
          <a:xfrm>
            <a:off x="457200" y="1219200"/>
            <a:ext cx="8229600" cy="5257800"/>
          </a:xfrm>
        </p:spPr>
        <p:txBody>
          <a:bodyPr/>
          <a:lstStyle/>
          <a:p>
            <a:pPr marL="571500" indent="-571500" algn="just" eaLnBrk="1" hangingPunct="1">
              <a:buFont typeface="Wingdings" panose="05000000000000000000" pitchFamily="2" charset="2"/>
              <a:buNone/>
            </a:pPr>
            <a:r>
              <a:rPr lang="en-US" altLang="vi-VN" sz="2800"/>
              <a:t>Vào menu Insert/Chart… </a:t>
            </a:r>
          </a:p>
          <a:p>
            <a:pPr marL="571500" indent="-571500" algn="just" eaLnBrk="1" hangingPunct="1">
              <a:buFont typeface="Wingdings" panose="05000000000000000000" pitchFamily="2" charset="2"/>
              <a:buNone/>
            </a:pPr>
            <a:r>
              <a:rPr lang="en-US" altLang="vi-VN" sz="2800"/>
              <a:t>Tạo đồ thị qua 4 bước</a:t>
            </a:r>
          </a:p>
          <a:p>
            <a:pPr marL="571500" indent="-571500" algn="just" eaLnBrk="1" hangingPunct="1">
              <a:buFontTx/>
              <a:buChar char="-"/>
            </a:pPr>
            <a:r>
              <a:rPr lang="en-US" altLang="vi-VN" sz="2800">
                <a:solidFill>
                  <a:schemeClr val="accent1"/>
                </a:solidFill>
              </a:rPr>
              <a:t>Định kiểu đồ thị</a:t>
            </a:r>
          </a:p>
          <a:p>
            <a:pPr marL="571500" indent="-571500" algn="just" eaLnBrk="1" hangingPunct="1">
              <a:buFontTx/>
              <a:buChar char="-"/>
            </a:pPr>
            <a:r>
              <a:rPr lang="en-US" altLang="vi-VN" sz="2800">
                <a:solidFill>
                  <a:schemeClr val="accent1"/>
                </a:solidFill>
              </a:rPr>
              <a:t>Định dữ liệu</a:t>
            </a:r>
          </a:p>
          <a:p>
            <a:pPr marL="571500" indent="-571500" algn="just" eaLnBrk="1" hangingPunct="1">
              <a:buFontTx/>
              <a:buChar char="-"/>
            </a:pPr>
            <a:r>
              <a:rPr lang="en-US" altLang="vi-VN" sz="2800">
                <a:solidFill>
                  <a:schemeClr val="accent1"/>
                </a:solidFill>
              </a:rPr>
              <a:t>Các lựa chọn: Tiêu đề, các trục, chú giải …</a:t>
            </a:r>
          </a:p>
          <a:p>
            <a:pPr marL="571500" indent="-571500" algn="just" eaLnBrk="1" hangingPunct="1">
              <a:buFontTx/>
              <a:buChar char="-"/>
            </a:pPr>
            <a:r>
              <a:rPr lang="en-US" altLang="vi-VN" sz="2800">
                <a:solidFill>
                  <a:schemeClr val="accent1"/>
                </a:solidFill>
              </a:rPr>
              <a:t>Chọn nơi hiện đồ thị</a:t>
            </a:r>
          </a:p>
        </p:txBody>
      </p:sp>
    </p:spTree>
  </p:cSld>
  <p:clrMapOvr>
    <a:masterClrMapping/>
  </p:clrMapOvr>
  <p:transition>
    <p:checke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9" presetClass="entr" presetSubtype="0" fill="hold" grpId="0" nodeType="withEffect">
                                  <p:stCondLst>
                                    <p:cond delay="0"/>
                                  </p:stCondLst>
                                  <p:childTnLst>
                                    <p:set>
                                      <p:cBhvr>
                                        <p:cTn id="6" dur="1" fill="hold">
                                          <p:stCondLst>
                                            <p:cond delay="0"/>
                                          </p:stCondLst>
                                        </p:cTn>
                                        <p:tgtEl>
                                          <p:spTgt spid="46082"/>
                                        </p:tgtEl>
                                        <p:attrNameLst>
                                          <p:attrName>style.visibility</p:attrName>
                                        </p:attrNameLst>
                                      </p:cBhvr>
                                      <p:to>
                                        <p:strVal val="visible"/>
                                      </p:to>
                                    </p:set>
                                    <p:anim calcmode="lin" valueType="num">
                                      <p:cBhvr>
                                        <p:cTn id="7" dur="1000" fill="hold"/>
                                        <p:tgtEl>
                                          <p:spTgt spid="46082"/>
                                        </p:tgtEl>
                                        <p:attrNameLst>
                                          <p:attrName>ppt_x</p:attrName>
                                        </p:attrNameLst>
                                      </p:cBhvr>
                                      <p:tavLst>
                                        <p:tav tm="0">
                                          <p:val>
                                            <p:strVal val="#ppt_x-.2"/>
                                          </p:val>
                                        </p:tav>
                                        <p:tav tm="100000">
                                          <p:val>
                                            <p:strVal val="#ppt_x"/>
                                          </p:val>
                                        </p:tav>
                                      </p:tavLst>
                                    </p:anim>
                                    <p:anim calcmode="lin" valueType="num">
                                      <p:cBhvr>
                                        <p:cTn id="8" dur="1000" fill="hold"/>
                                        <p:tgtEl>
                                          <p:spTgt spid="46082"/>
                                        </p:tgtEl>
                                        <p:attrNameLst>
                                          <p:attrName>ppt_y</p:attrName>
                                        </p:attrNameLst>
                                      </p:cBhvr>
                                      <p:tavLst>
                                        <p:tav tm="0">
                                          <p:val>
                                            <p:strVal val="#ppt_y"/>
                                          </p:val>
                                        </p:tav>
                                        <p:tav tm="100000">
                                          <p:val>
                                            <p:strVal val="#ppt_y"/>
                                          </p:val>
                                        </p:tav>
                                      </p:tavLst>
                                    </p:anim>
                                    <p:animEffect transition="in" filter="wipe(right)" prLst="gradientSize: 0.1">
                                      <p:cBhvr>
                                        <p:cTn id="9" dur="1000"/>
                                        <p:tgtEl>
                                          <p:spTgt spid="4608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46083">
                                            <p:txEl>
                                              <p:pRg st="0" end="0"/>
                                            </p:txEl>
                                          </p:spTgt>
                                        </p:tgtEl>
                                        <p:attrNameLst>
                                          <p:attrName>style.visibility</p:attrName>
                                        </p:attrNameLst>
                                      </p:cBhvr>
                                      <p:to>
                                        <p:strVal val="visible"/>
                                      </p:to>
                                    </p:set>
                                    <p:animEffect transition="in" filter="fade">
                                      <p:cBhvr>
                                        <p:cTn id="14" dur="500"/>
                                        <p:tgtEl>
                                          <p:spTgt spid="46083">
                                            <p:txEl>
                                              <p:pRg st="0" end="0"/>
                                            </p:txEl>
                                          </p:spTgt>
                                        </p:tgtEl>
                                      </p:cBhvr>
                                    </p:animEffect>
                                    <p:anim calcmode="lin" valueType="num">
                                      <p:cBhvr>
                                        <p:cTn id="15" dur="500" fill="hold"/>
                                        <p:tgtEl>
                                          <p:spTgt spid="46083">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4608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46083">
                                            <p:txEl>
                                              <p:pRg st="1" end="1"/>
                                            </p:txEl>
                                          </p:spTgt>
                                        </p:tgtEl>
                                        <p:attrNameLst>
                                          <p:attrName>style.visibility</p:attrName>
                                        </p:attrNameLst>
                                      </p:cBhvr>
                                      <p:to>
                                        <p:strVal val="visible"/>
                                      </p:to>
                                    </p:set>
                                    <p:animEffect transition="in" filter="fade">
                                      <p:cBhvr>
                                        <p:cTn id="21" dur="500"/>
                                        <p:tgtEl>
                                          <p:spTgt spid="46083">
                                            <p:txEl>
                                              <p:pRg st="1" end="1"/>
                                            </p:txEl>
                                          </p:spTgt>
                                        </p:tgtEl>
                                      </p:cBhvr>
                                    </p:animEffect>
                                    <p:anim calcmode="lin" valueType="num">
                                      <p:cBhvr>
                                        <p:cTn id="22" dur="500" fill="hold"/>
                                        <p:tgtEl>
                                          <p:spTgt spid="46083">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4608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nodeType="clickEffect">
                                  <p:stCondLst>
                                    <p:cond delay="0"/>
                                  </p:stCondLst>
                                  <p:childTnLst>
                                    <p:set>
                                      <p:cBhvr>
                                        <p:cTn id="27" dur="1" fill="hold">
                                          <p:stCondLst>
                                            <p:cond delay="0"/>
                                          </p:stCondLst>
                                        </p:cTn>
                                        <p:tgtEl>
                                          <p:spTgt spid="46083">
                                            <p:txEl>
                                              <p:pRg st="2" end="2"/>
                                            </p:txEl>
                                          </p:spTgt>
                                        </p:tgtEl>
                                        <p:attrNameLst>
                                          <p:attrName>style.visibility</p:attrName>
                                        </p:attrNameLst>
                                      </p:cBhvr>
                                      <p:to>
                                        <p:strVal val="visible"/>
                                      </p:to>
                                    </p:set>
                                    <p:animEffect transition="in" filter="fade">
                                      <p:cBhvr>
                                        <p:cTn id="28" dur="500"/>
                                        <p:tgtEl>
                                          <p:spTgt spid="46083">
                                            <p:txEl>
                                              <p:pRg st="2" end="2"/>
                                            </p:txEl>
                                          </p:spTgt>
                                        </p:tgtEl>
                                      </p:cBhvr>
                                    </p:animEffect>
                                    <p:anim calcmode="lin" valueType="num">
                                      <p:cBhvr>
                                        <p:cTn id="29" dur="500" fill="hold"/>
                                        <p:tgtEl>
                                          <p:spTgt spid="46083">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4608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nodeType="clickEffect">
                                  <p:stCondLst>
                                    <p:cond delay="0"/>
                                  </p:stCondLst>
                                  <p:childTnLst>
                                    <p:set>
                                      <p:cBhvr>
                                        <p:cTn id="34" dur="1" fill="hold">
                                          <p:stCondLst>
                                            <p:cond delay="0"/>
                                          </p:stCondLst>
                                        </p:cTn>
                                        <p:tgtEl>
                                          <p:spTgt spid="46083">
                                            <p:txEl>
                                              <p:pRg st="3" end="3"/>
                                            </p:txEl>
                                          </p:spTgt>
                                        </p:tgtEl>
                                        <p:attrNameLst>
                                          <p:attrName>style.visibility</p:attrName>
                                        </p:attrNameLst>
                                      </p:cBhvr>
                                      <p:to>
                                        <p:strVal val="visible"/>
                                      </p:to>
                                    </p:set>
                                    <p:animEffect transition="in" filter="fade">
                                      <p:cBhvr>
                                        <p:cTn id="35" dur="500"/>
                                        <p:tgtEl>
                                          <p:spTgt spid="46083">
                                            <p:txEl>
                                              <p:pRg st="3" end="3"/>
                                            </p:txEl>
                                          </p:spTgt>
                                        </p:tgtEl>
                                      </p:cBhvr>
                                    </p:animEffect>
                                    <p:anim calcmode="lin" valueType="num">
                                      <p:cBhvr>
                                        <p:cTn id="36" dur="500" fill="hold"/>
                                        <p:tgtEl>
                                          <p:spTgt spid="46083">
                                            <p:txEl>
                                              <p:pRg st="3" end="3"/>
                                            </p:txEl>
                                          </p:spTgt>
                                        </p:tgtEl>
                                        <p:attrNameLst>
                                          <p:attrName>ppt_x</p:attrName>
                                        </p:attrNameLst>
                                      </p:cBhvr>
                                      <p:tavLst>
                                        <p:tav tm="0">
                                          <p:val>
                                            <p:strVal val="#ppt_x"/>
                                          </p:val>
                                        </p:tav>
                                        <p:tav tm="100000">
                                          <p:val>
                                            <p:strVal val="#ppt_x"/>
                                          </p:val>
                                        </p:tav>
                                      </p:tavLst>
                                    </p:anim>
                                    <p:anim calcmode="lin" valueType="num">
                                      <p:cBhvr>
                                        <p:cTn id="37" dur="500" fill="hold"/>
                                        <p:tgtEl>
                                          <p:spTgt spid="4608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2" presetClass="entr" presetSubtype="0" fill="hold" nodeType="clickEffect">
                                  <p:stCondLst>
                                    <p:cond delay="0"/>
                                  </p:stCondLst>
                                  <p:childTnLst>
                                    <p:set>
                                      <p:cBhvr>
                                        <p:cTn id="41" dur="1" fill="hold">
                                          <p:stCondLst>
                                            <p:cond delay="0"/>
                                          </p:stCondLst>
                                        </p:cTn>
                                        <p:tgtEl>
                                          <p:spTgt spid="46083">
                                            <p:txEl>
                                              <p:pRg st="4" end="4"/>
                                            </p:txEl>
                                          </p:spTgt>
                                        </p:tgtEl>
                                        <p:attrNameLst>
                                          <p:attrName>style.visibility</p:attrName>
                                        </p:attrNameLst>
                                      </p:cBhvr>
                                      <p:to>
                                        <p:strVal val="visible"/>
                                      </p:to>
                                    </p:set>
                                    <p:animEffect transition="in" filter="fade">
                                      <p:cBhvr>
                                        <p:cTn id="42" dur="500"/>
                                        <p:tgtEl>
                                          <p:spTgt spid="46083">
                                            <p:txEl>
                                              <p:pRg st="4" end="4"/>
                                            </p:txEl>
                                          </p:spTgt>
                                        </p:tgtEl>
                                      </p:cBhvr>
                                    </p:animEffect>
                                    <p:anim calcmode="lin" valueType="num">
                                      <p:cBhvr>
                                        <p:cTn id="43" dur="500" fill="hold"/>
                                        <p:tgtEl>
                                          <p:spTgt spid="46083">
                                            <p:txEl>
                                              <p:pRg st="4" end="4"/>
                                            </p:txEl>
                                          </p:spTgt>
                                        </p:tgtEl>
                                        <p:attrNameLst>
                                          <p:attrName>ppt_x</p:attrName>
                                        </p:attrNameLst>
                                      </p:cBhvr>
                                      <p:tavLst>
                                        <p:tav tm="0">
                                          <p:val>
                                            <p:strVal val="#ppt_x"/>
                                          </p:val>
                                        </p:tav>
                                        <p:tav tm="100000">
                                          <p:val>
                                            <p:strVal val="#ppt_x"/>
                                          </p:val>
                                        </p:tav>
                                      </p:tavLst>
                                    </p:anim>
                                    <p:anim calcmode="lin" valueType="num">
                                      <p:cBhvr>
                                        <p:cTn id="44" dur="500" fill="hold"/>
                                        <p:tgtEl>
                                          <p:spTgt spid="4608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42" presetClass="entr" presetSubtype="0" fill="hold" nodeType="clickEffect">
                                  <p:stCondLst>
                                    <p:cond delay="0"/>
                                  </p:stCondLst>
                                  <p:childTnLst>
                                    <p:set>
                                      <p:cBhvr>
                                        <p:cTn id="48" dur="1" fill="hold">
                                          <p:stCondLst>
                                            <p:cond delay="0"/>
                                          </p:stCondLst>
                                        </p:cTn>
                                        <p:tgtEl>
                                          <p:spTgt spid="46083">
                                            <p:txEl>
                                              <p:pRg st="5" end="5"/>
                                            </p:txEl>
                                          </p:spTgt>
                                        </p:tgtEl>
                                        <p:attrNameLst>
                                          <p:attrName>style.visibility</p:attrName>
                                        </p:attrNameLst>
                                      </p:cBhvr>
                                      <p:to>
                                        <p:strVal val="visible"/>
                                      </p:to>
                                    </p:set>
                                    <p:animEffect transition="in" filter="fade">
                                      <p:cBhvr>
                                        <p:cTn id="49" dur="500"/>
                                        <p:tgtEl>
                                          <p:spTgt spid="46083">
                                            <p:txEl>
                                              <p:pRg st="5" end="5"/>
                                            </p:txEl>
                                          </p:spTgt>
                                        </p:tgtEl>
                                      </p:cBhvr>
                                    </p:animEffect>
                                    <p:anim calcmode="lin" valueType="num">
                                      <p:cBhvr>
                                        <p:cTn id="50" dur="500" fill="hold"/>
                                        <p:tgtEl>
                                          <p:spTgt spid="46083">
                                            <p:txEl>
                                              <p:pRg st="5" end="5"/>
                                            </p:txEl>
                                          </p:spTgt>
                                        </p:tgtEl>
                                        <p:attrNameLst>
                                          <p:attrName>ppt_x</p:attrName>
                                        </p:attrNameLst>
                                      </p:cBhvr>
                                      <p:tavLst>
                                        <p:tav tm="0">
                                          <p:val>
                                            <p:strVal val="#ppt_x"/>
                                          </p:val>
                                        </p:tav>
                                        <p:tav tm="100000">
                                          <p:val>
                                            <p:strVal val="#ppt_x"/>
                                          </p:val>
                                        </p:tav>
                                      </p:tavLst>
                                    </p:anim>
                                    <p:anim calcmode="lin" valueType="num">
                                      <p:cBhvr>
                                        <p:cTn id="51" dur="500" fill="hold"/>
                                        <p:tgtEl>
                                          <p:spTgt spid="4608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2"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Number Placeholder 5">
            <a:extLst>
              <a:ext uri="{FF2B5EF4-FFF2-40B4-BE49-F238E27FC236}">
                <a16:creationId xmlns:a16="http://schemas.microsoft.com/office/drawing/2014/main" id="{8661BE0B-595A-A846-120D-755C3C954583}"/>
              </a:ext>
            </a:extLst>
          </p:cNvPr>
          <p:cNvSpPr txBox="1">
            <a:spLocks noGrp="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F791FC57-049C-471B-A4E0-6EA92F63BDD2}" type="slidenum">
              <a:rPr lang="en-US" altLang="en-US" sz="1800" b="1">
                <a:solidFill>
                  <a:srgbClr val="FF0066"/>
                </a:solidFill>
                <a:latin typeface="Garamond" panose="02020404030301010803" pitchFamily="18" charset="0"/>
              </a:rPr>
              <a:pPr algn="r" eaLnBrk="1" hangingPunct="1">
                <a:spcBef>
                  <a:spcPct val="0"/>
                </a:spcBef>
                <a:buFontTx/>
                <a:buNone/>
              </a:pPr>
              <a:t>87</a:t>
            </a:fld>
            <a:endParaRPr lang="en-US" altLang="en-US" sz="1800" b="1">
              <a:solidFill>
                <a:srgbClr val="FF0066"/>
              </a:solidFill>
              <a:latin typeface="Garamond" panose="02020404030301010803" pitchFamily="18" charset="0"/>
            </a:endParaRPr>
          </a:p>
        </p:txBody>
      </p:sp>
      <p:sp>
        <p:nvSpPr>
          <p:cNvPr id="104451" name="Rectangle 2">
            <a:extLst>
              <a:ext uri="{FF2B5EF4-FFF2-40B4-BE49-F238E27FC236}">
                <a16:creationId xmlns:a16="http://schemas.microsoft.com/office/drawing/2014/main" id="{495AC8DF-33AF-C72F-EC30-D97C558B71B5}"/>
              </a:ext>
            </a:extLst>
          </p:cNvPr>
          <p:cNvSpPr>
            <a:spLocks noGrp="1" noChangeArrowheads="1"/>
          </p:cNvSpPr>
          <p:nvPr>
            <p:ph type="title" idx="4294967295"/>
          </p:nvPr>
        </p:nvSpPr>
        <p:spPr>
          <a:xfrm>
            <a:off x="533400" y="228600"/>
            <a:ext cx="8156575" cy="647700"/>
          </a:xfrm>
        </p:spPr>
        <p:txBody>
          <a:bodyPr anchor="t"/>
          <a:lstStyle/>
          <a:p>
            <a:pPr eaLnBrk="1" hangingPunct="1"/>
            <a:r>
              <a:rPr lang="en-US" altLang="vi-VN" sz="2800">
                <a:solidFill>
                  <a:srgbClr val="FF0000"/>
                </a:solidFill>
              </a:rPr>
              <a:t>Bước 1: Định kiểu đồ thị</a:t>
            </a:r>
          </a:p>
        </p:txBody>
      </p:sp>
      <p:pic>
        <p:nvPicPr>
          <p:cNvPr id="81924" name="Picture 4" descr="chart1">
            <a:extLst>
              <a:ext uri="{FF2B5EF4-FFF2-40B4-BE49-F238E27FC236}">
                <a16:creationId xmlns:a16="http://schemas.microsoft.com/office/drawing/2014/main" id="{3F96E4CA-0646-6A5C-A67E-02C80C972A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1530350"/>
            <a:ext cx="44958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5" name="Text Box 5">
            <a:extLst>
              <a:ext uri="{FF2B5EF4-FFF2-40B4-BE49-F238E27FC236}">
                <a16:creationId xmlns:a16="http://schemas.microsoft.com/office/drawing/2014/main" id="{55AD6323-A07F-BFAA-EBF0-07FFA772F63A}"/>
              </a:ext>
            </a:extLst>
          </p:cNvPr>
          <p:cNvSpPr txBox="1">
            <a:spLocks noChangeArrowheads="1"/>
          </p:cNvSpPr>
          <p:nvPr/>
        </p:nvSpPr>
        <p:spPr bwMode="auto">
          <a:xfrm>
            <a:off x="611188" y="1844675"/>
            <a:ext cx="3384550" cy="2647950"/>
          </a:xfrm>
          <a:prstGeom prst="rect">
            <a:avLst/>
          </a:prstGeom>
          <a:noFill/>
          <a:ln w="9525">
            <a:noFill/>
            <a:miter lim="800000"/>
            <a:headEnd/>
            <a:tailEnd/>
          </a:ln>
          <a:effec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defRPr/>
            </a:pPr>
            <a:r>
              <a:rPr lang="en-US" altLang="vi-VN" sz="2400">
                <a:solidFill>
                  <a:srgbClr val="000000"/>
                </a:solidFill>
                <a:effectLst>
                  <a:outerShdw blurRad="38100" dist="38100" dir="2700000" algn="tl">
                    <a:srgbClr val="C0C0C0"/>
                  </a:outerShdw>
                </a:effectLst>
                <a:latin typeface="Times New Roman" panose="02020603050405020304" pitchFamily="18" charset="0"/>
              </a:rPr>
              <a:t>Chọn kiểu đồ thị có sẵn:</a:t>
            </a:r>
          </a:p>
          <a:p>
            <a:pPr eaLnBrk="1" hangingPunct="1">
              <a:spcBef>
                <a:spcPct val="50000"/>
              </a:spcBef>
              <a:defRPr/>
            </a:pPr>
            <a:r>
              <a:rPr lang="en-US" altLang="vi-VN" sz="2400">
                <a:solidFill>
                  <a:srgbClr val="000000"/>
                </a:solidFill>
                <a:effectLst>
                  <a:outerShdw blurRad="38100" dist="38100" dir="2700000" algn="tl">
                    <a:srgbClr val="C0C0C0"/>
                  </a:outerShdw>
                </a:effectLst>
                <a:latin typeface="Times New Roman" panose="02020603050405020304" pitchFamily="18" charset="0"/>
              </a:rPr>
              <a:t>+ Column: cột dọc</a:t>
            </a:r>
          </a:p>
          <a:p>
            <a:pPr eaLnBrk="1" hangingPunct="1">
              <a:spcBef>
                <a:spcPct val="50000"/>
              </a:spcBef>
              <a:defRPr/>
            </a:pPr>
            <a:r>
              <a:rPr lang="en-US" altLang="vi-VN" sz="2400">
                <a:solidFill>
                  <a:srgbClr val="000000"/>
                </a:solidFill>
                <a:effectLst>
                  <a:outerShdw blurRad="38100" dist="38100" dir="2700000" algn="tl">
                    <a:srgbClr val="C0C0C0"/>
                  </a:outerShdw>
                </a:effectLst>
                <a:latin typeface="Times New Roman" panose="02020603050405020304" pitchFamily="18" charset="0"/>
              </a:rPr>
              <a:t>+ Line: đường so sánh</a:t>
            </a:r>
          </a:p>
          <a:p>
            <a:pPr eaLnBrk="1" hangingPunct="1">
              <a:spcBef>
                <a:spcPct val="50000"/>
              </a:spcBef>
              <a:defRPr/>
            </a:pPr>
            <a:r>
              <a:rPr lang="en-US" altLang="vi-VN" sz="2400">
                <a:solidFill>
                  <a:srgbClr val="000000"/>
                </a:solidFill>
                <a:effectLst>
                  <a:outerShdw blurRad="38100" dist="38100" dir="2700000" algn="tl">
                    <a:srgbClr val="C0C0C0"/>
                  </a:outerShdw>
                </a:effectLst>
                <a:latin typeface="Times New Roman" panose="02020603050405020304" pitchFamily="18" charset="0"/>
              </a:rPr>
              <a:t>+ Pie: bánh tròn</a:t>
            </a:r>
          </a:p>
          <a:p>
            <a:pPr eaLnBrk="1" hangingPunct="1">
              <a:spcBef>
                <a:spcPct val="50000"/>
              </a:spcBef>
              <a:defRPr/>
            </a:pPr>
            <a:r>
              <a:rPr lang="en-US" altLang="vi-VN" sz="2400">
                <a:solidFill>
                  <a:srgbClr val="000000"/>
                </a:solidFill>
                <a:effectLst>
                  <a:outerShdw blurRad="38100" dist="38100" dir="2700000" algn="tl">
                    <a:srgbClr val="C0C0C0"/>
                  </a:outerShdw>
                </a:effectLst>
                <a:latin typeface="Times New Roman" panose="02020603050405020304" pitchFamily="18" charset="0"/>
              </a:rPr>
              <a:t>+ XY: đường tương quan</a:t>
            </a:r>
          </a:p>
        </p:txBody>
      </p:sp>
      <p:sp>
        <p:nvSpPr>
          <p:cNvPr id="81926" name="Text Box 6">
            <a:extLst>
              <a:ext uri="{FF2B5EF4-FFF2-40B4-BE49-F238E27FC236}">
                <a16:creationId xmlns:a16="http://schemas.microsoft.com/office/drawing/2014/main" id="{DF9E9D7F-7FD4-E9EB-809C-DA34042AD898}"/>
              </a:ext>
            </a:extLst>
          </p:cNvPr>
          <p:cNvSpPr txBox="1">
            <a:spLocks noChangeArrowheads="1"/>
          </p:cNvSpPr>
          <p:nvPr/>
        </p:nvSpPr>
        <p:spPr bwMode="auto">
          <a:xfrm>
            <a:off x="1041400" y="4868863"/>
            <a:ext cx="2667000" cy="822325"/>
          </a:xfrm>
          <a:prstGeom prst="rect">
            <a:avLst/>
          </a:prstGeom>
          <a:noFill/>
          <a:ln w="9525">
            <a:noFill/>
            <a:miter lim="800000"/>
            <a:headEnd/>
            <a:tailEnd/>
          </a:ln>
          <a:effec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defRPr/>
            </a:pPr>
            <a:r>
              <a:rPr lang="en-US" altLang="vi-VN" sz="2400">
                <a:solidFill>
                  <a:srgbClr val="000000"/>
                </a:solidFill>
                <a:effectLst>
                  <a:outerShdw blurRad="38100" dist="38100" dir="2700000" algn="tl">
                    <a:srgbClr val="C0C0C0"/>
                  </a:outerShdw>
                </a:effectLst>
                <a:latin typeface="Times New Roman" panose="02020603050405020304" pitchFamily="18" charset="0"/>
              </a:rPr>
              <a:t>Chọn một dạng của kiểu đã chọn</a:t>
            </a:r>
          </a:p>
        </p:txBody>
      </p:sp>
      <p:sp>
        <p:nvSpPr>
          <p:cNvPr id="81927" name="Line 7">
            <a:extLst>
              <a:ext uri="{FF2B5EF4-FFF2-40B4-BE49-F238E27FC236}">
                <a16:creationId xmlns:a16="http://schemas.microsoft.com/office/drawing/2014/main" id="{6369445A-E0E5-73D9-0AFA-56AE1938AB8B}"/>
              </a:ext>
            </a:extLst>
          </p:cNvPr>
          <p:cNvSpPr>
            <a:spLocks noChangeShapeType="1"/>
          </p:cNvSpPr>
          <p:nvPr/>
        </p:nvSpPr>
        <p:spPr bwMode="auto">
          <a:xfrm>
            <a:off x="3779838" y="2133600"/>
            <a:ext cx="431800" cy="142875"/>
          </a:xfrm>
          <a:prstGeom prst="line">
            <a:avLst/>
          </a:prstGeom>
          <a:noFill/>
          <a:ln w="25400">
            <a:solidFill>
              <a:srgbClr val="800080"/>
            </a:solidFill>
            <a:round/>
            <a:headEnd/>
            <a:tailEnd type="stealth" w="med" len="med"/>
          </a:ln>
          <a:extLst>
            <a:ext uri="{909E8E84-426E-40DD-AFC4-6F175D3DCCD1}">
              <a14:hiddenFill xmlns:a14="http://schemas.microsoft.com/office/drawing/2010/main">
                <a:noFill/>
              </a14:hiddenFill>
            </a:ext>
          </a:extLst>
        </p:spPr>
        <p:txBody>
          <a:bodyPr wrap="none"/>
          <a:lstStyle/>
          <a:p>
            <a:endParaRPr lang="en-US"/>
          </a:p>
        </p:txBody>
      </p:sp>
      <p:sp>
        <p:nvSpPr>
          <p:cNvPr id="81928" name="Line 8">
            <a:extLst>
              <a:ext uri="{FF2B5EF4-FFF2-40B4-BE49-F238E27FC236}">
                <a16:creationId xmlns:a16="http://schemas.microsoft.com/office/drawing/2014/main" id="{3D108AAF-5CC1-5C78-E297-F7F0A00DC3E5}"/>
              </a:ext>
            </a:extLst>
          </p:cNvPr>
          <p:cNvSpPr>
            <a:spLocks noChangeShapeType="1"/>
          </p:cNvSpPr>
          <p:nvPr/>
        </p:nvSpPr>
        <p:spPr bwMode="auto">
          <a:xfrm flipV="1">
            <a:off x="3641725" y="2708275"/>
            <a:ext cx="2586038" cy="2376488"/>
          </a:xfrm>
          <a:prstGeom prst="line">
            <a:avLst/>
          </a:prstGeom>
          <a:noFill/>
          <a:ln w="25400">
            <a:solidFill>
              <a:srgbClr val="800080"/>
            </a:solidFill>
            <a:round/>
            <a:headEnd/>
            <a:tailEnd type="stealth" w="med" len="med"/>
          </a:ln>
          <a:extLst>
            <a:ext uri="{909E8E84-426E-40DD-AFC4-6F175D3DCCD1}">
              <a14:hiddenFill xmlns:a14="http://schemas.microsoft.com/office/drawing/2010/main">
                <a:noFill/>
              </a14:hiddenFill>
            </a:ext>
          </a:extLst>
        </p:spPr>
        <p:txBody>
          <a:bodyPr wrap="none"/>
          <a:lstStyle/>
          <a:p>
            <a:endParaRPr lang="en-US"/>
          </a:p>
        </p:txBody>
      </p:sp>
    </p:spTree>
  </p:cSld>
  <p:clrMapOvr>
    <a:masterClrMapping/>
  </p:clrMapOvr>
  <p:transition>
    <p:check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1924"/>
                                        </p:tgtEl>
                                        <p:attrNameLst>
                                          <p:attrName>style.visibility</p:attrName>
                                        </p:attrNameLst>
                                      </p:cBhvr>
                                      <p:to>
                                        <p:strVal val="visible"/>
                                      </p:to>
                                    </p:set>
                                    <p:animEffect transition="in" filter="dissolve">
                                      <p:cBhvr>
                                        <p:cTn id="7" dur="500"/>
                                        <p:tgtEl>
                                          <p:spTgt spid="819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1925"/>
                                        </p:tgtEl>
                                        <p:attrNameLst>
                                          <p:attrName>style.visibility</p:attrName>
                                        </p:attrNameLst>
                                      </p:cBhvr>
                                      <p:to>
                                        <p:strVal val="visible"/>
                                      </p:to>
                                    </p:set>
                                    <p:animEffect transition="in" filter="blinds(horizontal)">
                                      <p:cBhvr>
                                        <p:cTn id="12" dur="500"/>
                                        <p:tgtEl>
                                          <p:spTgt spid="81925"/>
                                        </p:tgtEl>
                                      </p:cBhvr>
                                    </p:animEffect>
                                  </p:childTnLst>
                                </p:cTn>
                              </p:par>
                              <p:par>
                                <p:cTn id="13" presetID="3" presetClass="entr" presetSubtype="10" fill="hold" nodeType="withEffect">
                                  <p:stCondLst>
                                    <p:cond delay="0"/>
                                  </p:stCondLst>
                                  <p:childTnLst>
                                    <p:set>
                                      <p:cBhvr>
                                        <p:cTn id="14" dur="1" fill="hold">
                                          <p:stCondLst>
                                            <p:cond delay="0"/>
                                          </p:stCondLst>
                                        </p:cTn>
                                        <p:tgtEl>
                                          <p:spTgt spid="81927"/>
                                        </p:tgtEl>
                                        <p:attrNameLst>
                                          <p:attrName>style.visibility</p:attrName>
                                        </p:attrNameLst>
                                      </p:cBhvr>
                                      <p:to>
                                        <p:strVal val="visible"/>
                                      </p:to>
                                    </p:set>
                                    <p:animEffect transition="in" filter="blinds(horizontal)">
                                      <p:cBhvr>
                                        <p:cTn id="15" dur="500"/>
                                        <p:tgtEl>
                                          <p:spTgt spid="8192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81926"/>
                                        </p:tgtEl>
                                        <p:attrNameLst>
                                          <p:attrName>style.visibility</p:attrName>
                                        </p:attrNameLst>
                                      </p:cBhvr>
                                      <p:to>
                                        <p:strVal val="visible"/>
                                      </p:to>
                                    </p:set>
                                    <p:animEffect transition="in" filter="blinds(horizontal)">
                                      <p:cBhvr>
                                        <p:cTn id="20" dur="500"/>
                                        <p:tgtEl>
                                          <p:spTgt spid="81926"/>
                                        </p:tgtEl>
                                      </p:cBhvr>
                                    </p:animEffect>
                                  </p:childTnLst>
                                </p:cTn>
                              </p:par>
                              <p:par>
                                <p:cTn id="21" presetID="3" presetClass="entr" presetSubtype="10" fill="hold" nodeType="withEffect">
                                  <p:stCondLst>
                                    <p:cond delay="0"/>
                                  </p:stCondLst>
                                  <p:childTnLst>
                                    <p:set>
                                      <p:cBhvr>
                                        <p:cTn id="22" dur="1" fill="hold">
                                          <p:stCondLst>
                                            <p:cond delay="0"/>
                                          </p:stCondLst>
                                        </p:cTn>
                                        <p:tgtEl>
                                          <p:spTgt spid="81928"/>
                                        </p:tgtEl>
                                        <p:attrNameLst>
                                          <p:attrName>style.visibility</p:attrName>
                                        </p:attrNameLst>
                                      </p:cBhvr>
                                      <p:to>
                                        <p:strVal val="visible"/>
                                      </p:to>
                                    </p:set>
                                    <p:animEffect transition="in" filter="blinds(horizontal)">
                                      <p:cBhvr>
                                        <p:cTn id="23" dur="500"/>
                                        <p:tgtEl>
                                          <p:spTgt spid="819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5" grpId="0"/>
      <p:bldP spid="81926"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Number Placeholder 5">
            <a:extLst>
              <a:ext uri="{FF2B5EF4-FFF2-40B4-BE49-F238E27FC236}">
                <a16:creationId xmlns:a16="http://schemas.microsoft.com/office/drawing/2014/main" id="{8C6AF077-B7DA-EE65-2A53-93322BF91941}"/>
              </a:ext>
            </a:extLst>
          </p:cNvPr>
          <p:cNvSpPr txBox="1">
            <a:spLocks noGrp="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FE370E28-22D1-464C-BADF-F50850C7061E}" type="slidenum">
              <a:rPr lang="en-US" altLang="en-US" sz="1800" b="1">
                <a:solidFill>
                  <a:srgbClr val="FF0066"/>
                </a:solidFill>
                <a:latin typeface="Garamond" panose="02020404030301010803" pitchFamily="18" charset="0"/>
              </a:rPr>
              <a:pPr algn="r" eaLnBrk="1" hangingPunct="1">
                <a:spcBef>
                  <a:spcPct val="0"/>
                </a:spcBef>
                <a:buFontTx/>
                <a:buNone/>
              </a:pPr>
              <a:t>88</a:t>
            </a:fld>
            <a:endParaRPr lang="en-US" altLang="en-US" sz="1800" b="1">
              <a:solidFill>
                <a:srgbClr val="FF0066"/>
              </a:solidFill>
              <a:latin typeface="Garamond" panose="02020404030301010803" pitchFamily="18" charset="0"/>
            </a:endParaRPr>
          </a:p>
        </p:txBody>
      </p:sp>
      <p:pic>
        <p:nvPicPr>
          <p:cNvPr id="82952" name="Picture 8" descr="ChartStep2">
            <a:extLst>
              <a:ext uri="{FF2B5EF4-FFF2-40B4-BE49-F238E27FC236}">
                <a16:creationId xmlns:a16="http://schemas.microsoft.com/office/drawing/2014/main" id="{430495BE-D68C-4AA8-97D4-A7C5667B31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5275" y="1341438"/>
            <a:ext cx="4184650" cy="467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476" name="Rectangle 2">
            <a:extLst>
              <a:ext uri="{FF2B5EF4-FFF2-40B4-BE49-F238E27FC236}">
                <a16:creationId xmlns:a16="http://schemas.microsoft.com/office/drawing/2014/main" id="{75FE5D5A-A0A6-6B7C-8997-7AB1C2A49D04}"/>
              </a:ext>
            </a:extLst>
          </p:cNvPr>
          <p:cNvSpPr>
            <a:spLocks noGrp="1" noChangeArrowheads="1"/>
          </p:cNvSpPr>
          <p:nvPr>
            <p:ph type="title" idx="4294967295"/>
          </p:nvPr>
        </p:nvSpPr>
        <p:spPr>
          <a:xfrm>
            <a:off x="457200" y="238125"/>
            <a:ext cx="8156575" cy="598488"/>
          </a:xfrm>
        </p:spPr>
        <p:txBody>
          <a:bodyPr anchor="t"/>
          <a:lstStyle/>
          <a:p>
            <a:pPr eaLnBrk="1" hangingPunct="1"/>
            <a:r>
              <a:rPr lang="en-US" altLang="vi-VN" sz="2800" b="1">
                <a:solidFill>
                  <a:srgbClr val="FF0000"/>
                </a:solidFill>
              </a:rPr>
              <a:t>Bước 2: Định dữ liệu</a:t>
            </a:r>
          </a:p>
        </p:txBody>
      </p:sp>
      <p:sp>
        <p:nvSpPr>
          <p:cNvPr id="82948" name="Text Box 4">
            <a:extLst>
              <a:ext uri="{FF2B5EF4-FFF2-40B4-BE49-F238E27FC236}">
                <a16:creationId xmlns:a16="http://schemas.microsoft.com/office/drawing/2014/main" id="{A5447475-2C53-0EDE-835A-1522F61E0A69}"/>
              </a:ext>
            </a:extLst>
          </p:cNvPr>
          <p:cNvSpPr txBox="1">
            <a:spLocks noChangeArrowheads="1"/>
          </p:cNvSpPr>
          <p:nvPr/>
        </p:nvSpPr>
        <p:spPr bwMode="auto">
          <a:xfrm>
            <a:off x="379413" y="3114675"/>
            <a:ext cx="2514600" cy="822325"/>
          </a:xfrm>
          <a:prstGeom prst="rect">
            <a:avLst/>
          </a:prstGeom>
          <a:noFill/>
          <a:ln w="9525">
            <a:noFill/>
            <a:miter lim="800000"/>
            <a:headEnd/>
            <a:tailEnd/>
          </a:ln>
          <a:effec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defRPr/>
            </a:pPr>
            <a:r>
              <a:rPr lang="en-US" altLang="vi-VN" sz="2400">
                <a:solidFill>
                  <a:srgbClr val="000000"/>
                </a:solidFill>
                <a:effectLst>
                  <a:outerShdw blurRad="38100" dist="38100" dir="2700000" algn="tl">
                    <a:srgbClr val="C0C0C0"/>
                  </a:outerShdw>
                </a:effectLst>
                <a:latin typeface="Times New Roman" panose="02020603050405020304" pitchFamily="18" charset="0"/>
              </a:rPr>
              <a:t>Miền dữ liệu vẽ đồ thị</a:t>
            </a:r>
          </a:p>
        </p:txBody>
      </p:sp>
      <p:sp>
        <p:nvSpPr>
          <p:cNvPr id="82949" name="Text Box 5">
            <a:extLst>
              <a:ext uri="{FF2B5EF4-FFF2-40B4-BE49-F238E27FC236}">
                <a16:creationId xmlns:a16="http://schemas.microsoft.com/office/drawing/2014/main" id="{979BF592-2A3E-BB8C-99D0-ED48421FA460}"/>
              </a:ext>
            </a:extLst>
          </p:cNvPr>
          <p:cNvSpPr txBox="1">
            <a:spLocks noChangeArrowheads="1"/>
          </p:cNvSpPr>
          <p:nvPr/>
        </p:nvSpPr>
        <p:spPr bwMode="auto">
          <a:xfrm>
            <a:off x="323850" y="4551363"/>
            <a:ext cx="2514600" cy="1187450"/>
          </a:xfrm>
          <a:prstGeom prst="rect">
            <a:avLst/>
          </a:prstGeom>
          <a:noFill/>
          <a:ln w="9525">
            <a:noFill/>
            <a:miter lim="800000"/>
            <a:headEnd/>
            <a:tailEnd/>
          </a:ln>
          <a:effec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defRPr/>
            </a:pPr>
            <a:r>
              <a:rPr lang="en-US" altLang="vi-VN" sz="2400">
                <a:solidFill>
                  <a:srgbClr val="000000"/>
                </a:solidFill>
                <a:effectLst>
                  <a:outerShdw blurRad="38100" dist="38100" dir="2700000" algn="tl">
                    <a:srgbClr val="C0C0C0"/>
                  </a:outerShdw>
                </a:effectLst>
                <a:latin typeface="Times New Roman" panose="02020603050405020304" pitchFamily="18" charset="0"/>
              </a:rPr>
              <a:t>Chọn dữ liệu vẽ đồ thị theo hàng hoặc theo cột</a:t>
            </a:r>
          </a:p>
        </p:txBody>
      </p:sp>
      <p:sp>
        <p:nvSpPr>
          <p:cNvPr id="82950" name="Line 6">
            <a:extLst>
              <a:ext uri="{FF2B5EF4-FFF2-40B4-BE49-F238E27FC236}">
                <a16:creationId xmlns:a16="http://schemas.microsoft.com/office/drawing/2014/main" id="{679BCD10-1E45-BA0A-50A9-0946CE5CC2D0}"/>
              </a:ext>
            </a:extLst>
          </p:cNvPr>
          <p:cNvSpPr>
            <a:spLocks noChangeShapeType="1"/>
          </p:cNvSpPr>
          <p:nvPr/>
        </p:nvSpPr>
        <p:spPr bwMode="auto">
          <a:xfrm>
            <a:off x="2817813" y="3552825"/>
            <a:ext cx="990600" cy="381000"/>
          </a:xfrm>
          <a:prstGeom prst="line">
            <a:avLst/>
          </a:prstGeom>
          <a:noFill/>
          <a:ln w="25400">
            <a:solidFill>
              <a:srgbClr val="800080"/>
            </a:solidFill>
            <a:round/>
            <a:headEnd/>
            <a:tailEnd type="stealth" w="med" len="med"/>
          </a:ln>
          <a:extLst>
            <a:ext uri="{909E8E84-426E-40DD-AFC4-6F175D3DCCD1}">
              <a14:hiddenFill xmlns:a14="http://schemas.microsoft.com/office/drawing/2010/main">
                <a:noFill/>
              </a14:hiddenFill>
            </a:ext>
          </a:extLst>
        </p:spPr>
        <p:txBody>
          <a:bodyPr wrap="none"/>
          <a:lstStyle/>
          <a:p>
            <a:endParaRPr lang="en-US"/>
          </a:p>
        </p:txBody>
      </p:sp>
      <p:sp>
        <p:nvSpPr>
          <p:cNvPr id="82951" name="Line 7">
            <a:extLst>
              <a:ext uri="{FF2B5EF4-FFF2-40B4-BE49-F238E27FC236}">
                <a16:creationId xmlns:a16="http://schemas.microsoft.com/office/drawing/2014/main" id="{FB8547EB-42C6-74E5-5E24-C2888E9DE5EF}"/>
              </a:ext>
            </a:extLst>
          </p:cNvPr>
          <p:cNvSpPr>
            <a:spLocks noChangeShapeType="1"/>
          </p:cNvSpPr>
          <p:nvPr/>
        </p:nvSpPr>
        <p:spPr bwMode="auto">
          <a:xfrm flipV="1">
            <a:off x="2555875" y="4437063"/>
            <a:ext cx="1295400" cy="720725"/>
          </a:xfrm>
          <a:prstGeom prst="line">
            <a:avLst/>
          </a:prstGeom>
          <a:noFill/>
          <a:ln w="25400">
            <a:solidFill>
              <a:srgbClr val="800080"/>
            </a:solidFill>
            <a:round/>
            <a:headEnd/>
            <a:tailEnd type="stealth" w="med" len="med"/>
          </a:ln>
          <a:extLst>
            <a:ext uri="{909E8E84-426E-40DD-AFC4-6F175D3DCCD1}">
              <a14:hiddenFill xmlns:a14="http://schemas.microsoft.com/office/drawing/2010/main">
                <a:noFill/>
              </a14:hiddenFill>
            </a:ext>
          </a:extLst>
        </p:spPr>
        <p:txBody>
          <a:bodyPr wrap="none"/>
          <a:lstStyle/>
          <a:p>
            <a:endParaRPr lang="en-US"/>
          </a:p>
        </p:txBody>
      </p:sp>
      <p:sp>
        <p:nvSpPr>
          <p:cNvPr id="82954" name="Text Box 10">
            <a:extLst>
              <a:ext uri="{FF2B5EF4-FFF2-40B4-BE49-F238E27FC236}">
                <a16:creationId xmlns:a16="http://schemas.microsoft.com/office/drawing/2014/main" id="{8AE6922C-C61D-A6C1-49F3-8F7DB4BC79DE}"/>
              </a:ext>
            </a:extLst>
          </p:cNvPr>
          <p:cNvSpPr txBox="1">
            <a:spLocks noChangeArrowheads="1"/>
          </p:cNvSpPr>
          <p:nvPr/>
        </p:nvSpPr>
        <p:spPr bwMode="auto">
          <a:xfrm>
            <a:off x="7135813" y="3182938"/>
            <a:ext cx="1828800" cy="822325"/>
          </a:xfrm>
          <a:prstGeom prst="rect">
            <a:avLst/>
          </a:prstGeom>
          <a:noFill/>
          <a:ln w="9525">
            <a:noFill/>
            <a:miter lim="800000"/>
            <a:headEnd/>
            <a:tailEnd/>
          </a:ln>
          <a:effec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defRPr/>
            </a:pPr>
            <a:r>
              <a:rPr lang="en-US" altLang="vi-VN" sz="2400">
                <a:solidFill>
                  <a:srgbClr val="000000"/>
                </a:solidFill>
                <a:effectLst>
                  <a:outerShdw blurRad="38100" dist="38100" dir="2700000" algn="tl">
                    <a:srgbClr val="C0C0C0"/>
                  </a:outerShdw>
                </a:effectLst>
                <a:latin typeface="Times New Roman" panose="02020603050405020304" pitchFamily="18" charset="0"/>
              </a:rPr>
              <a:t>Tiêu đề hàng hiện tại đây</a:t>
            </a:r>
          </a:p>
        </p:txBody>
      </p:sp>
      <p:sp>
        <p:nvSpPr>
          <p:cNvPr id="82955" name="Line 11">
            <a:extLst>
              <a:ext uri="{FF2B5EF4-FFF2-40B4-BE49-F238E27FC236}">
                <a16:creationId xmlns:a16="http://schemas.microsoft.com/office/drawing/2014/main" id="{FF894E59-FE0D-1ADC-5C64-B92A7A555ED6}"/>
              </a:ext>
            </a:extLst>
          </p:cNvPr>
          <p:cNvSpPr>
            <a:spLocks noChangeShapeType="1"/>
          </p:cNvSpPr>
          <p:nvPr/>
        </p:nvSpPr>
        <p:spPr bwMode="auto">
          <a:xfrm flipH="1" flipV="1">
            <a:off x="6018213" y="3429000"/>
            <a:ext cx="1146175" cy="0"/>
          </a:xfrm>
          <a:prstGeom prst="line">
            <a:avLst/>
          </a:prstGeom>
          <a:noFill/>
          <a:ln w="25400">
            <a:solidFill>
              <a:srgbClr val="800080"/>
            </a:solidFill>
            <a:round/>
            <a:headEnd/>
            <a:tailEnd type="stealth" w="med" len="med"/>
          </a:ln>
          <a:extLst>
            <a:ext uri="{909E8E84-426E-40DD-AFC4-6F175D3DCCD1}">
              <a14:hiddenFill xmlns:a14="http://schemas.microsoft.com/office/drawing/2010/main">
                <a:noFill/>
              </a14:hiddenFill>
            </a:ext>
          </a:extLst>
        </p:spPr>
        <p:txBody>
          <a:bodyPr wrap="none"/>
          <a:lstStyle/>
          <a:p>
            <a:endParaRPr lang="en-US"/>
          </a:p>
        </p:txBody>
      </p:sp>
      <p:sp>
        <p:nvSpPr>
          <p:cNvPr id="82956" name="Text Box 12">
            <a:extLst>
              <a:ext uri="{FF2B5EF4-FFF2-40B4-BE49-F238E27FC236}">
                <a16:creationId xmlns:a16="http://schemas.microsoft.com/office/drawing/2014/main" id="{DF19BB35-657D-95BC-1FB1-39999D5A2F6A}"/>
              </a:ext>
            </a:extLst>
          </p:cNvPr>
          <p:cNvSpPr txBox="1">
            <a:spLocks noChangeArrowheads="1"/>
          </p:cNvSpPr>
          <p:nvPr/>
        </p:nvSpPr>
        <p:spPr bwMode="auto">
          <a:xfrm>
            <a:off x="7064375" y="2216150"/>
            <a:ext cx="1828800" cy="822325"/>
          </a:xfrm>
          <a:prstGeom prst="rect">
            <a:avLst/>
          </a:prstGeom>
          <a:noFill/>
          <a:ln w="9525">
            <a:noFill/>
            <a:miter lim="800000"/>
            <a:headEnd/>
            <a:tailEnd/>
          </a:ln>
          <a:effec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defRPr/>
            </a:pPr>
            <a:r>
              <a:rPr lang="en-US" altLang="vi-VN" sz="2400">
                <a:solidFill>
                  <a:srgbClr val="000000"/>
                </a:solidFill>
                <a:effectLst>
                  <a:outerShdw blurRad="38100" dist="38100" dir="2700000" algn="tl">
                    <a:srgbClr val="C0C0C0"/>
                  </a:outerShdw>
                </a:effectLst>
                <a:latin typeface="Times New Roman" panose="02020603050405020304" pitchFamily="18" charset="0"/>
              </a:rPr>
              <a:t>Tiêu đề cột làm chú giải</a:t>
            </a:r>
          </a:p>
        </p:txBody>
      </p:sp>
      <p:sp>
        <p:nvSpPr>
          <p:cNvPr id="82957" name="Line 13">
            <a:extLst>
              <a:ext uri="{FF2B5EF4-FFF2-40B4-BE49-F238E27FC236}">
                <a16:creationId xmlns:a16="http://schemas.microsoft.com/office/drawing/2014/main" id="{FC2C8F19-AFE1-5CFE-537D-0B1A9996F161}"/>
              </a:ext>
            </a:extLst>
          </p:cNvPr>
          <p:cNvSpPr>
            <a:spLocks noChangeShapeType="1"/>
          </p:cNvSpPr>
          <p:nvPr/>
        </p:nvSpPr>
        <p:spPr bwMode="auto">
          <a:xfrm flipH="1">
            <a:off x="6562725" y="2565400"/>
            <a:ext cx="673100" cy="215900"/>
          </a:xfrm>
          <a:prstGeom prst="line">
            <a:avLst/>
          </a:prstGeom>
          <a:noFill/>
          <a:ln w="25400">
            <a:solidFill>
              <a:srgbClr val="800080"/>
            </a:solidFill>
            <a:round/>
            <a:headEnd/>
            <a:tailEnd type="stealth" w="med" len="med"/>
          </a:ln>
          <a:extLst>
            <a:ext uri="{909E8E84-426E-40DD-AFC4-6F175D3DCCD1}">
              <a14:hiddenFill xmlns:a14="http://schemas.microsoft.com/office/drawing/2010/main">
                <a:noFill/>
              </a14:hiddenFill>
            </a:ext>
          </a:extLst>
        </p:spPr>
        <p:txBody>
          <a:bodyPr wrap="none"/>
          <a:lstStyle/>
          <a:p>
            <a:endParaRPr lang="en-US"/>
          </a:p>
        </p:txBody>
      </p:sp>
    </p:spTree>
  </p:cSld>
  <p:clrMapOvr>
    <a:masterClrMapping/>
  </p:clrMapOvr>
  <p:transition>
    <p:check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2952"/>
                                        </p:tgtEl>
                                        <p:attrNameLst>
                                          <p:attrName>style.visibility</p:attrName>
                                        </p:attrNameLst>
                                      </p:cBhvr>
                                      <p:to>
                                        <p:strVal val="visible"/>
                                      </p:to>
                                    </p:set>
                                    <p:animEffect transition="in" filter="dissolve">
                                      <p:cBhvr>
                                        <p:cTn id="7" dur="500"/>
                                        <p:tgtEl>
                                          <p:spTgt spid="8295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2957"/>
                                        </p:tgtEl>
                                        <p:attrNameLst>
                                          <p:attrName>style.visibility</p:attrName>
                                        </p:attrNameLst>
                                      </p:cBhvr>
                                      <p:to>
                                        <p:strVal val="visible"/>
                                      </p:to>
                                    </p:set>
                                    <p:animEffect transition="in" filter="blinds(horizontal)">
                                      <p:cBhvr>
                                        <p:cTn id="12" dur="500"/>
                                        <p:tgtEl>
                                          <p:spTgt spid="82957"/>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82956"/>
                                        </p:tgtEl>
                                        <p:attrNameLst>
                                          <p:attrName>style.visibility</p:attrName>
                                        </p:attrNameLst>
                                      </p:cBhvr>
                                      <p:to>
                                        <p:strVal val="visible"/>
                                      </p:to>
                                    </p:set>
                                    <p:animEffect transition="in" filter="blinds(horizontal)">
                                      <p:cBhvr>
                                        <p:cTn id="15" dur="500"/>
                                        <p:tgtEl>
                                          <p:spTgt spid="8295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82955"/>
                                        </p:tgtEl>
                                        <p:attrNameLst>
                                          <p:attrName>style.visibility</p:attrName>
                                        </p:attrNameLst>
                                      </p:cBhvr>
                                      <p:to>
                                        <p:strVal val="visible"/>
                                      </p:to>
                                    </p:set>
                                    <p:animEffect transition="in" filter="blinds(horizontal)">
                                      <p:cBhvr>
                                        <p:cTn id="20" dur="500"/>
                                        <p:tgtEl>
                                          <p:spTgt spid="82955"/>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82954"/>
                                        </p:tgtEl>
                                        <p:attrNameLst>
                                          <p:attrName>style.visibility</p:attrName>
                                        </p:attrNameLst>
                                      </p:cBhvr>
                                      <p:to>
                                        <p:strVal val="visible"/>
                                      </p:to>
                                    </p:set>
                                    <p:animEffect transition="in" filter="blinds(horizontal)">
                                      <p:cBhvr>
                                        <p:cTn id="23" dur="500"/>
                                        <p:tgtEl>
                                          <p:spTgt spid="8295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82948"/>
                                        </p:tgtEl>
                                        <p:attrNameLst>
                                          <p:attrName>style.visibility</p:attrName>
                                        </p:attrNameLst>
                                      </p:cBhvr>
                                      <p:to>
                                        <p:strVal val="visible"/>
                                      </p:to>
                                    </p:set>
                                    <p:animEffect transition="in" filter="blinds(horizontal)">
                                      <p:cBhvr>
                                        <p:cTn id="28" dur="500"/>
                                        <p:tgtEl>
                                          <p:spTgt spid="82948"/>
                                        </p:tgtEl>
                                      </p:cBhvr>
                                    </p:animEffect>
                                  </p:childTnLst>
                                </p:cTn>
                              </p:par>
                              <p:par>
                                <p:cTn id="29" presetID="3" presetClass="entr" presetSubtype="10" fill="hold" nodeType="withEffect">
                                  <p:stCondLst>
                                    <p:cond delay="0"/>
                                  </p:stCondLst>
                                  <p:childTnLst>
                                    <p:set>
                                      <p:cBhvr>
                                        <p:cTn id="30" dur="1" fill="hold">
                                          <p:stCondLst>
                                            <p:cond delay="0"/>
                                          </p:stCondLst>
                                        </p:cTn>
                                        <p:tgtEl>
                                          <p:spTgt spid="82950"/>
                                        </p:tgtEl>
                                        <p:attrNameLst>
                                          <p:attrName>style.visibility</p:attrName>
                                        </p:attrNameLst>
                                      </p:cBhvr>
                                      <p:to>
                                        <p:strVal val="visible"/>
                                      </p:to>
                                    </p:set>
                                    <p:animEffect transition="in" filter="blinds(horizontal)">
                                      <p:cBhvr>
                                        <p:cTn id="31" dur="500"/>
                                        <p:tgtEl>
                                          <p:spTgt spid="82950"/>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82949"/>
                                        </p:tgtEl>
                                        <p:attrNameLst>
                                          <p:attrName>style.visibility</p:attrName>
                                        </p:attrNameLst>
                                      </p:cBhvr>
                                      <p:to>
                                        <p:strVal val="visible"/>
                                      </p:to>
                                    </p:set>
                                    <p:animEffect transition="in" filter="blinds(horizontal)">
                                      <p:cBhvr>
                                        <p:cTn id="34" dur="500"/>
                                        <p:tgtEl>
                                          <p:spTgt spid="82949"/>
                                        </p:tgtEl>
                                      </p:cBhvr>
                                    </p:animEffect>
                                  </p:childTnLst>
                                </p:cTn>
                              </p:par>
                              <p:par>
                                <p:cTn id="35" presetID="3" presetClass="entr" presetSubtype="10" fill="hold" nodeType="withEffect">
                                  <p:stCondLst>
                                    <p:cond delay="0"/>
                                  </p:stCondLst>
                                  <p:childTnLst>
                                    <p:set>
                                      <p:cBhvr>
                                        <p:cTn id="36" dur="1" fill="hold">
                                          <p:stCondLst>
                                            <p:cond delay="0"/>
                                          </p:stCondLst>
                                        </p:cTn>
                                        <p:tgtEl>
                                          <p:spTgt spid="82951"/>
                                        </p:tgtEl>
                                        <p:attrNameLst>
                                          <p:attrName>style.visibility</p:attrName>
                                        </p:attrNameLst>
                                      </p:cBhvr>
                                      <p:to>
                                        <p:strVal val="visible"/>
                                      </p:to>
                                    </p:set>
                                    <p:animEffect transition="in" filter="blinds(horizontal)">
                                      <p:cBhvr>
                                        <p:cTn id="37" dur="500"/>
                                        <p:tgtEl>
                                          <p:spTgt spid="829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8" grpId="0"/>
      <p:bldP spid="82949" grpId="0"/>
      <p:bldP spid="82954" grpId="0"/>
      <p:bldP spid="82956"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Footer Placeholder 4">
            <a:extLst>
              <a:ext uri="{FF2B5EF4-FFF2-40B4-BE49-F238E27FC236}">
                <a16:creationId xmlns:a16="http://schemas.microsoft.com/office/drawing/2014/main" id="{DE48C897-4037-384E-245B-DBEAA04B1FC0}"/>
              </a:ext>
            </a:extLst>
          </p:cNvPr>
          <p:cNvSpPr txBox="1">
            <a:spLocks noGrp="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800" b="1">
                <a:solidFill>
                  <a:srgbClr val="FF0066"/>
                </a:solidFill>
                <a:latin typeface="Garamond" panose="02020404030301010803" pitchFamily="18" charset="0"/>
              </a:rPr>
              <a:t>Bài giảng Excel</a:t>
            </a:r>
          </a:p>
        </p:txBody>
      </p:sp>
      <p:sp>
        <p:nvSpPr>
          <p:cNvPr id="106499" name="Slide Number Placeholder 5">
            <a:extLst>
              <a:ext uri="{FF2B5EF4-FFF2-40B4-BE49-F238E27FC236}">
                <a16:creationId xmlns:a16="http://schemas.microsoft.com/office/drawing/2014/main" id="{DCCEC9CB-9660-67D2-976C-F437FDBBB97E}"/>
              </a:ext>
            </a:extLst>
          </p:cNvPr>
          <p:cNvSpPr txBox="1">
            <a:spLocks noGrp="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F0ED2F72-7B9D-4170-9658-FA1A75BBEA67}" type="slidenum">
              <a:rPr lang="en-US" altLang="en-US" sz="1800" b="1">
                <a:solidFill>
                  <a:srgbClr val="FF0066"/>
                </a:solidFill>
                <a:latin typeface="Garamond" panose="02020404030301010803" pitchFamily="18" charset="0"/>
              </a:rPr>
              <a:pPr algn="r" eaLnBrk="1" hangingPunct="1">
                <a:spcBef>
                  <a:spcPct val="0"/>
                </a:spcBef>
                <a:buFontTx/>
                <a:buNone/>
              </a:pPr>
              <a:t>89</a:t>
            </a:fld>
            <a:endParaRPr lang="en-US" altLang="en-US" sz="1800" b="1">
              <a:solidFill>
                <a:srgbClr val="FF0066"/>
              </a:solidFill>
              <a:latin typeface="Garamond" panose="02020404030301010803" pitchFamily="18" charset="0"/>
            </a:endParaRPr>
          </a:p>
        </p:txBody>
      </p:sp>
      <p:sp>
        <p:nvSpPr>
          <p:cNvPr id="106500" name="Rectangle 2">
            <a:extLst>
              <a:ext uri="{FF2B5EF4-FFF2-40B4-BE49-F238E27FC236}">
                <a16:creationId xmlns:a16="http://schemas.microsoft.com/office/drawing/2014/main" id="{54F0F282-C653-77FD-FCF9-C30FA2EEEB24}"/>
              </a:ext>
            </a:extLst>
          </p:cNvPr>
          <p:cNvSpPr>
            <a:spLocks noGrp="1" noChangeArrowheads="1"/>
          </p:cNvSpPr>
          <p:nvPr>
            <p:ph type="title" idx="4294967295"/>
          </p:nvPr>
        </p:nvSpPr>
        <p:spPr>
          <a:xfrm>
            <a:off x="533400" y="-222250"/>
            <a:ext cx="8229600" cy="1190625"/>
          </a:xfrm>
        </p:spPr>
        <p:txBody>
          <a:bodyPr anchor="t"/>
          <a:lstStyle/>
          <a:p>
            <a:pPr eaLnBrk="1" hangingPunct="1"/>
            <a:br>
              <a:rPr lang="en-US" altLang="vi-VN" sz="2800">
                <a:solidFill>
                  <a:srgbClr val="FF0000"/>
                </a:solidFill>
              </a:rPr>
            </a:br>
            <a:r>
              <a:rPr lang="en-US" altLang="vi-VN" sz="2800">
                <a:solidFill>
                  <a:srgbClr val="FF0000"/>
                </a:solidFill>
              </a:rPr>
              <a:t>Tab Titles Tiêu đề đồ thị và tiêu đề các trục</a:t>
            </a:r>
          </a:p>
        </p:txBody>
      </p:sp>
      <p:pic>
        <p:nvPicPr>
          <p:cNvPr id="83972" name="Picture 4" descr="Chart_Step3">
            <a:extLst>
              <a:ext uri="{FF2B5EF4-FFF2-40B4-BE49-F238E27FC236}">
                <a16:creationId xmlns:a16="http://schemas.microsoft.com/office/drawing/2014/main" id="{CFE8B2D0-BC54-F6E6-F26E-74F01159AC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413" y="1916113"/>
            <a:ext cx="6248400" cy="411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3" name="Text Box 5">
            <a:extLst>
              <a:ext uri="{FF2B5EF4-FFF2-40B4-BE49-F238E27FC236}">
                <a16:creationId xmlns:a16="http://schemas.microsoft.com/office/drawing/2014/main" id="{B35F5D26-DC83-C757-ABFA-04F16AAA26F6}"/>
              </a:ext>
            </a:extLst>
          </p:cNvPr>
          <p:cNvSpPr txBox="1">
            <a:spLocks noChangeArrowheads="1"/>
          </p:cNvSpPr>
          <p:nvPr/>
        </p:nvSpPr>
        <p:spPr bwMode="auto">
          <a:xfrm>
            <a:off x="827088" y="1990725"/>
            <a:ext cx="14478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vi-VN" sz="2400">
                <a:solidFill>
                  <a:schemeClr val="tx2"/>
                </a:solidFill>
                <a:latin typeface="Times New Roman" panose="02020603050405020304" pitchFamily="18" charset="0"/>
              </a:rPr>
              <a:t>Nhập tiêu đề đồ thị</a:t>
            </a:r>
          </a:p>
        </p:txBody>
      </p:sp>
      <p:sp>
        <p:nvSpPr>
          <p:cNvPr id="83974" name="Line 6">
            <a:extLst>
              <a:ext uri="{FF2B5EF4-FFF2-40B4-BE49-F238E27FC236}">
                <a16:creationId xmlns:a16="http://schemas.microsoft.com/office/drawing/2014/main" id="{703650C5-78F3-693D-317E-3D6537E4215D}"/>
              </a:ext>
            </a:extLst>
          </p:cNvPr>
          <p:cNvSpPr>
            <a:spLocks noChangeShapeType="1"/>
          </p:cNvSpPr>
          <p:nvPr/>
        </p:nvSpPr>
        <p:spPr bwMode="auto">
          <a:xfrm>
            <a:off x="2122488" y="2447925"/>
            <a:ext cx="685800" cy="533400"/>
          </a:xfrm>
          <a:prstGeom prst="line">
            <a:avLst/>
          </a:prstGeom>
          <a:noFill/>
          <a:ln w="25400">
            <a:solidFill>
              <a:srgbClr val="800080"/>
            </a:solidFill>
            <a:round/>
            <a:headEnd/>
            <a:tailEnd type="stealth" w="med" len="med"/>
          </a:ln>
          <a:extLst>
            <a:ext uri="{909E8E84-426E-40DD-AFC4-6F175D3DCCD1}">
              <a14:hiddenFill xmlns:a14="http://schemas.microsoft.com/office/drawing/2010/main">
                <a:noFill/>
              </a14:hiddenFill>
            </a:ext>
          </a:extLst>
        </p:spPr>
        <p:txBody>
          <a:bodyPr wrap="none"/>
          <a:lstStyle/>
          <a:p>
            <a:endParaRPr lang="en-US"/>
          </a:p>
        </p:txBody>
      </p:sp>
      <p:sp>
        <p:nvSpPr>
          <p:cNvPr id="83975" name="Text Box 7">
            <a:extLst>
              <a:ext uri="{FF2B5EF4-FFF2-40B4-BE49-F238E27FC236}">
                <a16:creationId xmlns:a16="http://schemas.microsoft.com/office/drawing/2014/main" id="{C5AC4656-DD2B-80F1-9631-124FDB922B89}"/>
              </a:ext>
            </a:extLst>
          </p:cNvPr>
          <p:cNvSpPr txBox="1">
            <a:spLocks noChangeArrowheads="1"/>
          </p:cNvSpPr>
          <p:nvPr/>
        </p:nvSpPr>
        <p:spPr bwMode="auto">
          <a:xfrm>
            <a:off x="827088" y="2905125"/>
            <a:ext cx="14478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vi-VN" sz="2400">
                <a:solidFill>
                  <a:schemeClr val="tx2"/>
                </a:solidFill>
                <a:latin typeface="Times New Roman" panose="02020603050405020304" pitchFamily="18" charset="0"/>
              </a:rPr>
              <a:t>Nhập tiêu đề trục X</a:t>
            </a:r>
          </a:p>
        </p:txBody>
      </p:sp>
      <p:sp>
        <p:nvSpPr>
          <p:cNvPr id="83976" name="Text Box 8">
            <a:extLst>
              <a:ext uri="{FF2B5EF4-FFF2-40B4-BE49-F238E27FC236}">
                <a16:creationId xmlns:a16="http://schemas.microsoft.com/office/drawing/2014/main" id="{2D539E5D-4016-013C-0804-0E86B5FE98E4}"/>
              </a:ext>
            </a:extLst>
          </p:cNvPr>
          <p:cNvSpPr txBox="1">
            <a:spLocks noChangeArrowheads="1"/>
          </p:cNvSpPr>
          <p:nvPr/>
        </p:nvSpPr>
        <p:spPr bwMode="auto">
          <a:xfrm>
            <a:off x="827088" y="3759200"/>
            <a:ext cx="14478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vi-VN" sz="2400">
                <a:solidFill>
                  <a:schemeClr val="tx2"/>
                </a:solidFill>
                <a:latin typeface="Times New Roman" panose="02020603050405020304" pitchFamily="18" charset="0"/>
              </a:rPr>
              <a:t>Nhập tiêu đề trục Y</a:t>
            </a:r>
          </a:p>
        </p:txBody>
      </p:sp>
      <p:sp>
        <p:nvSpPr>
          <p:cNvPr id="83977" name="Line 9">
            <a:extLst>
              <a:ext uri="{FF2B5EF4-FFF2-40B4-BE49-F238E27FC236}">
                <a16:creationId xmlns:a16="http://schemas.microsoft.com/office/drawing/2014/main" id="{2EEA54BA-B28C-E6F7-8287-7CCCFEE0A525}"/>
              </a:ext>
            </a:extLst>
          </p:cNvPr>
          <p:cNvSpPr>
            <a:spLocks noChangeShapeType="1"/>
          </p:cNvSpPr>
          <p:nvPr/>
        </p:nvSpPr>
        <p:spPr bwMode="auto">
          <a:xfrm>
            <a:off x="2198688" y="3362325"/>
            <a:ext cx="685800" cy="152400"/>
          </a:xfrm>
          <a:prstGeom prst="line">
            <a:avLst/>
          </a:prstGeom>
          <a:noFill/>
          <a:ln w="25400">
            <a:solidFill>
              <a:srgbClr val="800080"/>
            </a:solidFill>
            <a:round/>
            <a:headEnd/>
            <a:tailEnd type="stealth" w="med" len="med"/>
          </a:ln>
          <a:extLst>
            <a:ext uri="{909E8E84-426E-40DD-AFC4-6F175D3DCCD1}">
              <a14:hiddenFill xmlns:a14="http://schemas.microsoft.com/office/drawing/2010/main">
                <a:noFill/>
              </a14:hiddenFill>
            </a:ext>
          </a:extLst>
        </p:spPr>
        <p:txBody>
          <a:bodyPr wrap="none"/>
          <a:lstStyle/>
          <a:p>
            <a:endParaRPr lang="en-US"/>
          </a:p>
        </p:txBody>
      </p:sp>
      <p:sp>
        <p:nvSpPr>
          <p:cNvPr id="83978" name="Line 10">
            <a:extLst>
              <a:ext uri="{FF2B5EF4-FFF2-40B4-BE49-F238E27FC236}">
                <a16:creationId xmlns:a16="http://schemas.microsoft.com/office/drawing/2014/main" id="{0154323C-A583-1EC9-D229-34D367074E94}"/>
              </a:ext>
            </a:extLst>
          </p:cNvPr>
          <p:cNvSpPr>
            <a:spLocks noChangeShapeType="1"/>
          </p:cNvSpPr>
          <p:nvPr/>
        </p:nvSpPr>
        <p:spPr bwMode="auto">
          <a:xfrm flipV="1">
            <a:off x="2198688" y="4048125"/>
            <a:ext cx="609600" cy="152400"/>
          </a:xfrm>
          <a:prstGeom prst="line">
            <a:avLst/>
          </a:prstGeom>
          <a:noFill/>
          <a:ln w="25400">
            <a:solidFill>
              <a:srgbClr val="800080"/>
            </a:solidFill>
            <a:round/>
            <a:headEnd/>
            <a:tailEnd type="stealth" w="med" len="med"/>
          </a:ln>
          <a:extLst>
            <a:ext uri="{909E8E84-426E-40DD-AFC4-6F175D3DCCD1}">
              <a14:hiddenFill xmlns:a14="http://schemas.microsoft.com/office/drawing/2010/main">
                <a:noFill/>
              </a14:hiddenFill>
            </a:ext>
          </a:extLst>
        </p:spPr>
        <p:txBody>
          <a:bodyPr wrap="none"/>
          <a:lstStyle/>
          <a:p>
            <a:endParaRPr lang="en-US"/>
          </a:p>
        </p:txBody>
      </p:sp>
      <p:sp>
        <p:nvSpPr>
          <p:cNvPr id="83979" name="AutoShape 11">
            <a:extLst>
              <a:ext uri="{FF2B5EF4-FFF2-40B4-BE49-F238E27FC236}">
                <a16:creationId xmlns:a16="http://schemas.microsoft.com/office/drawing/2014/main" id="{E222C7AA-A8FC-21E6-D83C-D7AB9EA98ECD}"/>
              </a:ext>
            </a:extLst>
          </p:cNvPr>
          <p:cNvSpPr>
            <a:spLocks noChangeArrowheads="1"/>
          </p:cNvSpPr>
          <p:nvPr/>
        </p:nvSpPr>
        <p:spPr bwMode="auto">
          <a:xfrm>
            <a:off x="4140200" y="2492375"/>
            <a:ext cx="2303463" cy="358775"/>
          </a:xfrm>
          <a:prstGeom prst="curvedDownArrow">
            <a:avLst>
              <a:gd name="adj1" fmla="val 128407"/>
              <a:gd name="adj2" fmla="val 256814"/>
              <a:gd name="adj3" fmla="val 33333"/>
            </a:avLst>
          </a:prstGeom>
          <a:solidFill>
            <a:schemeClr val="accent1"/>
          </a:solidFill>
          <a:ln w="25400">
            <a:solidFill>
              <a:srgbClr val="800080"/>
            </a:solidFill>
            <a:miter lim="800000"/>
            <a:headEnd/>
            <a:tailEnd/>
          </a:ln>
        </p:spPr>
        <p:txBody>
          <a:bodyPr wrap="none" anchor="ct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FontTx/>
              <a:buNone/>
            </a:pPr>
            <a:endParaRPr lang="en-IN" altLang="vi-VN" sz="1800"/>
          </a:p>
        </p:txBody>
      </p:sp>
      <p:sp>
        <p:nvSpPr>
          <p:cNvPr id="83984" name="AutoShape 16">
            <a:extLst>
              <a:ext uri="{FF2B5EF4-FFF2-40B4-BE49-F238E27FC236}">
                <a16:creationId xmlns:a16="http://schemas.microsoft.com/office/drawing/2014/main" id="{9B6FBB2B-760E-AAEF-84AD-593533CEE9D7}"/>
              </a:ext>
            </a:extLst>
          </p:cNvPr>
          <p:cNvSpPr>
            <a:spLocks noChangeArrowheads="1"/>
          </p:cNvSpPr>
          <p:nvPr/>
        </p:nvSpPr>
        <p:spPr bwMode="auto">
          <a:xfrm rot="1524861">
            <a:off x="3128963" y="4156075"/>
            <a:ext cx="3527425" cy="215900"/>
          </a:xfrm>
          <a:prstGeom prst="rightArrow">
            <a:avLst>
              <a:gd name="adj1" fmla="val 50000"/>
              <a:gd name="adj2" fmla="val 408456"/>
            </a:avLst>
          </a:prstGeom>
          <a:solidFill>
            <a:schemeClr val="accent1"/>
          </a:solidFill>
          <a:ln w="25400">
            <a:solidFill>
              <a:srgbClr val="800080"/>
            </a:solidFill>
            <a:miter lim="800000"/>
            <a:headEnd/>
            <a:tailEnd/>
          </a:ln>
        </p:spPr>
        <p:txBody>
          <a:bodyPr wrap="none" anchor="ct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FontTx/>
              <a:buNone/>
            </a:pPr>
            <a:endParaRPr lang="en-IN" altLang="vi-VN" sz="1800"/>
          </a:p>
        </p:txBody>
      </p:sp>
      <p:sp>
        <p:nvSpPr>
          <p:cNvPr id="83986" name="AutoShape 18">
            <a:extLst>
              <a:ext uri="{FF2B5EF4-FFF2-40B4-BE49-F238E27FC236}">
                <a16:creationId xmlns:a16="http://schemas.microsoft.com/office/drawing/2014/main" id="{814D6B72-B800-1239-7E5A-30C6503DA0B2}"/>
              </a:ext>
            </a:extLst>
          </p:cNvPr>
          <p:cNvSpPr>
            <a:spLocks noChangeArrowheads="1"/>
          </p:cNvSpPr>
          <p:nvPr/>
        </p:nvSpPr>
        <p:spPr bwMode="auto">
          <a:xfrm>
            <a:off x="2843213" y="4149725"/>
            <a:ext cx="2736850" cy="358775"/>
          </a:xfrm>
          <a:prstGeom prst="curvedUpArrow">
            <a:avLst>
              <a:gd name="adj1" fmla="val 152566"/>
              <a:gd name="adj2" fmla="val 305133"/>
              <a:gd name="adj3" fmla="val 33333"/>
            </a:avLst>
          </a:prstGeom>
          <a:solidFill>
            <a:schemeClr val="accent1"/>
          </a:solidFill>
          <a:ln w="25400">
            <a:solidFill>
              <a:srgbClr val="800080"/>
            </a:solidFill>
            <a:miter lim="800000"/>
            <a:headEnd/>
            <a:tailEnd/>
          </a:ln>
        </p:spPr>
        <p:txBody>
          <a:bodyPr wrap="none" anchor="ct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FontTx/>
              <a:buNone/>
            </a:pPr>
            <a:endParaRPr lang="en-IN" altLang="vi-VN" sz="1800"/>
          </a:p>
        </p:txBody>
      </p:sp>
    </p:spTree>
  </p:cSld>
  <p:clrMapOvr>
    <a:masterClrMapping/>
  </p:clrMapOvr>
  <p:transition>
    <p:check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3972"/>
                                        </p:tgtEl>
                                        <p:attrNameLst>
                                          <p:attrName>style.visibility</p:attrName>
                                        </p:attrNameLst>
                                      </p:cBhvr>
                                      <p:to>
                                        <p:strVal val="visible"/>
                                      </p:to>
                                    </p:set>
                                    <p:animEffect transition="in" filter="dissolve">
                                      <p:cBhvr>
                                        <p:cTn id="7" dur="500"/>
                                        <p:tgtEl>
                                          <p:spTgt spid="839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3973"/>
                                        </p:tgtEl>
                                        <p:attrNameLst>
                                          <p:attrName>style.visibility</p:attrName>
                                        </p:attrNameLst>
                                      </p:cBhvr>
                                      <p:to>
                                        <p:strVal val="visible"/>
                                      </p:to>
                                    </p:set>
                                    <p:animEffect transition="in" filter="blinds(horizontal)">
                                      <p:cBhvr>
                                        <p:cTn id="12" dur="500"/>
                                        <p:tgtEl>
                                          <p:spTgt spid="83973"/>
                                        </p:tgtEl>
                                      </p:cBhvr>
                                    </p:animEffect>
                                  </p:childTnLst>
                                </p:cTn>
                              </p:par>
                              <p:par>
                                <p:cTn id="13" presetID="3" presetClass="entr" presetSubtype="10" fill="hold" nodeType="withEffect">
                                  <p:stCondLst>
                                    <p:cond delay="0"/>
                                  </p:stCondLst>
                                  <p:childTnLst>
                                    <p:set>
                                      <p:cBhvr>
                                        <p:cTn id="14" dur="1" fill="hold">
                                          <p:stCondLst>
                                            <p:cond delay="0"/>
                                          </p:stCondLst>
                                        </p:cTn>
                                        <p:tgtEl>
                                          <p:spTgt spid="83974"/>
                                        </p:tgtEl>
                                        <p:attrNameLst>
                                          <p:attrName>style.visibility</p:attrName>
                                        </p:attrNameLst>
                                      </p:cBhvr>
                                      <p:to>
                                        <p:strVal val="visible"/>
                                      </p:to>
                                    </p:set>
                                    <p:animEffect transition="in" filter="blinds(horizontal)">
                                      <p:cBhvr>
                                        <p:cTn id="15" dur="500"/>
                                        <p:tgtEl>
                                          <p:spTgt spid="83974"/>
                                        </p:tgtEl>
                                      </p:cBhvr>
                                    </p:animEffect>
                                  </p:childTnLst>
                                </p:cTn>
                              </p:par>
                            </p:childTnLst>
                          </p:cTn>
                        </p:par>
                        <p:par>
                          <p:cTn id="16" fill="hold" nodeType="afterGroup">
                            <p:stCondLst>
                              <p:cond delay="500"/>
                            </p:stCondLst>
                            <p:childTnLst>
                              <p:par>
                                <p:cTn id="17" presetID="5" presetClass="entr" presetSubtype="10" fill="hold" grpId="0" nodeType="afterEffect">
                                  <p:stCondLst>
                                    <p:cond delay="0"/>
                                  </p:stCondLst>
                                  <p:childTnLst>
                                    <p:set>
                                      <p:cBhvr>
                                        <p:cTn id="18" dur="1" fill="hold">
                                          <p:stCondLst>
                                            <p:cond delay="0"/>
                                          </p:stCondLst>
                                        </p:cTn>
                                        <p:tgtEl>
                                          <p:spTgt spid="83979"/>
                                        </p:tgtEl>
                                        <p:attrNameLst>
                                          <p:attrName>style.visibility</p:attrName>
                                        </p:attrNameLst>
                                      </p:cBhvr>
                                      <p:to>
                                        <p:strVal val="visible"/>
                                      </p:to>
                                    </p:set>
                                    <p:animEffect transition="in" filter="checkerboard(across)">
                                      <p:cBhvr>
                                        <p:cTn id="19" dur="500"/>
                                        <p:tgtEl>
                                          <p:spTgt spid="83979"/>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9" presetClass="exit" presetSubtype="0" fill="hold" grpId="1" nodeType="clickEffect">
                                  <p:stCondLst>
                                    <p:cond delay="0"/>
                                  </p:stCondLst>
                                  <p:childTnLst>
                                    <p:animEffect transition="out" filter="dissolve">
                                      <p:cBhvr>
                                        <p:cTn id="23" dur="500"/>
                                        <p:tgtEl>
                                          <p:spTgt spid="83979"/>
                                        </p:tgtEl>
                                      </p:cBhvr>
                                    </p:animEffect>
                                    <p:set>
                                      <p:cBhvr>
                                        <p:cTn id="24" dur="1" fill="hold">
                                          <p:stCondLst>
                                            <p:cond delay="499"/>
                                          </p:stCondLst>
                                        </p:cTn>
                                        <p:tgtEl>
                                          <p:spTgt spid="83979"/>
                                        </p:tgtEl>
                                        <p:attrNameLst>
                                          <p:attrName>style.visibility</p:attrName>
                                        </p:attrNameLst>
                                      </p:cBhvr>
                                      <p:to>
                                        <p:strVal val="hidden"/>
                                      </p:to>
                                    </p:set>
                                  </p:childTnLst>
                                </p:cTn>
                              </p:par>
                            </p:childTnLst>
                          </p:cTn>
                        </p:par>
                        <p:par>
                          <p:cTn id="25" fill="hold" nodeType="afterGroup">
                            <p:stCondLst>
                              <p:cond delay="500"/>
                            </p:stCondLst>
                            <p:childTnLst>
                              <p:par>
                                <p:cTn id="26" presetID="3" presetClass="entr" presetSubtype="10" fill="hold" grpId="0" nodeType="afterEffect">
                                  <p:stCondLst>
                                    <p:cond delay="0"/>
                                  </p:stCondLst>
                                  <p:childTnLst>
                                    <p:set>
                                      <p:cBhvr>
                                        <p:cTn id="27" dur="1" fill="hold">
                                          <p:stCondLst>
                                            <p:cond delay="0"/>
                                          </p:stCondLst>
                                        </p:cTn>
                                        <p:tgtEl>
                                          <p:spTgt spid="83975"/>
                                        </p:tgtEl>
                                        <p:attrNameLst>
                                          <p:attrName>style.visibility</p:attrName>
                                        </p:attrNameLst>
                                      </p:cBhvr>
                                      <p:to>
                                        <p:strVal val="visible"/>
                                      </p:to>
                                    </p:set>
                                    <p:animEffect transition="in" filter="blinds(horizontal)">
                                      <p:cBhvr>
                                        <p:cTn id="28" dur="500"/>
                                        <p:tgtEl>
                                          <p:spTgt spid="83975"/>
                                        </p:tgtEl>
                                      </p:cBhvr>
                                    </p:animEffect>
                                  </p:childTnLst>
                                </p:cTn>
                              </p:par>
                            </p:childTnLst>
                          </p:cTn>
                        </p:par>
                        <p:par>
                          <p:cTn id="29" fill="hold" nodeType="afterGroup">
                            <p:stCondLst>
                              <p:cond delay="1000"/>
                            </p:stCondLst>
                            <p:childTnLst>
                              <p:par>
                                <p:cTn id="30" presetID="3" presetClass="entr" presetSubtype="10" fill="hold" nodeType="afterEffect">
                                  <p:stCondLst>
                                    <p:cond delay="0"/>
                                  </p:stCondLst>
                                  <p:childTnLst>
                                    <p:set>
                                      <p:cBhvr>
                                        <p:cTn id="31" dur="1" fill="hold">
                                          <p:stCondLst>
                                            <p:cond delay="0"/>
                                          </p:stCondLst>
                                        </p:cTn>
                                        <p:tgtEl>
                                          <p:spTgt spid="83977"/>
                                        </p:tgtEl>
                                        <p:attrNameLst>
                                          <p:attrName>style.visibility</p:attrName>
                                        </p:attrNameLst>
                                      </p:cBhvr>
                                      <p:to>
                                        <p:strVal val="visible"/>
                                      </p:to>
                                    </p:set>
                                    <p:animEffect transition="in" filter="blinds(horizontal)">
                                      <p:cBhvr>
                                        <p:cTn id="32" dur="500"/>
                                        <p:tgtEl>
                                          <p:spTgt spid="83977"/>
                                        </p:tgtEl>
                                      </p:cBhvr>
                                    </p:animEffect>
                                  </p:childTnLst>
                                </p:cTn>
                              </p:par>
                            </p:childTnLst>
                          </p:cTn>
                        </p:par>
                        <p:par>
                          <p:cTn id="33" fill="hold" nodeType="afterGroup">
                            <p:stCondLst>
                              <p:cond delay="1500"/>
                            </p:stCondLst>
                            <p:childTnLst>
                              <p:par>
                                <p:cTn id="34" presetID="5" presetClass="entr" presetSubtype="10" fill="hold" grpId="0" nodeType="afterEffect">
                                  <p:stCondLst>
                                    <p:cond delay="0"/>
                                  </p:stCondLst>
                                  <p:childTnLst>
                                    <p:set>
                                      <p:cBhvr>
                                        <p:cTn id="35" dur="1" fill="hold">
                                          <p:stCondLst>
                                            <p:cond delay="0"/>
                                          </p:stCondLst>
                                        </p:cTn>
                                        <p:tgtEl>
                                          <p:spTgt spid="83984"/>
                                        </p:tgtEl>
                                        <p:attrNameLst>
                                          <p:attrName>style.visibility</p:attrName>
                                        </p:attrNameLst>
                                      </p:cBhvr>
                                      <p:to>
                                        <p:strVal val="visible"/>
                                      </p:to>
                                    </p:set>
                                    <p:animEffect transition="in" filter="checkerboard(across)">
                                      <p:cBhvr>
                                        <p:cTn id="36" dur="500"/>
                                        <p:tgtEl>
                                          <p:spTgt spid="83984"/>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9" presetClass="exit" presetSubtype="0" fill="hold" grpId="1" nodeType="clickEffect">
                                  <p:stCondLst>
                                    <p:cond delay="0"/>
                                  </p:stCondLst>
                                  <p:childTnLst>
                                    <p:animEffect transition="out" filter="dissolve">
                                      <p:cBhvr>
                                        <p:cTn id="40" dur="500"/>
                                        <p:tgtEl>
                                          <p:spTgt spid="83984"/>
                                        </p:tgtEl>
                                      </p:cBhvr>
                                    </p:animEffect>
                                    <p:set>
                                      <p:cBhvr>
                                        <p:cTn id="41" dur="1" fill="hold">
                                          <p:stCondLst>
                                            <p:cond delay="499"/>
                                          </p:stCondLst>
                                        </p:cTn>
                                        <p:tgtEl>
                                          <p:spTgt spid="83984"/>
                                        </p:tgtEl>
                                        <p:attrNameLst>
                                          <p:attrName>style.visibility</p:attrName>
                                        </p:attrNameLst>
                                      </p:cBhvr>
                                      <p:to>
                                        <p:strVal val="hidden"/>
                                      </p:to>
                                    </p:set>
                                  </p:childTnLst>
                                </p:cTn>
                              </p:par>
                            </p:childTnLst>
                          </p:cTn>
                        </p:par>
                        <p:par>
                          <p:cTn id="42" fill="hold" nodeType="afterGroup">
                            <p:stCondLst>
                              <p:cond delay="500"/>
                            </p:stCondLst>
                            <p:childTnLst>
                              <p:par>
                                <p:cTn id="43" presetID="3" presetClass="entr" presetSubtype="10" fill="hold" grpId="0" nodeType="afterEffect">
                                  <p:stCondLst>
                                    <p:cond delay="0"/>
                                  </p:stCondLst>
                                  <p:childTnLst>
                                    <p:set>
                                      <p:cBhvr>
                                        <p:cTn id="44" dur="1" fill="hold">
                                          <p:stCondLst>
                                            <p:cond delay="0"/>
                                          </p:stCondLst>
                                        </p:cTn>
                                        <p:tgtEl>
                                          <p:spTgt spid="83976"/>
                                        </p:tgtEl>
                                        <p:attrNameLst>
                                          <p:attrName>style.visibility</p:attrName>
                                        </p:attrNameLst>
                                      </p:cBhvr>
                                      <p:to>
                                        <p:strVal val="visible"/>
                                      </p:to>
                                    </p:set>
                                    <p:animEffect transition="in" filter="blinds(horizontal)">
                                      <p:cBhvr>
                                        <p:cTn id="45" dur="500"/>
                                        <p:tgtEl>
                                          <p:spTgt spid="83976"/>
                                        </p:tgtEl>
                                      </p:cBhvr>
                                    </p:animEffect>
                                  </p:childTnLst>
                                </p:cTn>
                              </p:par>
                            </p:childTnLst>
                          </p:cTn>
                        </p:par>
                        <p:par>
                          <p:cTn id="46" fill="hold" nodeType="afterGroup">
                            <p:stCondLst>
                              <p:cond delay="1000"/>
                            </p:stCondLst>
                            <p:childTnLst>
                              <p:par>
                                <p:cTn id="47" presetID="3" presetClass="entr" presetSubtype="10" fill="hold" nodeType="afterEffect">
                                  <p:stCondLst>
                                    <p:cond delay="0"/>
                                  </p:stCondLst>
                                  <p:childTnLst>
                                    <p:set>
                                      <p:cBhvr>
                                        <p:cTn id="48" dur="1" fill="hold">
                                          <p:stCondLst>
                                            <p:cond delay="0"/>
                                          </p:stCondLst>
                                        </p:cTn>
                                        <p:tgtEl>
                                          <p:spTgt spid="83978"/>
                                        </p:tgtEl>
                                        <p:attrNameLst>
                                          <p:attrName>style.visibility</p:attrName>
                                        </p:attrNameLst>
                                      </p:cBhvr>
                                      <p:to>
                                        <p:strVal val="visible"/>
                                      </p:to>
                                    </p:set>
                                    <p:animEffect transition="in" filter="blinds(horizontal)">
                                      <p:cBhvr>
                                        <p:cTn id="49" dur="500"/>
                                        <p:tgtEl>
                                          <p:spTgt spid="83978"/>
                                        </p:tgtEl>
                                      </p:cBhvr>
                                    </p:animEffect>
                                  </p:childTnLst>
                                </p:cTn>
                              </p:par>
                            </p:childTnLst>
                          </p:cTn>
                        </p:par>
                        <p:par>
                          <p:cTn id="50" fill="hold" nodeType="afterGroup">
                            <p:stCondLst>
                              <p:cond delay="1500"/>
                            </p:stCondLst>
                            <p:childTnLst>
                              <p:par>
                                <p:cTn id="51" presetID="5" presetClass="entr" presetSubtype="10" fill="hold" grpId="0" nodeType="afterEffect">
                                  <p:stCondLst>
                                    <p:cond delay="0"/>
                                  </p:stCondLst>
                                  <p:childTnLst>
                                    <p:set>
                                      <p:cBhvr>
                                        <p:cTn id="52" dur="1" fill="hold">
                                          <p:stCondLst>
                                            <p:cond delay="0"/>
                                          </p:stCondLst>
                                        </p:cTn>
                                        <p:tgtEl>
                                          <p:spTgt spid="83986"/>
                                        </p:tgtEl>
                                        <p:attrNameLst>
                                          <p:attrName>style.visibility</p:attrName>
                                        </p:attrNameLst>
                                      </p:cBhvr>
                                      <p:to>
                                        <p:strVal val="visible"/>
                                      </p:to>
                                    </p:set>
                                    <p:animEffect transition="in" filter="checkerboard(across)">
                                      <p:cBhvr>
                                        <p:cTn id="53" dur="500"/>
                                        <p:tgtEl>
                                          <p:spTgt spid="839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3" grpId="0"/>
      <p:bldP spid="83975" grpId="0"/>
      <p:bldP spid="83976" grpId="0"/>
      <p:bldP spid="83979" grpId="0" animBg="1"/>
      <p:bldP spid="83979" grpId="1" animBg="1"/>
      <p:bldP spid="83984" grpId="0" animBg="1"/>
      <p:bldP spid="83984" grpId="1" animBg="1"/>
      <p:bldP spid="83986"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Number Placeholder 5">
            <a:extLst>
              <a:ext uri="{FF2B5EF4-FFF2-40B4-BE49-F238E27FC236}">
                <a16:creationId xmlns:a16="http://schemas.microsoft.com/office/drawing/2014/main" id="{BDDF1725-E024-E77B-AB66-E99C67B3DA70}"/>
              </a:ext>
            </a:extLst>
          </p:cNvPr>
          <p:cNvSpPr txBox="1">
            <a:spLocks noGrp="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4E596988-3410-4B72-88EE-30A1805FBBF6}" type="slidenum">
              <a:rPr lang="en-US" altLang="en-US" sz="1800" b="1">
                <a:solidFill>
                  <a:srgbClr val="FF0066"/>
                </a:solidFill>
                <a:latin typeface="Garamond" panose="02020404030301010803" pitchFamily="18" charset="0"/>
              </a:rPr>
              <a:pPr algn="r" eaLnBrk="1" hangingPunct="1">
                <a:spcBef>
                  <a:spcPct val="0"/>
                </a:spcBef>
                <a:buFontTx/>
                <a:buNone/>
              </a:pPr>
              <a:t>90</a:t>
            </a:fld>
            <a:endParaRPr lang="en-US" altLang="en-US" sz="1800" b="1">
              <a:solidFill>
                <a:srgbClr val="FF0066"/>
              </a:solidFill>
              <a:latin typeface="Garamond" panose="02020404030301010803" pitchFamily="18" charset="0"/>
            </a:endParaRPr>
          </a:p>
        </p:txBody>
      </p:sp>
      <p:pic>
        <p:nvPicPr>
          <p:cNvPr id="85002" name="Picture 10" descr="Chart_Step3_TabLegend">
            <a:extLst>
              <a:ext uri="{FF2B5EF4-FFF2-40B4-BE49-F238E27FC236}">
                <a16:creationId xmlns:a16="http://schemas.microsoft.com/office/drawing/2014/main" id="{6B9CFD31-DCB1-3EB6-144D-60818C6A2B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8550" y="1841500"/>
            <a:ext cx="6164263"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7524" name="Rectangle 2">
            <a:extLst>
              <a:ext uri="{FF2B5EF4-FFF2-40B4-BE49-F238E27FC236}">
                <a16:creationId xmlns:a16="http://schemas.microsoft.com/office/drawing/2014/main" id="{302DBB91-C323-EA44-4907-068793D1F0A7}"/>
              </a:ext>
            </a:extLst>
          </p:cNvPr>
          <p:cNvSpPr>
            <a:spLocks noGrp="1" noChangeArrowheads="1"/>
          </p:cNvSpPr>
          <p:nvPr>
            <p:ph type="title" idx="4294967295"/>
          </p:nvPr>
        </p:nvSpPr>
        <p:spPr>
          <a:xfrm>
            <a:off x="0" y="304800"/>
            <a:ext cx="9144000" cy="776288"/>
          </a:xfrm>
        </p:spPr>
        <p:txBody>
          <a:bodyPr anchor="t"/>
          <a:lstStyle/>
          <a:p>
            <a:pPr eaLnBrk="1" hangingPunct="1"/>
            <a:r>
              <a:rPr lang="en-US" altLang="vi-VN" sz="2400">
                <a:solidFill>
                  <a:srgbClr val="FF0000"/>
                </a:solidFill>
              </a:rPr>
              <a:t>Bước 3: Các lựa chọn - Tab Legend Chú giải</a:t>
            </a:r>
          </a:p>
        </p:txBody>
      </p:sp>
      <p:sp>
        <p:nvSpPr>
          <p:cNvPr id="84996" name="Text Box 4">
            <a:extLst>
              <a:ext uri="{FF2B5EF4-FFF2-40B4-BE49-F238E27FC236}">
                <a16:creationId xmlns:a16="http://schemas.microsoft.com/office/drawing/2014/main" id="{EEDCB9BF-CBEE-F73B-883B-DF8E8326B0C0}"/>
              </a:ext>
            </a:extLst>
          </p:cNvPr>
          <p:cNvSpPr txBox="1">
            <a:spLocks noChangeArrowheads="1"/>
          </p:cNvSpPr>
          <p:nvPr/>
        </p:nvSpPr>
        <p:spPr bwMode="auto">
          <a:xfrm>
            <a:off x="539750" y="1841500"/>
            <a:ext cx="1490663" cy="822325"/>
          </a:xfrm>
          <a:prstGeom prst="rect">
            <a:avLst/>
          </a:prstGeom>
          <a:noFill/>
          <a:ln w="9525">
            <a:noFill/>
            <a:miter lim="800000"/>
            <a:headEnd/>
            <a:tailEnd/>
          </a:ln>
          <a:effectLst/>
        </p:spPr>
        <p:txBody>
          <a:bodyPr>
            <a:spAutoFit/>
          </a:bodyPr>
          <a:lstStyle/>
          <a:p>
            <a:pPr algn="ctr" eaLnBrk="1" hangingPunct="1">
              <a:spcBef>
                <a:spcPct val="50000"/>
              </a:spcBef>
              <a:defRPr/>
            </a:pPr>
            <a:r>
              <a:rPr lang="en-US" sz="2400">
                <a:solidFill>
                  <a:schemeClr val="tx2"/>
                </a:solidFill>
                <a:effectLst>
                  <a:outerShdw blurRad="38100" dist="38100" dir="2700000" algn="tl">
                    <a:srgbClr val="C0C0C0"/>
                  </a:outerShdw>
                </a:effectLst>
                <a:latin typeface="Times New Roman" pitchFamily="18" charset="0"/>
              </a:rPr>
              <a:t>Hiện/ẩn chú giải</a:t>
            </a:r>
          </a:p>
        </p:txBody>
      </p:sp>
      <p:sp>
        <p:nvSpPr>
          <p:cNvPr id="84997" name="Line 5">
            <a:extLst>
              <a:ext uri="{FF2B5EF4-FFF2-40B4-BE49-F238E27FC236}">
                <a16:creationId xmlns:a16="http://schemas.microsoft.com/office/drawing/2014/main" id="{E4C97403-A338-2D3C-7BFD-9D1F10962AE7}"/>
              </a:ext>
            </a:extLst>
          </p:cNvPr>
          <p:cNvSpPr>
            <a:spLocks noChangeShapeType="1"/>
          </p:cNvSpPr>
          <p:nvPr/>
        </p:nvSpPr>
        <p:spPr bwMode="auto">
          <a:xfrm>
            <a:off x="1835150" y="2298700"/>
            <a:ext cx="784225" cy="396875"/>
          </a:xfrm>
          <a:prstGeom prst="line">
            <a:avLst/>
          </a:prstGeom>
          <a:noFill/>
          <a:ln w="25400">
            <a:solidFill>
              <a:srgbClr val="800080"/>
            </a:solidFill>
            <a:round/>
            <a:headEnd/>
            <a:tailEnd type="stealth" w="med" len="med"/>
          </a:ln>
          <a:extLst>
            <a:ext uri="{909E8E84-426E-40DD-AFC4-6F175D3DCCD1}">
              <a14:hiddenFill xmlns:a14="http://schemas.microsoft.com/office/drawing/2010/main">
                <a:noFill/>
              </a14:hiddenFill>
            </a:ext>
          </a:extLst>
        </p:spPr>
        <p:txBody>
          <a:bodyPr wrap="none"/>
          <a:lstStyle/>
          <a:p>
            <a:endParaRPr lang="en-US"/>
          </a:p>
        </p:txBody>
      </p:sp>
      <p:sp>
        <p:nvSpPr>
          <p:cNvPr id="84998" name="Text Box 6">
            <a:extLst>
              <a:ext uri="{FF2B5EF4-FFF2-40B4-BE49-F238E27FC236}">
                <a16:creationId xmlns:a16="http://schemas.microsoft.com/office/drawing/2014/main" id="{CC4FB589-0A7E-DC38-59DD-E9D2B88B2231}"/>
              </a:ext>
            </a:extLst>
          </p:cNvPr>
          <p:cNvSpPr txBox="1">
            <a:spLocks noChangeArrowheads="1"/>
          </p:cNvSpPr>
          <p:nvPr/>
        </p:nvSpPr>
        <p:spPr bwMode="auto">
          <a:xfrm>
            <a:off x="539750" y="2781300"/>
            <a:ext cx="1490663" cy="822325"/>
          </a:xfrm>
          <a:prstGeom prst="rect">
            <a:avLst/>
          </a:prstGeom>
          <a:noFill/>
          <a:ln w="9525">
            <a:noFill/>
            <a:miter lim="800000"/>
            <a:headEnd/>
            <a:tailEnd/>
          </a:ln>
          <a:effectLst/>
        </p:spPr>
        <p:txBody>
          <a:bodyPr>
            <a:spAutoFit/>
          </a:bodyPr>
          <a:lstStyle/>
          <a:p>
            <a:pPr algn="ctr" eaLnBrk="1" hangingPunct="1">
              <a:spcBef>
                <a:spcPct val="50000"/>
              </a:spcBef>
              <a:defRPr/>
            </a:pPr>
            <a:r>
              <a:rPr lang="en-US" sz="2400">
                <a:solidFill>
                  <a:schemeClr val="tx2"/>
                </a:solidFill>
                <a:effectLst>
                  <a:outerShdw blurRad="38100" dist="38100" dir="2700000" algn="tl">
                    <a:srgbClr val="C0C0C0"/>
                  </a:outerShdw>
                </a:effectLst>
                <a:latin typeface="Times New Roman" pitchFamily="18" charset="0"/>
              </a:rPr>
              <a:t>Vị trí đặt chú giải</a:t>
            </a:r>
          </a:p>
        </p:txBody>
      </p:sp>
      <p:sp>
        <p:nvSpPr>
          <p:cNvPr id="85000" name="Line 8">
            <a:extLst>
              <a:ext uri="{FF2B5EF4-FFF2-40B4-BE49-F238E27FC236}">
                <a16:creationId xmlns:a16="http://schemas.microsoft.com/office/drawing/2014/main" id="{7112BF09-2215-3EB6-7109-2C126C32861C}"/>
              </a:ext>
            </a:extLst>
          </p:cNvPr>
          <p:cNvSpPr>
            <a:spLocks noChangeShapeType="1"/>
          </p:cNvSpPr>
          <p:nvPr/>
        </p:nvSpPr>
        <p:spPr bwMode="auto">
          <a:xfrm>
            <a:off x="1911350" y="3170238"/>
            <a:ext cx="784225" cy="1587"/>
          </a:xfrm>
          <a:prstGeom prst="line">
            <a:avLst/>
          </a:prstGeom>
          <a:noFill/>
          <a:ln w="25400">
            <a:solidFill>
              <a:srgbClr val="800080"/>
            </a:solidFill>
            <a:round/>
            <a:headEnd/>
            <a:tailEnd type="stealth" w="med" len="med"/>
          </a:ln>
          <a:extLst>
            <a:ext uri="{909E8E84-426E-40DD-AFC4-6F175D3DCCD1}">
              <a14:hiddenFill xmlns:a14="http://schemas.microsoft.com/office/drawing/2010/main">
                <a:noFill/>
              </a14:hiddenFill>
            </a:ext>
          </a:extLst>
        </p:spPr>
        <p:txBody>
          <a:bodyPr wrap="none"/>
          <a:lstStyle/>
          <a:p>
            <a:endParaRPr lang="en-US"/>
          </a:p>
        </p:txBody>
      </p:sp>
      <p:sp>
        <p:nvSpPr>
          <p:cNvPr id="85001" name="Line 9">
            <a:extLst>
              <a:ext uri="{FF2B5EF4-FFF2-40B4-BE49-F238E27FC236}">
                <a16:creationId xmlns:a16="http://schemas.microsoft.com/office/drawing/2014/main" id="{87F2DDAF-E03A-1E16-6D91-C11B2F147298}"/>
              </a:ext>
            </a:extLst>
          </p:cNvPr>
          <p:cNvSpPr>
            <a:spLocks noChangeShapeType="1"/>
          </p:cNvSpPr>
          <p:nvPr/>
        </p:nvSpPr>
        <p:spPr bwMode="auto">
          <a:xfrm>
            <a:off x="7954963" y="2527300"/>
            <a:ext cx="1587" cy="714375"/>
          </a:xfrm>
          <a:prstGeom prst="line">
            <a:avLst/>
          </a:prstGeom>
          <a:noFill/>
          <a:ln w="25400">
            <a:solidFill>
              <a:srgbClr val="800080"/>
            </a:solidFill>
            <a:round/>
            <a:headEnd/>
            <a:tailEnd type="stealth" w="med" len="med"/>
          </a:ln>
          <a:extLst>
            <a:ext uri="{909E8E84-426E-40DD-AFC4-6F175D3DCCD1}">
              <a14:hiddenFill xmlns:a14="http://schemas.microsoft.com/office/drawing/2010/main">
                <a:noFill/>
              </a14:hiddenFill>
            </a:ext>
          </a:extLst>
        </p:spPr>
        <p:txBody>
          <a:bodyPr wrap="none"/>
          <a:lstStyle/>
          <a:p>
            <a:endParaRPr lang="en-US"/>
          </a:p>
        </p:txBody>
      </p:sp>
      <p:sp>
        <p:nvSpPr>
          <p:cNvPr id="84999" name="Text Box 7">
            <a:extLst>
              <a:ext uri="{FF2B5EF4-FFF2-40B4-BE49-F238E27FC236}">
                <a16:creationId xmlns:a16="http://schemas.microsoft.com/office/drawing/2014/main" id="{0AC7D23E-EE4C-D8E5-72D8-845D7A7FDBA5}"/>
              </a:ext>
            </a:extLst>
          </p:cNvPr>
          <p:cNvSpPr txBox="1">
            <a:spLocks noChangeArrowheads="1"/>
          </p:cNvSpPr>
          <p:nvPr/>
        </p:nvSpPr>
        <p:spPr bwMode="auto">
          <a:xfrm>
            <a:off x="7185025" y="2070100"/>
            <a:ext cx="14906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vi-VN" sz="2400">
                <a:solidFill>
                  <a:schemeClr val="tx2"/>
                </a:solidFill>
                <a:latin typeface="Times New Roman" panose="02020603050405020304" pitchFamily="18" charset="0"/>
              </a:rPr>
              <a:t>Chú giải</a:t>
            </a:r>
          </a:p>
        </p:txBody>
      </p:sp>
    </p:spTree>
  </p:cSld>
  <p:clrMapOvr>
    <a:masterClrMapping/>
  </p:clrMapOvr>
  <p:transition>
    <p:check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5002"/>
                                        </p:tgtEl>
                                        <p:attrNameLst>
                                          <p:attrName>style.visibility</p:attrName>
                                        </p:attrNameLst>
                                      </p:cBhvr>
                                      <p:to>
                                        <p:strVal val="visible"/>
                                      </p:to>
                                    </p:set>
                                    <p:animEffect transition="in" filter="dissolve">
                                      <p:cBhvr>
                                        <p:cTn id="7" dur="500"/>
                                        <p:tgtEl>
                                          <p:spTgt spid="850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4999"/>
                                        </p:tgtEl>
                                        <p:attrNameLst>
                                          <p:attrName>style.visibility</p:attrName>
                                        </p:attrNameLst>
                                      </p:cBhvr>
                                      <p:to>
                                        <p:strVal val="visible"/>
                                      </p:to>
                                    </p:set>
                                    <p:animEffect transition="in" filter="blinds(horizontal)">
                                      <p:cBhvr>
                                        <p:cTn id="12" dur="500"/>
                                        <p:tgtEl>
                                          <p:spTgt spid="84999"/>
                                        </p:tgtEl>
                                      </p:cBhvr>
                                    </p:animEffect>
                                  </p:childTnLst>
                                </p:cTn>
                              </p:par>
                              <p:par>
                                <p:cTn id="13" presetID="3" presetClass="entr" presetSubtype="10" fill="hold" nodeType="withEffect">
                                  <p:stCondLst>
                                    <p:cond delay="0"/>
                                  </p:stCondLst>
                                  <p:childTnLst>
                                    <p:set>
                                      <p:cBhvr>
                                        <p:cTn id="14" dur="1" fill="hold">
                                          <p:stCondLst>
                                            <p:cond delay="0"/>
                                          </p:stCondLst>
                                        </p:cTn>
                                        <p:tgtEl>
                                          <p:spTgt spid="85001"/>
                                        </p:tgtEl>
                                        <p:attrNameLst>
                                          <p:attrName>style.visibility</p:attrName>
                                        </p:attrNameLst>
                                      </p:cBhvr>
                                      <p:to>
                                        <p:strVal val="visible"/>
                                      </p:to>
                                    </p:set>
                                    <p:animEffect transition="in" filter="blinds(horizontal)">
                                      <p:cBhvr>
                                        <p:cTn id="15" dur="500"/>
                                        <p:tgtEl>
                                          <p:spTgt spid="85001"/>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84996"/>
                                        </p:tgtEl>
                                        <p:attrNameLst>
                                          <p:attrName>style.visibility</p:attrName>
                                        </p:attrNameLst>
                                      </p:cBhvr>
                                      <p:to>
                                        <p:strVal val="visible"/>
                                      </p:to>
                                    </p:set>
                                    <p:animEffect transition="in" filter="blinds(horizontal)">
                                      <p:cBhvr>
                                        <p:cTn id="20" dur="500"/>
                                        <p:tgtEl>
                                          <p:spTgt spid="84996"/>
                                        </p:tgtEl>
                                      </p:cBhvr>
                                    </p:animEffect>
                                  </p:childTnLst>
                                </p:cTn>
                              </p:par>
                              <p:par>
                                <p:cTn id="21" presetID="3" presetClass="entr" presetSubtype="10" fill="hold" nodeType="withEffect">
                                  <p:stCondLst>
                                    <p:cond delay="0"/>
                                  </p:stCondLst>
                                  <p:childTnLst>
                                    <p:set>
                                      <p:cBhvr>
                                        <p:cTn id="22" dur="1" fill="hold">
                                          <p:stCondLst>
                                            <p:cond delay="0"/>
                                          </p:stCondLst>
                                        </p:cTn>
                                        <p:tgtEl>
                                          <p:spTgt spid="84997"/>
                                        </p:tgtEl>
                                        <p:attrNameLst>
                                          <p:attrName>style.visibility</p:attrName>
                                        </p:attrNameLst>
                                      </p:cBhvr>
                                      <p:to>
                                        <p:strVal val="visible"/>
                                      </p:to>
                                    </p:set>
                                    <p:animEffect transition="in" filter="blinds(horizontal)">
                                      <p:cBhvr>
                                        <p:cTn id="23" dur="500"/>
                                        <p:tgtEl>
                                          <p:spTgt spid="84997"/>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84998"/>
                                        </p:tgtEl>
                                        <p:attrNameLst>
                                          <p:attrName>style.visibility</p:attrName>
                                        </p:attrNameLst>
                                      </p:cBhvr>
                                      <p:to>
                                        <p:strVal val="visible"/>
                                      </p:to>
                                    </p:set>
                                    <p:animEffect transition="in" filter="blinds(horizontal)">
                                      <p:cBhvr>
                                        <p:cTn id="28" dur="500"/>
                                        <p:tgtEl>
                                          <p:spTgt spid="84998"/>
                                        </p:tgtEl>
                                      </p:cBhvr>
                                    </p:animEffect>
                                  </p:childTnLst>
                                </p:cTn>
                              </p:par>
                              <p:par>
                                <p:cTn id="29" presetID="3" presetClass="entr" presetSubtype="10" fill="hold" nodeType="withEffect">
                                  <p:stCondLst>
                                    <p:cond delay="0"/>
                                  </p:stCondLst>
                                  <p:childTnLst>
                                    <p:set>
                                      <p:cBhvr>
                                        <p:cTn id="30" dur="1" fill="hold">
                                          <p:stCondLst>
                                            <p:cond delay="0"/>
                                          </p:stCondLst>
                                        </p:cTn>
                                        <p:tgtEl>
                                          <p:spTgt spid="85000"/>
                                        </p:tgtEl>
                                        <p:attrNameLst>
                                          <p:attrName>style.visibility</p:attrName>
                                        </p:attrNameLst>
                                      </p:cBhvr>
                                      <p:to>
                                        <p:strVal val="visible"/>
                                      </p:to>
                                    </p:set>
                                    <p:animEffect transition="in" filter="blinds(horizontal)">
                                      <p:cBhvr>
                                        <p:cTn id="31" dur="500"/>
                                        <p:tgtEl>
                                          <p:spTgt spid="850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6" grpId="0"/>
      <p:bldP spid="84998" grpId="0"/>
      <p:bldP spid="84999"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Footer Placeholder 4">
            <a:extLst>
              <a:ext uri="{FF2B5EF4-FFF2-40B4-BE49-F238E27FC236}">
                <a16:creationId xmlns:a16="http://schemas.microsoft.com/office/drawing/2014/main" id="{7AFCFDFF-83C5-39FD-5071-ED934B202C9E}"/>
              </a:ext>
            </a:extLst>
          </p:cNvPr>
          <p:cNvSpPr txBox="1">
            <a:spLocks noGrp="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800" b="1">
                <a:solidFill>
                  <a:srgbClr val="FF0066"/>
                </a:solidFill>
                <a:latin typeface="Garamond" panose="02020404030301010803" pitchFamily="18" charset="0"/>
              </a:rPr>
              <a:t>Bài giảng Excel</a:t>
            </a:r>
          </a:p>
        </p:txBody>
      </p:sp>
      <p:sp>
        <p:nvSpPr>
          <p:cNvPr id="108547" name="Slide Number Placeholder 5">
            <a:extLst>
              <a:ext uri="{FF2B5EF4-FFF2-40B4-BE49-F238E27FC236}">
                <a16:creationId xmlns:a16="http://schemas.microsoft.com/office/drawing/2014/main" id="{996C9F0A-31B3-A74D-A1B7-8291B03ECC66}"/>
              </a:ext>
            </a:extLst>
          </p:cNvPr>
          <p:cNvSpPr txBox="1">
            <a:spLocks noGrp="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20BABC18-5FB4-46D1-94B6-D1CC371CAC4A}" type="slidenum">
              <a:rPr lang="en-US" altLang="en-US" sz="1800" b="1">
                <a:solidFill>
                  <a:srgbClr val="FF0066"/>
                </a:solidFill>
                <a:latin typeface="Garamond" panose="02020404030301010803" pitchFamily="18" charset="0"/>
              </a:rPr>
              <a:pPr algn="r" eaLnBrk="1" hangingPunct="1">
                <a:spcBef>
                  <a:spcPct val="0"/>
                </a:spcBef>
                <a:buFontTx/>
                <a:buNone/>
              </a:pPr>
              <a:t>91</a:t>
            </a:fld>
            <a:endParaRPr lang="en-US" altLang="en-US" sz="1800" b="1">
              <a:solidFill>
                <a:srgbClr val="FF0066"/>
              </a:solidFill>
              <a:latin typeface="Garamond" panose="02020404030301010803" pitchFamily="18" charset="0"/>
            </a:endParaRPr>
          </a:p>
        </p:txBody>
      </p:sp>
      <p:pic>
        <p:nvPicPr>
          <p:cNvPr id="86026" name="Picture 10" descr="Chart_Step3_TabDataLabels">
            <a:extLst>
              <a:ext uri="{FF2B5EF4-FFF2-40B4-BE49-F238E27FC236}">
                <a16:creationId xmlns:a16="http://schemas.microsoft.com/office/drawing/2014/main" id="{AF292888-20C0-060F-8A32-C91D7AFB84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8588" y="1825625"/>
            <a:ext cx="60198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549" name="Rectangle 3">
            <a:extLst>
              <a:ext uri="{FF2B5EF4-FFF2-40B4-BE49-F238E27FC236}">
                <a16:creationId xmlns:a16="http://schemas.microsoft.com/office/drawing/2014/main" id="{39C8AFF5-BC2B-124F-9706-3239431460D6}"/>
              </a:ext>
            </a:extLst>
          </p:cNvPr>
          <p:cNvSpPr>
            <a:spLocks noGrp="1" noChangeArrowheads="1"/>
          </p:cNvSpPr>
          <p:nvPr>
            <p:ph type="title" idx="4294967295"/>
          </p:nvPr>
        </p:nvSpPr>
        <p:spPr>
          <a:xfrm>
            <a:off x="234950" y="228600"/>
            <a:ext cx="8985250" cy="1079500"/>
          </a:xfrm>
        </p:spPr>
        <p:txBody>
          <a:bodyPr anchor="t"/>
          <a:lstStyle/>
          <a:p>
            <a:pPr eaLnBrk="1" hangingPunct="1"/>
            <a:r>
              <a:rPr lang="en-US" altLang="vi-VN" sz="2400">
                <a:solidFill>
                  <a:srgbClr val="FF0000"/>
                </a:solidFill>
              </a:rPr>
              <a:t>Bước 3: Các lựa chọn - Tab Data Labels nhãn dữ liệu</a:t>
            </a:r>
          </a:p>
        </p:txBody>
      </p:sp>
      <p:sp>
        <p:nvSpPr>
          <p:cNvPr id="86020" name="Text Box 4">
            <a:extLst>
              <a:ext uri="{FF2B5EF4-FFF2-40B4-BE49-F238E27FC236}">
                <a16:creationId xmlns:a16="http://schemas.microsoft.com/office/drawing/2014/main" id="{E79F82B1-9C7A-F165-FF84-DC4AB1EDD1B0}"/>
              </a:ext>
            </a:extLst>
          </p:cNvPr>
          <p:cNvSpPr txBox="1">
            <a:spLocks noChangeArrowheads="1"/>
          </p:cNvSpPr>
          <p:nvPr/>
        </p:nvSpPr>
        <p:spPr bwMode="auto">
          <a:xfrm>
            <a:off x="611188" y="2130425"/>
            <a:ext cx="1676400" cy="457200"/>
          </a:xfrm>
          <a:prstGeom prst="rect">
            <a:avLst/>
          </a:prstGeom>
          <a:noFill/>
          <a:ln w="9525">
            <a:noFill/>
            <a:miter lim="800000"/>
            <a:headEnd/>
            <a:tailEnd/>
          </a:ln>
          <a:effectLst/>
        </p:spPr>
        <p:txBody>
          <a:bodyPr>
            <a:spAutoFit/>
          </a:bodyPr>
          <a:lstStyle/>
          <a:p>
            <a:pPr eaLnBrk="1" hangingPunct="1">
              <a:spcBef>
                <a:spcPct val="50000"/>
              </a:spcBef>
              <a:defRPr/>
            </a:pPr>
            <a:r>
              <a:rPr lang="en-US" sz="2400">
                <a:solidFill>
                  <a:schemeClr val="tx2"/>
                </a:solidFill>
                <a:effectLst>
                  <a:outerShdw blurRad="38100" dist="38100" dir="2700000" algn="tl">
                    <a:srgbClr val="C0C0C0"/>
                  </a:outerShdw>
                </a:effectLst>
                <a:latin typeface="Times New Roman" pitchFamily="18" charset="0"/>
              </a:rPr>
              <a:t>Không hiện</a:t>
            </a:r>
          </a:p>
        </p:txBody>
      </p:sp>
      <p:sp>
        <p:nvSpPr>
          <p:cNvPr id="86021" name="Line 5">
            <a:extLst>
              <a:ext uri="{FF2B5EF4-FFF2-40B4-BE49-F238E27FC236}">
                <a16:creationId xmlns:a16="http://schemas.microsoft.com/office/drawing/2014/main" id="{F99C1C19-2929-4824-4C25-A40676B8BCF8}"/>
              </a:ext>
            </a:extLst>
          </p:cNvPr>
          <p:cNvSpPr>
            <a:spLocks noChangeShapeType="1"/>
          </p:cNvSpPr>
          <p:nvPr/>
        </p:nvSpPr>
        <p:spPr bwMode="auto">
          <a:xfrm>
            <a:off x="2211388" y="2435225"/>
            <a:ext cx="838200" cy="457200"/>
          </a:xfrm>
          <a:prstGeom prst="line">
            <a:avLst/>
          </a:prstGeom>
          <a:noFill/>
          <a:ln w="25400">
            <a:solidFill>
              <a:srgbClr val="800080"/>
            </a:solidFill>
            <a:round/>
            <a:headEnd/>
            <a:tailEnd type="stealth" w="med" len="med"/>
          </a:ln>
          <a:extLst>
            <a:ext uri="{909E8E84-426E-40DD-AFC4-6F175D3DCCD1}">
              <a14:hiddenFill xmlns:a14="http://schemas.microsoft.com/office/drawing/2010/main">
                <a:noFill/>
              </a14:hiddenFill>
            </a:ext>
          </a:extLst>
        </p:spPr>
        <p:txBody>
          <a:bodyPr wrap="none"/>
          <a:lstStyle/>
          <a:p>
            <a:endParaRPr lang="en-US"/>
          </a:p>
        </p:txBody>
      </p:sp>
      <p:sp>
        <p:nvSpPr>
          <p:cNvPr id="86022" name="Text Box 6">
            <a:extLst>
              <a:ext uri="{FF2B5EF4-FFF2-40B4-BE49-F238E27FC236}">
                <a16:creationId xmlns:a16="http://schemas.microsoft.com/office/drawing/2014/main" id="{9EB39813-8933-42AC-5667-6C71310EC08E}"/>
              </a:ext>
            </a:extLst>
          </p:cNvPr>
          <p:cNvSpPr txBox="1">
            <a:spLocks noChangeArrowheads="1"/>
          </p:cNvSpPr>
          <p:nvPr/>
        </p:nvSpPr>
        <p:spPr bwMode="auto">
          <a:xfrm>
            <a:off x="611188" y="3959225"/>
            <a:ext cx="1981200" cy="822325"/>
          </a:xfrm>
          <a:prstGeom prst="rect">
            <a:avLst/>
          </a:prstGeom>
          <a:noFill/>
          <a:ln w="9525">
            <a:noFill/>
            <a:miter lim="800000"/>
            <a:headEnd/>
            <a:tailEnd/>
          </a:ln>
          <a:effectLst/>
        </p:spPr>
        <p:txBody>
          <a:bodyPr>
            <a:spAutoFit/>
          </a:bodyPr>
          <a:lstStyle/>
          <a:p>
            <a:pPr eaLnBrk="1" hangingPunct="1">
              <a:spcBef>
                <a:spcPct val="50000"/>
              </a:spcBef>
              <a:defRPr/>
            </a:pPr>
            <a:r>
              <a:rPr lang="en-US" sz="2400">
                <a:solidFill>
                  <a:schemeClr val="tx2"/>
                </a:solidFill>
                <a:effectLst>
                  <a:outerShdw blurRad="38100" dist="38100" dir="2700000" algn="tl">
                    <a:srgbClr val="C0C0C0"/>
                  </a:outerShdw>
                </a:effectLst>
                <a:latin typeface="Times New Roman" pitchFamily="18" charset="0"/>
              </a:rPr>
              <a:t>Hiện nhãn và phần trăm</a:t>
            </a:r>
          </a:p>
        </p:txBody>
      </p:sp>
      <p:sp>
        <p:nvSpPr>
          <p:cNvPr id="86023" name="Line 7">
            <a:extLst>
              <a:ext uri="{FF2B5EF4-FFF2-40B4-BE49-F238E27FC236}">
                <a16:creationId xmlns:a16="http://schemas.microsoft.com/office/drawing/2014/main" id="{2AB4DE64-09E1-AC67-D5A8-56015324D895}"/>
              </a:ext>
            </a:extLst>
          </p:cNvPr>
          <p:cNvSpPr>
            <a:spLocks noChangeShapeType="1"/>
          </p:cNvSpPr>
          <p:nvPr/>
        </p:nvSpPr>
        <p:spPr bwMode="auto">
          <a:xfrm>
            <a:off x="1830388" y="2816225"/>
            <a:ext cx="1219200" cy="304800"/>
          </a:xfrm>
          <a:prstGeom prst="line">
            <a:avLst/>
          </a:prstGeom>
          <a:noFill/>
          <a:ln w="25400">
            <a:solidFill>
              <a:srgbClr val="800080"/>
            </a:solidFill>
            <a:round/>
            <a:headEnd/>
            <a:tailEnd type="stealth" w="med" len="med"/>
          </a:ln>
          <a:extLst>
            <a:ext uri="{909E8E84-426E-40DD-AFC4-6F175D3DCCD1}">
              <a14:hiddenFill xmlns:a14="http://schemas.microsoft.com/office/drawing/2010/main">
                <a:noFill/>
              </a14:hiddenFill>
            </a:ext>
          </a:extLst>
        </p:spPr>
        <p:txBody>
          <a:bodyPr wrap="none"/>
          <a:lstStyle/>
          <a:p>
            <a:endParaRPr lang="en-US"/>
          </a:p>
        </p:txBody>
      </p:sp>
      <p:sp>
        <p:nvSpPr>
          <p:cNvPr id="86024" name="Line 8">
            <a:extLst>
              <a:ext uri="{FF2B5EF4-FFF2-40B4-BE49-F238E27FC236}">
                <a16:creationId xmlns:a16="http://schemas.microsoft.com/office/drawing/2014/main" id="{C9B27BE4-26AA-A862-CE8F-5DD6EFB5EDE6}"/>
              </a:ext>
            </a:extLst>
          </p:cNvPr>
          <p:cNvSpPr>
            <a:spLocks noChangeShapeType="1"/>
          </p:cNvSpPr>
          <p:nvPr/>
        </p:nvSpPr>
        <p:spPr bwMode="auto">
          <a:xfrm>
            <a:off x="7812088" y="2492375"/>
            <a:ext cx="0" cy="1016000"/>
          </a:xfrm>
          <a:prstGeom prst="line">
            <a:avLst/>
          </a:prstGeom>
          <a:noFill/>
          <a:ln w="25400">
            <a:solidFill>
              <a:srgbClr val="800080"/>
            </a:solidFill>
            <a:round/>
            <a:headEnd/>
            <a:tailEnd type="stealth" w="med" len="med"/>
          </a:ln>
          <a:extLst>
            <a:ext uri="{909E8E84-426E-40DD-AFC4-6F175D3DCCD1}">
              <a14:hiddenFill xmlns:a14="http://schemas.microsoft.com/office/drawing/2010/main">
                <a:noFill/>
              </a14:hiddenFill>
            </a:ext>
          </a:extLst>
        </p:spPr>
        <p:txBody>
          <a:bodyPr wrap="none"/>
          <a:lstStyle/>
          <a:p>
            <a:endParaRPr lang="en-US"/>
          </a:p>
        </p:txBody>
      </p:sp>
      <p:sp>
        <p:nvSpPr>
          <p:cNvPr id="86025" name="Text Box 9">
            <a:extLst>
              <a:ext uri="{FF2B5EF4-FFF2-40B4-BE49-F238E27FC236}">
                <a16:creationId xmlns:a16="http://schemas.microsoft.com/office/drawing/2014/main" id="{E63A07D4-E508-2B61-A140-B0C261C0C43E}"/>
              </a:ext>
            </a:extLst>
          </p:cNvPr>
          <p:cNvSpPr txBox="1">
            <a:spLocks noChangeArrowheads="1"/>
          </p:cNvSpPr>
          <p:nvPr/>
        </p:nvSpPr>
        <p:spPr bwMode="auto">
          <a:xfrm>
            <a:off x="6843713" y="2060575"/>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vi-VN" sz="2400">
                <a:solidFill>
                  <a:schemeClr val="tx2"/>
                </a:solidFill>
                <a:latin typeface="Times New Roman" panose="02020603050405020304" pitchFamily="18" charset="0"/>
              </a:rPr>
              <a:t>Nhãn dữ liệu</a:t>
            </a:r>
          </a:p>
        </p:txBody>
      </p:sp>
      <p:sp>
        <p:nvSpPr>
          <p:cNvPr id="86027" name="Text Box 11">
            <a:extLst>
              <a:ext uri="{FF2B5EF4-FFF2-40B4-BE49-F238E27FC236}">
                <a16:creationId xmlns:a16="http://schemas.microsoft.com/office/drawing/2014/main" id="{C7B62477-16F6-CB4F-0A19-7102583D115A}"/>
              </a:ext>
            </a:extLst>
          </p:cNvPr>
          <p:cNvSpPr txBox="1">
            <a:spLocks noChangeArrowheads="1"/>
          </p:cNvSpPr>
          <p:nvPr/>
        </p:nvSpPr>
        <p:spPr bwMode="auto">
          <a:xfrm>
            <a:off x="611188" y="2587625"/>
            <a:ext cx="1752600" cy="457200"/>
          </a:xfrm>
          <a:prstGeom prst="rect">
            <a:avLst/>
          </a:prstGeom>
          <a:noFill/>
          <a:ln w="9525">
            <a:noFill/>
            <a:miter lim="800000"/>
            <a:headEnd/>
            <a:tailEnd/>
          </a:ln>
          <a:effectLst/>
        </p:spPr>
        <p:txBody>
          <a:bodyPr>
            <a:spAutoFit/>
          </a:bodyPr>
          <a:lstStyle/>
          <a:p>
            <a:pPr eaLnBrk="1" hangingPunct="1">
              <a:spcBef>
                <a:spcPct val="50000"/>
              </a:spcBef>
              <a:defRPr/>
            </a:pPr>
            <a:r>
              <a:rPr lang="en-US" sz="2400">
                <a:solidFill>
                  <a:schemeClr val="tx2"/>
                </a:solidFill>
                <a:effectLst>
                  <a:outerShdw blurRad="38100" dist="38100" dir="2700000" algn="tl">
                    <a:srgbClr val="C0C0C0"/>
                  </a:outerShdw>
                </a:effectLst>
                <a:latin typeface="Times New Roman" pitchFamily="18" charset="0"/>
              </a:rPr>
              <a:t>Hiện g</a:t>
            </a:r>
            <a:r>
              <a:rPr lang="en-US" sz="2400" b="1">
                <a:solidFill>
                  <a:schemeClr val="tx2"/>
                </a:solidFill>
                <a:effectLst>
                  <a:outerShdw blurRad="38100" dist="38100" dir="2700000" algn="tl">
                    <a:srgbClr val="C0C0C0"/>
                  </a:outerShdw>
                </a:effectLst>
                <a:latin typeface="Times New Roman" pitchFamily="18" charset="0"/>
              </a:rPr>
              <a:t>/</a:t>
            </a:r>
            <a:r>
              <a:rPr lang="en-US" sz="2400">
                <a:solidFill>
                  <a:schemeClr val="tx2"/>
                </a:solidFill>
                <a:effectLst>
                  <a:outerShdw blurRad="38100" dist="38100" dir="2700000" algn="tl">
                    <a:srgbClr val="C0C0C0"/>
                  </a:outerShdw>
                </a:effectLst>
                <a:latin typeface="Times New Roman" pitchFamily="18" charset="0"/>
              </a:rPr>
              <a:t>t</a:t>
            </a:r>
          </a:p>
        </p:txBody>
      </p:sp>
      <p:sp>
        <p:nvSpPr>
          <p:cNvPr id="86028" name="Text Box 12">
            <a:extLst>
              <a:ext uri="{FF2B5EF4-FFF2-40B4-BE49-F238E27FC236}">
                <a16:creationId xmlns:a16="http://schemas.microsoft.com/office/drawing/2014/main" id="{1E4310B1-2137-F97B-2518-68714DDF9574}"/>
              </a:ext>
            </a:extLst>
          </p:cNvPr>
          <p:cNvSpPr txBox="1">
            <a:spLocks noChangeArrowheads="1"/>
          </p:cNvSpPr>
          <p:nvPr/>
        </p:nvSpPr>
        <p:spPr bwMode="auto">
          <a:xfrm>
            <a:off x="611188" y="3044825"/>
            <a:ext cx="2160587" cy="457200"/>
          </a:xfrm>
          <a:prstGeom prst="rect">
            <a:avLst/>
          </a:prstGeom>
          <a:noFill/>
          <a:ln w="9525">
            <a:noFill/>
            <a:miter lim="800000"/>
            <a:headEnd/>
            <a:tailEnd/>
          </a:ln>
          <a:effectLst/>
        </p:spPr>
        <p:txBody>
          <a:bodyPr>
            <a:spAutoFit/>
          </a:bodyPr>
          <a:lstStyle/>
          <a:p>
            <a:pPr eaLnBrk="1" hangingPunct="1">
              <a:spcBef>
                <a:spcPct val="50000"/>
              </a:spcBef>
              <a:defRPr/>
            </a:pPr>
            <a:r>
              <a:rPr lang="en-US" sz="2400">
                <a:solidFill>
                  <a:schemeClr val="tx2"/>
                </a:solidFill>
                <a:effectLst>
                  <a:outerShdw blurRad="38100" dist="38100" dir="2700000" algn="tl">
                    <a:srgbClr val="C0C0C0"/>
                  </a:outerShdw>
                </a:effectLst>
                <a:latin typeface="Times New Roman" pitchFamily="18" charset="0"/>
              </a:rPr>
              <a:t>Hiện phần trăm</a:t>
            </a:r>
          </a:p>
        </p:txBody>
      </p:sp>
      <p:sp>
        <p:nvSpPr>
          <p:cNvPr id="86029" name="Text Box 13">
            <a:extLst>
              <a:ext uri="{FF2B5EF4-FFF2-40B4-BE49-F238E27FC236}">
                <a16:creationId xmlns:a16="http://schemas.microsoft.com/office/drawing/2014/main" id="{CE34DFF9-CB12-992E-A147-54943DEBA710}"/>
              </a:ext>
            </a:extLst>
          </p:cNvPr>
          <p:cNvSpPr txBox="1">
            <a:spLocks noChangeArrowheads="1"/>
          </p:cNvSpPr>
          <p:nvPr/>
        </p:nvSpPr>
        <p:spPr bwMode="auto">
          <a:xfrm>
            <a:off x="611188" y="3502025"/>
            <a:ext cx="1752600" cy="457200"/>
          </a:xfrm>
          <a:prstGeom prst="rect">
            <a:avLst/>
          </a:prstGeom>
          <a:noFill/>
          <a:ln w="9525">
            <a:noFill/>
            <a:miter lim="800000"/>
            <a:headEnd/>
            <a:tailEnd/>
          </a:ln>
          <a:effectLst/>
        </p:spPr>
        <p:txBody>
          <a:bodyPr>
            <a:spAutoFit/>
          </a:bodyPr>
          <a:lstStyle/>
          <a:p>
            <a:pPr eaLnBrk="1" hangingPunct="1">
              <a:spcBef>
                <a:spcPct val="50000"/>
              </a:spcBef>
              <a:defRPr/>
            </a:pPr>
            <a:r>
              <a:rPr lang="en-US" sz="2400">
                <a:solidFill>
                  <a:schemeClr val="tx2"/>
                </a:solidFill>
                <a:effectLst>
                  <a:outerShdw blurRad="38100" dist="38100" dir="2700000" algn="tl">
                    <a:srgbClr val="C0C0C0"/>
                  </a:outerShdw>
                </a:effectLst>
                <a:latin typeface="Times New Roman" pitchFamily="18" charset="0"/>
              </a:rPr>
              <a:t>Hiện nhãn</a:t>
            </a:r>
          </a:p>
        </p:txBody>
      </p:sp>
      <p:sp>
        <p:nvSpPr>
          <p:cNvPr id="86030" name="Line 14">
            <a:extLst>
              <a:ext uri="{FF2B5EF4-FFF2-40B4-BE49-F238E27FC236}">
                <a16:creationId xmlns:a16="http://schemas.microsoft.com/office/drawing/2014/main" id="{ACAC40B6-67D9-0CC3-5BA0-D582DEAA1A9D}"/>
              </a:ext>
            </a:extLst>
          </p:cNvPr>
          <p:cNvSpPr>
            <a:spLocks noChangeShapeType="1"/>
          </p:cNvSpPr>
          <p:nvPr/>
        </p:nvSpPr>
        <p:spPr bwMode="auto">
          <a:xfrm>
            <a:off x="2668588" y="3349625"/>
            <a:ext cx="381000" cy="0"/>
          </a:xfrm>
          <a:prstGeom prst="line">
            <a:avLst/>
          </a:prstGeom>
          <a:noFill/>
          <a:ln w="25400">
            <a:solidFill>
              <a:srgbClr val="800080"/>
            </a:solidFill>
            <a:round/>
            <a:headEnd/>
            <a:tailEnd type="stealth" w="med" len="med"/>
          </a:ln>
          <a:extLst>
            <a:ext uri="{909E8E84-426E-40DD-AFC4-6F175D3DCCD1}">
              <a14:hiddenFill xmlns:a14="http://schemas.microsoft.com/office/drawing/2010/main">
                <a:noFill/>
              </a14:hiddenFill>
            </a:ext>
          </a:extLst>
        </p:spPr>
        <p:txBody>
          <a:bodyPr wrap="none"/>
          <a:lstStyle/>
          <a:p>
            <a:endParaRPr lang="en-US"/>
          </a:p>
        </p:txBody>
      </p:sp>
      <p:sp>
        <p:nvSpPr>
          <p:cNvPr id="86031" name="Line 15">
            <a:extLst>
              <a:ext uri="{FF2B5EF4-FFF2-40B4-BE49-F238E27FC236}">
                <a16:creationId xmlns:a16="http://schemas.microsoft.com/office/drawing/2014/main" id="{A3855957-A9B8-035D-D0BB-65ADEFC7939B}"/>
              </a:ext>
            </a:extLst>
          </p:cNvPr>
          <p:cNvSpPr>
            <a:spLocks noChangeShapeType="1"/>
          </p:cNvSpPr>
          <p:nvPr/>
        </p:nvSpPr>
        <p:spPr bwMode="auto">
          <a:xfrm flipV="1">
            <a:off x="2058988" y="3578225"/>
            <a:ext cx="990600" cy="152400"/>
          </a:xfrm>
          <a:prstGeom prst="line">
            <a:avLst/>
          </a:prstGeom>
          <a:noFill/>
          <a:ln w="25400">
            <a:solidFill>
              <a:srgbClr val="800080"/>
            </a:solidFill>
            <a:round/>
            <a:headEnd/>
            <a:tailEnd type="stealth" w="med" len="med"/>
          </a:ln>
          <a:extLst>
            <a:ext uri="{909E8E84-426E-40DD-AFC4-6F175D3DCCD1}">
              <a14:hiddenFill xmlns:a14="http://schemas.microsoft.com/office/drawing/2010/main">
                <a:noFill/>
              </a14:hiddenFill>
            </a:ext>
          </a:extLst>
        </p:spPr>
        <p:txBody>
          <a:bodyPr wrap="none"/>
          <a:lstStyle/>
          <a:p>
            <a:endParaRPr lang="en-US"/>
          </a:p>
        </p:txBody>
      </p:sp>
      <p:sp>
        <p:nvSpPr>
          <p:cNvPr id="86032" name="Line 16">
            <a:extLst>
              <a:ext uri="{FF2B5EF4-FFF2-40B4-BE49-F238E27FC236}">
                <a16:creationId xmlns:a16="http://schemas.microsoft.com/office/drawing/2014/main" id="{42693409-C272-B5BF-A666-D5FB58C27107}"/>
              </a:ext>
            </a:extLst>
          </p:cNvPr>
          <p:cNvSpPr>
            <a:spLocks noChangeShapeType="1"/>
          </p:cNvSpPr>
          <p:nvPr/>
        </p:nvSpPr>
        <p:spPr bwMode="auto">
          <a:xfrm flipV="1">
            <a:off x="2363788" y="3806825"/>
            <a:ext cx="685800" cy="381000"/>
          </a:xfrm>
          <a:prstGeom prst="line">
            <a:avLst/>
          </a:prstGeom>
          <a:noFill/>
          <a:ln w="25400">
            <a:solidFill>
              <a:srgbClr val="800080"/>
            </a:solidFill>
            <a:round/>
            <a:headEnd/>
            <a:tailEnd type="stealth" w="med" len="med"/>
          </a:ln>
          <a:extLst>
            <a:ext uri="{909E8E84-426E-40DD-AFC4-6F175D3DCCD1}">
              <a14:hiddenFill xmlns:a14="http://schemas.microsoft.com/office/drawing/2010/main">
                <a:noFill/>
              </a14:hiddenFill>
            </a:ext>
          </a:extLst>
        </p:spPr>
        <p:txBody>
          <a:bodyPr wrap="none"/>
          <a:lstStyle/>
          <a:p>
            <a:endParaRPr lang="en-US"/>
          </a:p>
        </p:txBody>
      </p:sp>
    </p:spTree>
  </p:cSld>
  <p:clrMapOvr>
    <a:masterClrMapping/>
  </p:clrMapOvr>
  <p:transition>
    <p:check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6026"/>
                                        </p:tgtEl>
                                        <p:attrNameLst>
                                          <p:attrName>style.visibility</p:attrName>
                                        </p:attrNameLst>
                                      </p:cBhvr>
                                      <p:to>
                                        <p:strVal val="visible"/>
                                      </p:to>
                                    </p:set>
                                    <p:animEffect transition="in" filter="dissolve">
                                      <p:cBhvr>
                                        <p:cTn id="7" dur="500"/>
                                        <p:tgtEl>
                                          <p:spTgt spid="860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6025"/>
                                        </p:tgtEl>
                                        <p:attrNameLst>
                                          <p:attrName>style.visibility</p:attrName>
                                        </p:attrNameLst>
                                      </p:cBhvr>
                                      <p:to>
                                        <p:strVal val="visible"/>
                                      </p:to>
                                    </p:set>
                                    <p:animEffect transition="in" filter="blinds(horizontal)">
                                      <p:cBhvr>
                                        <p:cTn id="12" dur="500"/>
                                        <p:tgtEl>
                                          <p:spTgt spid="86025"/>
                                        </p:tgtEl>
                                      </p:cBhvr>
                                    </p:animEffect>
                                  </p:childTnLst>
                                </p:cTn>
                              </p:par>
                              <p:par>
                                <p:cTn id="13" presetID="3" presetClass="entr" presetSubtype="10" fill="hold" nodeType="withEffect">
                                  <p:stCondLst>
                                    <p:cond delay="0"/>
                                  </p:stCondLst>
                                  <p:childTnLst>
                                    <p:set>
                                      <p:cBhvr>
                                        <p:cTn id="14" dur="1" fill="hold">
                                          <p:stCondLst>
                                            <p:cond delay="0"/>
                                          </p:stCondLst>
                                        </p:cTn>
                                        <p:tgtEl>
                                          <p:spTgt spid="86024"/>
                                        </p:tgtEl>
                                        <p:attrNameLst>
                                          <p:attrName>style.visibility</p:attrName>
                                        </p:attrNameLst>
                                      </p:cBhvr>
                                      <p:to>
                                        <p:strVal val="visible"/>
                                      </p:to>
                                    </p:set>
                                    <p:animEffect transition="in" filter="blinds(horizontal)">
                                      <p:cBhvr>
                                        <p:cTn id="15" dur="500"/>
                                        <p:tgtEl>
                                          <p:spTgt spid="8602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86020"/>
                                        </p:tgtEl>
                                        <p:attrNameLst>
                                          <p:attrName>style.visibility</p:attrName>
                                        </p:attrNameLst>
                                      </p:cBhvr>
                                      <p:to>
                                        <p:strVal val="visible"/>
                                      </p:to>
                                    </p:set>
                                    <p:animEffect transition="in" filter="blinds(horizontal)">
                                      <p:cBhvr>
                                        <p:cTn id="20" dur="500"/>
                                        <p:tgtEl>
                                          <p:spTgt spid="86020"/>
                                        </p:tgtEl>
                                      </p:cBhvr>
                                    </p:animEffect>
                                  </p:childTnLst>
                                </p:cTn>
                              </p:par>
                              <p:par>
                                <p:cTn id="21" presetID="3" presetClass="entr" presetSubtype="10" fill="hold" nodeType="withEffect">
                                  <p:stCondLst>
                                    <p:cond delay="0"/>
                                  </p:stCondLst>
                                  <p:childTnLst>
                                    <p:set>
                                      <p:cBhvr>
                                        <p:cTn id="22" dur="1" fill="hold">
                                          <p:stCondLst>
                                            <p:cond delay="0"/>
                                          </p:stCondLst>
                                        </p:cTn>
                                        <p:tgtEl>
                                          <p:spTgt spid="86021"/>
                                        </p:tgtEl>
                                        <p:attrNameLst>
                                          <p:attrName>style.visibility</p:attrName>
                                        </p:attrNameLst>
                                      </p:cBhvr>
                                      <p:to>
                                        <p:strVal val="visible"/>
                                      </p:to>
                                    </p:set>
                                    <p:animEffect transition="in" filter="blinds(horizontal)">
                                      <p:cBhvr>
                                        <p:cTn id="23" dur="500"/>
                                        <p:tgtEl>
                                          <p:spTgt spid="8602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86027"/>
                                        </p:tgtEl>
                                        <p:attrNameLst>
                                          <p:attrName>style.visibility</p:attrName>
                                        </p:attrNameLst>
                                      </p:cBhvr>
                                      <p:to>
                                        <p:strVal val="visible"/>
                                      </p:to>
                                    </p:set>
                                    <p:animEffect transition="in" filter="blinds(horizontal)">
                                      <p:cBhvr>
                                        <p:cTn id="28" dur="500"/>
                                        <p:tgtEl>
                                          <p:spTgt spid="86027"/>
                                        </p:tgtEl>
                                      </p:cBhvr>
                                    </p:animEffect>
                                  </p:childTnLst>
                                </p:cTn>
                              </p:par>
                              <p:par>
                                <p:cTn id="29" presetID="3" presetClass="entr" presetSubtype="10" fill="hold" nodeType="withEffect">
                                  <p:stCondLst>
                                    <p:cond delay="0"/>
                                  </p:stCondLst>
                                  <p:childTnLst>
                                    <p:set>
                                      <p:cBhvr>
                                        <p:cTn id="30" dur="1" fill="hold">
                                          <p:stCondLst>
                                            <p:cond delay="0"/>
                                          </p:stCondLst>
                                        </p:cTn>
                                        <p:tgtEl>
                                          <p:spTgt spid="86023"/>
                                        </p:tgtEl>
                                        <p:attrNameLst>
                                          <p:attrName>style.visibility</p:attrName>
                                        </p:attrNameLst>
                                      </p:cBhvr>
                                      <p:to>
                                        <p:strVal val="visible"/>
                                      </p:to>
                                    </p:set>
                                    <p:animEffect transition="in" filter="blinds(horizontal)">
                                      <p:cBhvr>
                                        <p:cTn id="31" dur="500"/>
                                        <p:tgtEl>
                                          <p:spTgt spid="8602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86028"/>
                                        </p:tgtEl>
                                        <p:attrNameLst>
                                          <p:attrName>style.visibility</p:attrName>
                                        </p:attrNameLst>
                                      </p:cBhvr>
                                      <p:to>
                                        <p:strVal val="visible"/>
                                      </p:to>
                                    </p:set>
                                    <p:animEffect transition="in" filter="blinds(horizontal)">
                                      <p:cBhvr>
                                        <p:cTn id="36" dur="500"/>
                                        <p:tgtEl>
                                          <p:spTgt spid="86028"/>
                                        </p:tgtEl>
                                      </p:cBhvr>
                                    </p:animEffect>
                                  </p:childTnLst>
                                </p:cTn>
                              </p:par>
                              <p:par>
                                <p:cTn id="37" presetID="3" presetClass="entr" presetSubtype="10" fill="hold" nodeType="withEffect">
                                  <p:stCondLst>
                                    <p:cond delay="0"/>
                                  </p:stCondLst>
                                  <p:childTnLst>
                                    <p:set>
                                      <p:cBhvr>
                                        <p:cTn id="38" dur="1" fill="hold">
                                          <p:stCondLst>
                                            <p:cond delay="0"/>
                                          </p:stCondLst>
                                        </p:cTn>
                                        <p:tgtEl>
                                          <p:spTgt spid="86030"/>
                                        </p:tgtEl>
                                        <p:attrNameLst>
                                          <p:attrName>style.visibility</p:attrName>
                                        </p:attrNameLst>
                                      </p:cBhvr>
                                      <p:to>
                                        <p:strVal val="visible"/>
                                      </p:to>
                                    </p:set>
                                    <p:animEffect transition="in" filter="blinds(horizontal)">
                                      <p:cBhvr>
                                        <p:cTn id="39" dur="500"/>
                                        <p:tgtEl>
                                          <p:spTgt spid="86030"/>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86029"/>
                                        </p:tgtEl>
                                        <p:attrNameLst>
                                          <p:attrName>style.visibility</p:attrName>
                                        </p:attrNameLst>
                                      </p:cBhvr>
                                      <p:to>
                                        <p:strVal val="visible"/>
                                      </p:to>
                                    </p:set>
                                    <p:animEffect transition="in" filter="blinds(horizontal)">
                                      <p:cBhvr>
                                        <p:cTn id="44" dur="500"/>
                                        <p:tgtEl>
                                          <p:spTgt spid="86029"/>
                                        </p:tgtEl>
                                      </p:cBhvr>
                                    </p:animEffect>
                                  </p:childTnLst>
                                </p:cTn>
                              </p:par>
                              <p:par>
                                <p:cTn id="45" presetID="3" presetClass="entr" presetSubtype="10" fill="hold" nodeType="withEffect">
                                  <p:stCondLst>
                                    <p:cond delay="0"/>
                                  </p:stCondLst>
                                  <p:childTnLst>
                                    <p:set>
                                      <p:cBhvr>
                                        <p:cTn id="46" dur="1" fill="hold">
                                          <p:stCondLst>
                                            <p:cond delay="0"/>
                                          </p:stCondLst>
                                        </p:cTn>
                                        <p:tgtEl>
                                          <p:spTgt spid="86031"/>
                                        </p:tgtEl>
                                        <p:attrNameLst>
                                          <p:attrName>style.visibility</p:attrName>
                                        </p:attrNameLst>
                                      </p:cBhvr>
                                      <p:to>
                                        <p:strVal val="visible"/>
                                      </p:to>
                                    </p:set>
                                    <p:animEffect transition="in" filter="blinds(horizontal)">
                                      <p:cBhvr>
                                        <p:cTn id="47" dur="500"/>
                                        <p:tgtEl>
                                          <p:spTgt spid="8603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86022"/>
                                        </p:tgtEl>
                                        <p:attrNameLst>
                                          <p:attrName>style.visibility</p:attrName>
                                        </p:attrNameLst>
                                      </p:cBhvr>
                                      <p:to>
                                        <p:strVal val="visible"/>
                                      </p:to>
                                    </p:set>
                                    <p:animEffect transition="in" filter="blinds(horizontal)">
                                      <p:cBhvr>
                                        <p:cTn id="52" dur="500"/>
                                        <p:tgtEl>
                                          <p:spTgt spid="86022"/>
                                        </p:tgtEl>
                                      </p:cBhvr>
                                    </p:animEffect>
                                  </p:childTnLst>
                                </p:cTn>
                              </p:par>
                              <p:par>
                                <p:cTn id="53" presetID="3" presetClass="entr" presetSubtype="10" fill="hold" nodeType="withEffect">
                                  <p:stCondLst>
                                    <p:cond delay="0"/>
                                  </p:stCondLst>
                                  <p:childTnLst>
                                    <p:set>
                                      <p:cBhvr>
                                        <p:cTn id="54" dur="1" fill="hold">
                                          <p:stCondLst>
                                            <p:cond delay="0"/>
                                          </p:stCondLst>
                                        </p:cTn>
                                        <p:tgtEl>
                                          <p:spTgt spid="86032"/>
                                        </p:tgtEl>
                                        <p:attrNameLst>
                                          <p:attrName>style.visibility</p:attrName>
                                        </p:attrNameLst>
                                      </p:cBhvr>
                                      <p:to>
                                        <p:strVal val="visible"/>
                                      </p:to>
                                    </p:set>
                                    <p:animEffect transition="in" filter="blinds(horizontal)">
                                      <p:cBhvr>
                                        <p:cTn id="55" dur="500"/>
                                        <p:tgtEl>
                                          <p:spTgt spid="860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0" grpId="0"/>
      <p:bldP spid="86022" grpId="0"/>
      <p:bldP spid="86025" grpId="0"/>
      <p:bldP spid="86027" grpId="0"/>
      <p:bldP spid="86028" grpId="0"/>
      <p:bldP spid="86029"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Footer Placeholder 4">
            <a:extLst>
              <a:ext uri="{FF2B5EF4-FFF2-40B4-BE49-F238E27FC236}">
                <a16:creationId xmlns:a16="http://schemas.microsoft.com/office/drawing/2014/main" id="{1B9A9DC6-D550-1FD7-A7D5-92A18FA09541}"/>
              </a:ext>
            </a:extLst>
          </p:cNvPr>
          <p:cNvSpPr txBox="1">
            <a:spLocks noGrp="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800" b="1">
                <a:solidFill>
                  <a:srgbClr val="FF0066"/>
                </a:solidFill>
                <a:latin typeface="Garamond" panose="02020404030301010803" pitchFamily="18" charset="0"/>
              </a:rPr>
              <a:t>Bài giảng Excel</a:t>
            </a:r>
          </a:p>
        </p:txBody>
      </p:sp>
      <p:sp>
        <p:nvSpPr>
          <p:cNvPr id="109571" name="Slide Number Placeholder 5">
            <a:extLst>
              <a:ext uri="{FF2B5EF4-FFF2-40B4-BE49-F238E27FC236}">
                <a16:creationId xmlns:a16="http://schemas.microsoft.com/office/drawing/2014/main" id="{4F8DC76B-5C2C-2F38-AAFB-505097C2C3D9}"/>
              </a:ext>
            </a:extLst>
          </p:cNvPr>
          <p:cNvSpPr txBox="1">
            <a:spLocks noGrp="1"/>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EE6A6756-8582-42F6-AF7C-59265745A5CF}" type="slidenum">
              <a:rPr lang="en-US" altLang="en-US" sz="1800" b="1">
                <a:solidFill>
                  <a:srgbClr val="FF0066"/>
                </a:solidFill>
                <a:latin typeface="Garamond" panose="02020404030301010803" pitchFamily="18" charset="0"/>
              </a:rPr>
              <a:pPr algn="r" eaLnBrk="1" hangingPunct="1">
                <a:spcBef>
                  <a:spcPct val="0"/>
                </a:spcBef>
                <a:buFontTx/>
                <a:buNone/>
              </a:pPr>
              <a:t>92</a:t>
            </a:fld>
            <a:endParaRPr lang="en-US" altLang="en-US" sz="1800" b="1">
              <a:solidFill>
                <a:srgbClr val="FF0066"/>
              </a:solidFill>
              <a:latin typeface="Garamond" panose="02020404030301010803" pitchFamily="18" charset="0"/>
            </a:endParaRPr>
          </a:p>
        </p:txBody>
      </p:sp>
      <p:pic>
        <p:nvPicPr>
          <p:cNvPr id="87056" name="Picture 16" descr="Chart_Step4">
            <a:extLst>
              <a:ext uri="{FF2B5EF4-FFF2-40B4-BE49-F238E27FC236}">
                <a16:creationId xmlns:a16="http://schemas.microsoft.com/office/drawing/2014/main" id="{0A402B7A-6F91-CC29-D2BF-76C6FD20AC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3475" y="2347913"/>
            <a:ext cx="6391275" cy="273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573" name="Rectangle 3">
            <a:extLst>
              <a:ext uri="{FF2B5EF4-FFF2-40B4-BE49-F238E27FC236}">
                <a16:creationId xmlns:a16="http://schemas.microsoft.com/office/drawing/2014/main" id="{385E0EEE-6A52-4424-A6BE-210199CE259D}"/>
              </a:ext>
            </a:extLst>
          </p:cNvPr>
          <p:cNvSpPr>
            <a:spLocks noGrp="1" noChangeArrowheads="1"/>
          </p:cNvSpPr>
          <p:nvPr>
            <p:ph type="title" idx="4294967295"/>
          </p:nvPr>
        </p:nvSpPr>
        <p:spPr>
          <a:xfrm>
            <a:off x="519113" y="228600"/>
            <a:ext cx="8156575" cy="574675"/>
          </a:xfrm>
        </p:spPr>
        <p:txBody>
          <a:bodyPr anchor="t"/>
          <a:lstStyle/>
          <a:p>
            <a:pPr eaLnBrk="1" hangingPunct="1"/>
            <a:r>
              <a:rPr lang="en-US" altLang="vi-VN" sz="2800">
                <a:solidFill>
                  <a:srgbClr val="FF0000"/>
                </a:solidFill>
              </a:rPr>
              <a:t>Bước 4: Định nơi đặt đồ thị</a:t>
            </a:r>
          </a:p>
        </p:txBody>
      </p:sp>
      <p:sp>
        <p:nvSpPr>
          <p:cNvPr id="87044" name="Text Box 4">
            <a:extLst>
              <a:ext uri="{FF2B5EF4-FFF2-40B4-BE49-F238E27FC236}">
                <a16:creationId xmlns:a16="http://schemas.microsoft.com/office/drawing/2014/main" id="{C173A3CF-902D-CAFC-2781-A941B76880FB}"/>
              </a:ext>
            </a:extLst>
          </p:cNvPr>
          <p:cNvSpPr txBox="1">
            <a:spLocks noChangeArrowheads="1"/>
          </p:cNvSpPr>
          <p:nvPr/>
        </p:nvSpPr>
        <p:spPr bwMode="auto">
          <a:xfrm>
            <a:off x="823913" y="1603375"/>
            <a:ext cx="3810000" cy="457200"/>
          </a:xfrm>
          <a:prstGeom prst="rect">
            <a:avLst/>
          </a:prstGeom>
          <a:noFill/>
          <a:ln w="9525">
            <a:noFill/>
            <a:miter lim="800000"/>
            <a:headEnd/>
            <a:tailEnd/>
          </a:ln>
          <a:effectLst/>
        </p:spPr>
        <p:txBody>
          <a:bodyPr>
            <a:spAutoFit/>
          </a:bodyPr>
          <a:lstStyle/>
          <a:p>
            <a:pPr eaLnBrk="1" hangingPunct="1">
              <a:spcBef>
                <a:spcPct val="50000"/>
              </a:spcBef>
              <a:defRPr/>
            </a:pPr>
            <a:r>
              <a:rPr lang="en-US" sz="2400">
                <a:solidFill>
                  <a:schemeClr val="tx2"/>
                </a:solidFill>
                <a:effectLst>
                  <a:outerShdw blurRad="38100" dist="38100" dir="2700000" algn="tl">
                    <a:srgbClr val="C0C0C0"/>
                  </a:outerShdw>
                </a:effectLst>
                <a:latin typeface="Times New Roman" pitchFamily="18" charset="0"/>
              </a:rPr>
              <a:t>Đồ thị hiện trên 1 sheet mới</a:t>
            </a:r>
          </a:p>
        </p:txBody>
      </p:sp>
      <p:sp>
        <p:nvSpPr>
          <p:cNvPr id="87045" name="Line 5">
            <a:extLst>
              <a:ext uri="{FF2B5EF4-FFF2-40B4-BE49-F238E27FC236}">
                <a16:creationId xmlns:a16="http://schemas.microsoft.com/office/drawing/2014/main" id="{D878735E-47FF-0EBA-9A44-EA5B9E0A8A8E}"/>
              </a:ext>
            </a:extLst>
          </p:cNvPr>
          <p:cNvSpPr>
            <a:spLocks noChangeShapeType="1"/>
          </p:cNvSpPr>
          <p:nvPr/>
        </p:nvSpPr>
        <p:spPr bwMode="auto">
          <a:xfrm>
            <a:off x="2411413" y="2060575"/>
            <a:ext cx="0" cy="1223963"/>
          </a:xfrm>
          <a:prstGeom prst="line">
            <a:avLst/>
          </a:prstGeom>
          <a:noFill/>
          <a:ln w="25400">
            <a:solidFill>
              <a:srgbClr val="800080"/>
            </a:solidFill>
            <a:round/>
            <a:headEnd/>
            <a:tailEnd type="stealth" w="med" len="med"/>
          </a:ln>
          <a:extLst>
            <a:ext uri="{909E8E84-426E-40DD-AFC4-6F175D3DCCD1}">
              <a14:hiddenFill xmlns:a14="http://schemas.microsoft.com/office/drawing/2010/main">
                <a:noFill/>
              </a14:hiddenFill>
            </a:ext>
          </a:extLst>
        </p:spPr>
        <p:txBody>
          <a:bodyPr wrap="none"/>
          <a:lstStyle/>
          <a:p>
            <a:endParaRPr lang="en-US"/>
          </a:p>
        </p:txBody>
      </p:sp>
      <p:sp>
        <p:nvSpPr>
          <p:cNvPr id="87054" name="Line 14">
            <a:extLst>
              <a:ext uri="{FF2B5EF4-FFF2-40B4-BE49-F238E27FC236}">
                <a16:creationId xmlns:a16="http://schemas.microsoft.com/office/drawing/2014/main" id="{D90EED4E-3961-D687-F537-0FB4B2003F00}"/>
              </a:ext>
            </a:extLst>
          </p:cNvPr>
          <p:cNvSpPr>
            <a:spLocks noChangeShapeType="1"/>
          </p:cNvSpPr>
          <p:nvPr/>
        </p:nvSpPr>
        <p:spPr bwMode="auto">
          <a:xfrm flipV="1">
            <a:off x="2411413" y="4221163"/>
            <a:ext cx="0" cy="1079500"/>
          </a:xfrm>
          <a:prstGeom prst="line">
            <a:avLst/>
          </a:prstGeom>
          <a:noFill/>
          <a:ln w="15875">
            <a:solidFill>
              <a:srgbClr val="80008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7057" name="Text Box 17">
            <a:extLst>
              <a:ext uri="{FF2B5EF4-FFF2-40B4-BE49-F238E27FC236}">
                <a16:creationId xmlns:a16="http://schemas.microsoft.com/office/drawing/2014/main" id="{3EE4EAFF-A19E-FD73-235A-B32F44061CC7}"/>
              </a:ext>
            </a:extLst>
          </p:cNvPr>
          <p:cNvSpPr txBox="1">
            <a:spLocks noChangeArrowheads="1"/>
          </p:cNvSpPr>
          <p:nvPr/>
        </p:nvSpPr>
        <p:spPr bwMode="auto">
          <a:xfrm>
            <a:off x="823913" y="5348288"/>
            <a:ext cx="4191000" cy="457200"/>
          </a:xfrm>
          <a:prstGeom prst="rect">
            <a:avLst/>
          </a:prstGeom>
          <a:noFill/>
          <a:ln w="9525">
            <a:noFill/>
            <a:miter lim="800000"/>
            <a:headEnd/>
            <a:tailEnd/>
          </a:ln>
          <a:effectLst/>
        </p:spPr>
        <p:txBody>
          <a:bodyPr>
            <a:spAutoFit/>
          </a:bodyPr>
          <a:lstStyle/>
          <a:p>
            <a:pPr eaLnBrk="1" hangingPunct="1">
              <a:spcBef>
                <a:spcPct val="50000"/>
              </a:spcBef>
              <a:defRPr/>
            </a:pPr>
            <a:r>
              <a:rPr lang="en-US" sz="2400">
                <a:solidFill>
                  <a:schemeClr val="tx2"/>
                </a:solidFill>
                <a:effectLst>
                  <a:outerShdw blurRad="38100" dist="38100" dir="2700000" algn="tl">
                    <a:srgbClr val="C0C0C0"/>
                  </a:outerShdw>
                </a:effectLst>
                <a:latin typeface="Times New Roman" pitchFamily="18" charset="0"/>
              </a:rPr>
              <a:t>Đồ thị hiện trên 1sheet đã tồn tại</a:t>
            </a:r>
          </a:p>
        </p:txBody>
      </p:sp>
      <p:sp>
        <p:nvSpPr>
          <p:cNvPr id="87058" name="AutoShape 18">
            <a:extLst>
              <a:ext uri="{FF2B5EF4-FFF2-40B4-BE49-F238E27FC236}">
                <a16:creationId xmlns:a16="http://schemas.microsoft.com/office/drawing/2014/main" id="{26385CEA-68E3-4AB1-A76B-AB23CCE43BF3}"/>
              </a:ext>
            </a:extLst>
          </p:cNvPr>
          <p:cNvSpPr>
            <a:spLocks noChangeArrowheads="1"/>
          </p:cNvSpPr>
          <p:nvPr/>
        </p:nvSpPr>
        <p:spPr bwMode="auto">
          <a:xfrm rot="-2736411">
            <a:off x="5913438" y="4986338"/>
            <a:ext cx="755650" cy="323850"/>
          </a:xfrm>
          <a:custGeom>
            <a:avLst/>
            <a:gdLst>
              <a:gd name="T0" fmla="*/ 2147483646 w 21600"/>
              <a:gd name="T1" fmla="*/ 0 h 21600"/>
              <a:gd name="T2" fmla="*/ 0 w 21600"/>
              <a:gd name="T3" fmla="*/ 2147483646 h 21600"/>
              <a:gd name="T4" fmla="*/ 2147483646 w 21600"/>
              <a:gd name="T5" fmla="*/ 2147483646 h 21600"/>
              <a:gd name="T6" fmla="*/ 2147483646 w 21600"/>
              <a:gd name="T7" fmla="*/ 2147483646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accent1"/>
          </a:solidFill>
          <a:ln w="25400">
            <a:solidFill>
              <a:srgbClr val="800080"/>
            </a:solidFill>
            <a:miter lim="800000"/>
            <a:headEnd/>
            <a:tailEnd/>
          </a:ln>
        </p:spPr>
        <p:txBody>
          <a:bodyPr wrap="none" anchor="ctr"/>
          <a:lstStyle/>
          <a:p>
            <a:endParaRPr lang="en-US"/>
          </a:p>
        </p:txBody>
      </p:sp>
    </p:spTree>
  </p:cSld>
  <p:clrMapOvr>
    <a:masterClrMapping/>
  </p:clrMapOvr>
  <p:transition>
    <p:check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7056"/>
                                        </p:tgtEl>
                                        <p:attrNameLst>
                                          <p:attrName>style.visibility</p:attrName>
                                        </p:attrNameLst>
                                      </p:cBhvr>
                                      <p:to>
                                        <p:strVal val="visible"/>
                                      </p:to>
                                    </p:set>
                                    <p:animEffect transition="in" filter="dissolve">
                                      <p:cBhvr>
                                        <p:cTn id="7" dur="500"/>
                                        <p:tgtEl>
                                          <p:spTgt spid="870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7054"/>
                                        </p:tgtEl>
                                        <p:attrNameLst>
                                          <p:attrName>style.visibility</p:attrName>
                                        </p:attrNameLst>
                                      </p:cBhvr>
                                      <p:to>
                                        <p:strVal val="visible"/>
                                      </p:to>
                                    </p:set>
                                    <p:animEffect transition="in" filter="blinds(horizontal)">
                                      <p:cBhvr>
                                        <p:cTn id="12" dur="500"/>
                                        <p:tgtEl>
                                          <p:spTgt spid="87054"/>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87057"/>
                                        </p:tgtEl>
                                        <p:attrNameLst>
                                          <p:attrName>style.visibility</p:attrName>
                                        </p:attrNameLst>
                                      </p:cBhvr>
                                      <p:to>
                                        <p:strVal val="visible"/>
                                      </p:to>
                                    </p:set>
                                    <p:animEffect transition="in" filter="blinds(horizontal)">
                                      <p:cBhvr>
                                        <p:cTn id="15" dur="500"/>
                                        <p:tgtEl>
                                          <p:spTgt spid="8705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87044"/>
                                        </p:tgtEl>
                                        <p:attrNameLst>
                                          <p:attrName>style.visibility</p:attrName>
                                        </p:attrNameLst>
                                      </p:cBhvr>
                                      <p:to>
                                        <p:strVal val="visible"/>
                                      </p:to>
                                    </p:set>
                                    <p:animEffect transition="in" filter="blinds(horizontal)">
                                      <p:cBhvr>
                                        <p:cTn id="20" dur="500"/>
                                        <p:tgtEl>
                                          <p:spTgt spid="87044"/>
                                        </p:tgtEl>
                                      </p:cBhvr>
                                    </p:animEffect>
                                  </p:childTnLst>
                                </p:cTn>
                              </p:par>
                              <p:par>
                                <p:cTn id="21" presetID="3" presetClass="entr" presetSubtype="10" fill="hold" nodeType="withEffect">
                                  <p:stCondLst>
                                    <p:cond delay="0"/>
                                  </p:stCondLst>
                                  <p:childTnLst>
                                    <p:set>
                                      <p:cBhvr>
                                        <p:cTn id="22" dur="1" fill="hold">
                                          <p:stCondLst>
                                            <p:cond delay="0"/>
                                          </p:stCondLst>
                                        </p:cTn>
                                        <p:tgtEl>
                                          <p:spTgt spid="87045"/>
                                        </p:tgtEl>
                                        <p:attrNameLst>
                                          <p:attrName>style.visibility</p:attrName>
                                        </p:attrNameLst>
                                      </p:cBhvr>
                                      <p:to>
                                        <p:strVal val="visible"/>
                                      </p:to>
                                    </p:set>
                                    <p:animEffect transition="in" filter="blinds(horizontal)">
                                      <p:cBhvr>
                                        <p:cTn id="23" dur="500"/>
                                        <p:tgtEl>
                                          <p:spTgt spid="87045"/>
                                        </p:tgtEl>
                                      </p:cBhvr>
                                    </p:animEffect>
                                  </p:childTnLst>
                                </p:cTn>
                              </p:par>
                              <p:par>
                                <p:cTn id="24" presetID="3" presetClass="entr" presetSubtype="10" fill="hold" nodeType="withEffect">
                                  <p:stCondLst>
                                    <p:cond delay="0"/>
                                  </p:stCondLst>
                                  <p:childTnLst>
                                    <p:set>
                                      <p:cBhvr>
                                        <p:cTn id="25" dur="1" fill="hold">
                                          <p:stCondLst>
                                            <p:cond delay="0"/>
                                          </p:stCondLst>
                                        </p:cTn>
                                        <p:tgtEl>
                                          <p:spTgt spid="87058"/>
                                        </p:tgtEl>
                                        <p:attrNameLst>
                                          <p:attrName>style.visibility</p:attrName>
                                        </p:attrNameLst>
                                      </p:cBhvr>
                                      <p:to>
                                        <p:strVal val="visible"/>
                                      </p:to>
                                    </p:set>
                                    <p:animEffect transition="in" filter="blinds(horizontal)">
                                      <p:cBhvr>
                                        <p:cTn id="26" dur="500"/>
                                        <p:tgtEl>
                                          <p:spTgt spid="87058"/>
                                        </p:tgtEl>
                                      </p:cBhvr>
                                    </p:animEffect>
                                  </p:childTnLst>
                                </p:cTn>
                              </p:par>
                            </p:childTnLst>
                          </p:cTn>
                        </p:par>
                        <p:par>
                          <p:cTn id="27" fill="hold" nodeType="afterGroup">
                            <p:stCondLst>
                              <p:cond delay="500"/>
                            </p:stCondLst>
                            <p:childTnLst>
                              <p:par>
                                <p:cTn id="28" presetID="6" presetClass="emph" presetSubtype="0" repeatCount="indefinite" fill="hold" nodeType="afterEffect">
                                  <p:stCondLst>
                                    <p:cond delay="0"/>
                                  </p:stCondLst>
                                  <p:childTnLst>
                                    <p:animScale>
                                      <p:cBhvr>
                                        <p:cTn id="29" dur="1000" fill="hold"/>
                                        <p:tgtEl>
                                          <p:spTgt spid="87058"/>
                                        </p:tgtEl>
                                      </p:cBhvr>
                                      <p:by x="120000" y="12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4" grpId="0"/>
      <p:bldP spid="87057"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Number Placeholder 5">
            <a:extLst>
              <a:ext uri="{FF2B5EF4-FFF2-40B4-BE49-F238E27FC236}">
                <a16:creationId xmlns:a16="http://schemas.microsoft.com/office/drawing/2014/main" id="{7A9C7529-5506-E769-4251-DDD7AFB8A82F}"/>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C3016F05-A518-467C-B80A-C7306CA899AD}" type="slidenum">
              <a:rPr lang="en-US" altLang="vi-VN" sz="1000">
                <a:latin typeface="Verdana" panose="020B0604030504040204" pitchFamily="34" charset="0"/>
              </a:rPr>
              <a:pPr algn="r" eaLnBrk="1" hangingPunct="1">
                <a:spcBef>
                  <a:spcPct val="0"/>
                </a:spcBef>
                <a:buFontTx/>
                <a:buNone/>
              </a:pPr>
              <a:t>93</a:t>
            </a:fld>
            <a:endParaRPr lang="en-US" altLang="vi-VN" sz="1000">
              <a:latin typeface="Verdana" panose="020B0604030504040204" pitchFamily="34" charset="0"/>
            </a:endParaRPr>
          </a:p>
        </p:txBody>
      </p:sp>
      <p:sp>
        <p:nvSpPr>
          <p:cNvPr id="110595" name="Rectangle 2">
            <a:extLst>
              <a:ext uri="{FF2B5EF4-FFF2-40B4-BE49-F238E27FC236}">
                <a16:creationId xmlns:a16="http://schemas.microsoft.com/office/drawing/2014/main" id="{E22BD8F3-64B1-3689-96D7-5C3E21CE7BE8}"/>
              </a:ext>
            </a:extLst>
          </p:cNvPr>
          <p:cNvSpPr>
            <a:spLocks noGrp="1" noChangeArrowheads="1"/>
          </p:cNvSpPr>
          <p:nvPr>
            <p:ph type="title" idx="4294967295"/>
          </p:nvPr>
        </p:nvSpPr>
        <p:spPr>
          <a:xfrm>
            <a:off x="0" y="0"/>
            <a:ext cx="9144000" cy="685800"/>
          </a:xfrm>
        </p:spPr>
        <p:txBody>
          <a:bodyPr anchor="b"/>
          <a:lstStyle/>
          <a:p>
            <a:pPr eaLnBrk="1" hangingPunct="1"/>
            <a:r>
              <a:rPr lang="en-US" altLang="vi-VN" sz="2800" b="1">
                <a:solidFill>
                  <a:srgbClr val="FF0000"/>
                </a:solidFill>
                <a:latin typeface="Times New Roman" panose="02020603050405020304" pitchFamily="18" charset="0"/>
              </a:rPr>
              <a:t>CHƯƠNG VI</a:t>
            </a:r>
          </a:p>
        </p:txBody>
      </p:sp>
      <p:sp>
        <p:nvSpPr>
          <p:cNvPr id="391171" name="Rectangle 3">
            <a:extLst>
              <a:ext uri="{FF2B5EF4-FFF2-40B4-BE49-F238E27FC236}">
                <a16:creationId xmlns:a16="http://schemas.microsoft.com/office/drawing/2014/main" id="{7870AAAB-5910-7D87-2D2B-D1F43C5F6D61}"/>
              </a:ext>
            </a:extLst>
          </p:cNvPr>
          <p:cNvSpPr>
            <a:spLocks noGrp="1" noChangeArrowheads="1"/>
          </p:cNvSpPr>
          <p:nvPr>
            <p:ph type="body" idx="4294967295"/>
          </p:nvPr>
        </p:nvSpPr>
        <p:spPr>
          <a:xfrm>
            <a:off x="304800" y="2362200"/>
            <a:ext cx="8382000" cy="3768725"/>
          </a:xfrm>
        </p:spPr>
        <p:txBody>
          <a:bodyPr/>
          <a:lstStyle/>
          <a:p>
            <a:pPr marL="231775" indent="-231775" algn="ctr" eaLnBrk="1" hangingPunct="1">
              <a:buFont typeface="Wingdings" panose="05000000000000000000" pitchFamily="2" charset="2"/>
              <a:buNone/>
            </a:pPr>
            <a:r>
              <a:rPr lang="en-US" altLang="vi-VN" b="1">
                <a:solidFill>
                  <a:srgbClr val="FF0000"/>
                </a:solidFill>
                <a:latin typeface="Times New Roman" panose="02020603050405020304" pitchFamily="18" charset="0"/>
              </a:rPr>
              <a:t> ĐỊNH DẠNG VÀ IN ẤN TRONG EXCEL</a:t>
            </a:r>
          </a:p>
          <a:p>
            <a:pPr marL="231775" indent="-231775" eaLnBrk="1" hangingPunct="1">
              <a:buFont typeface="Wingdings" panose="05000000000000000000" pitchFamily="2" charset="2"/>
              <a:buNone/>
            </a:pPr>
            <a:r>
              <a:rPr lang="en-US" altLang="vi-VN" b="1">
                <a:solidFill>
                  <a:srgbClr val="FF0000"/>
                </a:solidFill>
                <a:latin typeface="Times New Roman" panose="02020603050405020304" pitchFamily="18" charset="0"/>
              </a:rPr>
              <a:t>1. XEM TRƯỚC KHI IN</a:t>
            </a:r>
          </a:p>
          <a:p>
            <a:pPr marL="231775" indent="-231775" algn="just" eaLnBrk="1" hangingPunct="1"/>
            <a:r>
              <a:rPr lang="en-US" altLang="vi-VN" sz="2800" b="1">
                <a:latin typeface="Times New Roman" panose="02020603050405020304" pitchFamily="18" charset="0"/>
              </a:rPr>
              <a:t>File - Print Preview (hoặc kích chuột vào nút Print Preview trên thanh công cụ Standard).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391171">
                                            <p:txEl>
                                              <p:pRg st="0" end="0"/>
                                            </p:txEl>
                                          </p:spTgt>
                                        </p:tgtEl>
                                        <p:attrNameLst>
                                          <p:attrName>style.visibility</p:attrName>
                                        </p:attrNameLst>
                                      </p:cBhvr>
                                      <p:to>
                                        <p:strVal val="visible"/>
                                      </p:to>
                                    </p:set>
                                    <p:animEffect transition="in" filter="wheel(4)">
                                      <p:cBhvr>
                                        <p:cTn id="7" dur="2000"/>
                                        <p:tgtEl>
                                          <p:spTgt spid="3911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1" presetClass="entr" presetSubtype="0" fill="hold" nodeType="clickEffect">
                                  <p:stCondLst>
                                    <p:cond delay="0"/>
                                  </p:stCondLst>
                                  <p:iterate type="lt">
                                    <p:tmPct val="10000"/>
                                  </p:iterate>
                                  <p:childTnLst>
                                    <p:set>
                                      <p:cBhvr>
                                        <p:cTn id="11" dur="1" fill="hold">
                                          <p:stCondLst>
                                            <p:cond delay="0"/>
                                          </p:stCondLst>
                                        </p:cTn>
                                        <p:tgtEl>
                                          <p:spTgt spid="391171">
                                            <p:txEl>
                                              <p:pRg st="1" end="1"/>
                                            </p:txEl>
                                          </p:spTgt>
                                        </p:tgtEl>
                                        <p:attrNameLst>
                                          <p:attrName>style.visibility</p:attrName>
                                        </p:attrNameLst>
                                      </p:cBhvr>
                                      <p:to>
                                        <p:strVal val="visible"/>
                                      </p:to>
                                    </p:set>
                                    <p:anim calcmode="lin" valueType="num">
                                      <p:cBhvr>
                                        <p:cTn id="12" dur="500" fill="hold"/>
                                        <p:tgtEl>
                                          <p:spTgt spid="391171">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13" dur="500" fill="hold"/>
                                        <p:tgtEl>
                                          <p:spTgt spid="391171">
                                            <p:txEl>
                                              <p:pRg st="1" end="1"/>
                                            </p:txEl>
                                          </p:spTgt>
                                        </p:tgtEl>
                                        <p:attrNameLst>
                                          <p:attrName>ppt_y</p:attrName>
                                        </p:attrNameLst>
                                      </p:cBhvr>
                                      <p:tavLst>
                                        <p:tav tm="0">
                                          <p:val>
                                            <p:strVal val="#ppt_y"/>
                                          </p:val>
                                        </p:tav>
                                        <p:tav tm="100000">
                                          <p:val>
                                            <p:strVal val="#ppt_y"/>
                                          </p:val>
                                        </p:tav>
                                      </p:tavLst>
                                    </p:anim>
                                    <p:anim calcmode="lin" valueType="num">
                                      <p:cBhvr>
                                        <p:cTn id="14" dur="500" fill="hold"/>
                                        <p:tgtEl>
                                          <p:spTgt spid="391171">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5" dur="500" fill="hold"/>
                                        <p:tgtEl>
                                          <p:spTgt spid="391171">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6" dur="500" tmFilter="0,0; .5, 1; 1, 1"/>
                                        <p:tgtEl>
                                          <p:spTgt spid="391171">
                                            <p:txEl>
                                              <p:pRg st="1" end="1"/>
                                            </p:txEl>
                                          </p:spTgt>
                                        </p:tgtEl>
                                      </p:cBhvr>
                                    </p:animEffect>
                                  </p:childTnLst>
                                </p:cTn>
                              </p:par>
                              <p:par>
                                <p:cTn id="17" presetID="41" presetClass="entr" presetSubtype="0" fill="hold" nodeType="withEffect">
                                  <p:stCondLst>
                                    <p:cond delay="0"/>
                                  </p:stCondLst>
                                  <p:iterate type="lt">
                                    <p:tmPct val="10000"/>
                                  </p:iterate>
                                  <p:childTnLst>
                                    <p:set>
                                      <p:cBhvr>
                                        <p:cTn id="18" dur="1" fill="hold">
                                          <p:stCondLst>
                                            <p:cond delay="0"/>
                                          </p:stCondLst>
                                        </p:cTn>
                                        <p:tgtEl>
                                          <p:spTgt spid="391171">
                                            <p:txEl>
                                              <p:pRg st="2" end="2"/>
                                            </p:txEl>
                                          </p:spTgt>
                                        </p:tgtEl>
                                        <p:attrNameLst>
                                          <p:attrName>style.visibility</p:attrName>
                                        </p:attrNameLst>
                                      </p:cBhvr>
                                      <p:to>
                                        <p:strVal val="visible"/>
                                      </p:to>
                                    </p:set>
                                    <p:anim calcmode="lin" valueType="num">
                                      <p:cBhvr>
                                        <p:cTn id="19" dur="500" fill="hold"/>
                                        <p:tgtEl>
                                          <p:spTgt spid="391171">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20" dur="500" fill="hold"/>
                                        <p:tgtEl>
                                          <p:spTgt spid="391171">
                                            <p:txEl>
                                              <p:pRg st="2" end="2"/>
                                            </p:txEl>
                                          </p:spTgt>
                                        </p:tgtEl>
                                        <p:attrNameLst>
                                          <p:attrName>ppt_y</p:attrName>
                                        </p:attrNameLst>
                                      </p:cBhvr>
                                      <p:tavLst>
                                        <p:tav tm="0">
                                          <p:val>
                                            <p:strVal val="#ppt_y"/>
                                          </p:val>
                                        </p:tav>
                                        <p:tav tm="100000">
                                          <p:val>
                                            <p:strVal val="#ppt_y"/>
                                          </p:val>
                                        </p:tav>
                                      </p:tavLst>
                                    </p:anim>
                                    <p:anim calcmode="lin" valueType="num">
                                      <p:cBhvr>
                                        <p:cTn id="21" dur="500" fill="hold"/>
                                        <p:tgtEl>
                                          <p:spTgt spid="391171">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2" dur="500" fill="hold"/>
                                        <p:tgtEl>
                                          <p:spTgt spid="391171">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3" dur="500" tmFilter="0,0; .5, 1; 1, 1"/>
                                        <p:tgtEl>
                                          <p:spTgt spid="39117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Number Placeholder 5">
            <a:extLst>
              <a:ext uri="{FF2B5EF4-FFF2-40B4-BE49-F238E27FC236}">
                <a16:creationId xmlns:a16="http://schemas.microsoft.com/office/drawing/2014/main" id="{B5D7831C-DC41-5011-B754-41FC27D2D482}"/>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534A9667-4A56-4A9C-84C1-69CBD9FBD9A0}" type="slidenum">
              <a:rPr lang="en-US" altLang="vi-VN" sz="1000">
                <a:latin typeface="Verdana" panose="020B0604030504040204" pitchFamily="34" charset="0"/>
              </a:rPr>
              <a:pPr algn="r" eaLnBrk="1" hangingPunct="1">
                <a:spcBef>
                  <a:spcPct val="0"/>
                </a:spcBef>
                <a:buFontTx/>
                <a:buNone/>
              </a:pPr>
              <a:t>94</a:t>
            </a:fld>
            <a:endParaRPr lang="en-US" altLang="vi-VN" sz="1000">
              <a:latin typeface="Verdana" panose="020B0604030504040204" pitchFamily="34" charset="0"/>
            </a:endParaRPr>
          </a:p>
        </p:txBody>
      </p:sp>
      <p:sp>
        <p:nvSpPr>
          <p:cNvPr id="111619" name="Rectangle 2">
            <a:extLst>
              <a:ext uri="{FF2B5EF4-FFF2-40B4-BE49-F238E27FC236}">
                <a16:creationId xmlns:a16="http://schemas.microsoft.com/office/drawing/2014/main" id="{0EE781AD-3102-2638-B3B3-D96486EC7FA9}"/>
              </a:ext>
            </a:extLst>
          </p:cNvPr>
          <p:cNvSpPr>
            <a:spLocks noGrp="1" noChangeArrowheads="1"/>
          </p:cNvSpPr>
          <p:nvPr>
            <p:ph type="title" idx="4294967295"/>
          </p:nvPr>
        </p:nvSpPr>
        <p:spPr/>
        <p:txBody>
          <a:bodyPr anchor="b"/>
          <a:lstStyle/>
          <a:p>
            <a:pPr eaLnBrk="1" hangingPunct="1"/>
            <a:endParaRPr lang="vi-VN" altLang="vi-VN"/>
          </a:p>
        </p:txBody>
      </p:sp>
      <mc:AlternateContent xmlns:mc="http://schemas.openxmlformats.org/markup-compatibility/2006">
        <mc:Choice xmlns:p14="http://schemas.microsoft.com/office/powerpoint/2010/main" Requires="p14">
          <p:contentPart p14:bwMode="auto" r:id="rId2">
            <p14:nvContentPartPr>
              <p14:cNvPr id="392197" name="Ink 5">
                <a:extLst>
                  <a:ext uri="{FF2B5EF4-FFF2-40B4-BE49-F238E27FC236}">
                    <a16:creationId xmlns:a16="http://schemas.microsoft.com/office/drawing/2014/main" id="{93007DB0-AC10-89C5-7E4F-0C4ECB8FD82D}"/>
                  </a:ext>
                </a:extLst>
              </p14:cNvPr>
              <p14:cNvContentPartPr>
                <a14:cpLocks xmlns:a14="http://schemas.microsoft.com/office/drawing/2010/main" noRot="1" noChangeAspect="1" noEditPoints="1" noChangeArrowheads="1" noChangeShapeType="1"/>
              </p14:cNvContentPartPr>
              <p14:nvPr/>
            </p14:nvContentPartPr>
            <p14:xfrm>
              <a:off x="2286000" y="1395413"/>
              <a:ext cx="400050" cy="182562"/>
            </p14:xfrm>
          </p:contentPart>
        </mc:Choice>
        <mc:Fallback>
          <p:pic>
            <p:nvPicPr>
              <p:cNvPr id="392197" name="Ink 5">
                <a:extLst>
                  <a:ext uri="{FF2B5EF4-FFF2-40B4-BE49-F238E27FC236}">
                    <a16:creationId xmlns:a16="http://schemas.microsoft.com/office/drawing/2014/main" id="{93007DB0-AC10-89C5-7E4F-0C4ECB8FD82D}"/>
                  </a:ext>
                </a:extLst>
              </p:cNvPr>
              <p:cNvPicPr>
                <a:picLocks noRot="1" noChangeAspect="1" noEditPoints="1" noChangeArrowheads="1" noChangeShapeType="1"/>
              </p:cNvPicPr>
              <p:nvPr/>
            </p:nvPicPr>
            <p:blipFill>
              <a:blip r:embed="rId3"/>
              <a:stretch>
                <a:fillRect/>
              </a:stretch>
            </p:blipFill>
            <p:spPr>
              <a:xfrm>
                <a:off x="2268356" y="1377769"/>
                <a:ext cx="434618" cy="21713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92198" name="Ink 6">
                <a:extLst>
                  <a:ext uri="{FF2B5EF4-FFF2-40B4-BE49-F238E27FC236}">
                    <a16:creationId xmlns:a16="http://schemas.microsoft.com/office/drawing/2014/main" id="{A8D8DB2D-86A3-D04D-007E-165E5143DF74}"/>
                  </a:ext>
                </a:extLst>
              </p14:cNvPr>
              <p14:cNvContentPartPr>
                <a14:cpLocks xmlns:a14="http://schemas.microsoft.com/office/drawing/2010/main" noRot="1" noChangeAspect="1" noEditPoints="1" noChangeArrowheads="1" noChangeShapeType="1"/>
              </p14:cNvContentPartPr>
              <p14:nvPr/>
            </p14:nvContentPartPr>
            <p14:xfrm>
              <a:off x="914400" y="1531938"/>
              <a:ext cx="103188" cy="22225"/>
            </p14:xfrm>
          </p:contentPart>
        </mc:Choice>
        <mc:Fallback>
          <p:pic>
            <p:nvPicPr>
              <p:cNvPr id="392198" name="Ink 6">
                <a:extLst>
                  <a:ext uri="{FF2B5EF4-FFF2-40B4-BE49-F238E27FC236}">
                    <a16:creationId xmlns:a16="http://schemas.microsoft.com/office/drawing/2014/main" id="{A8D8DB2D-86A3-D04D-007E-165E5143DF74}"/>
                  </a:ext>
                </a:extLst>
              </p:cNvPr>
              <p:cNvPicPr>
                <a:picLocks noRot="1" noChangeAspect="1" noEditPoints="1" noChangeArrowheads="1" noChangeShapeType="1"/>
              </p:cNvPicPr>
              <p:nvPr/>
            </p:nvPicPr>
            <p:blipFill>
              <a:blip r:embed="rId5"/>
              <a:stretch>
                <a:fillRect/>
              </a:stretch>
            </p:blipFill>
            <p:spPr>
              <a:xfrm>
                <a:off x="896783" y="1514373"/>
                <a:ext cx="137704" cy="56638"/>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392199" name="Ink 7">
                <a:extLst>
                  <a:ext uri="{FF2B5EF4-FFF2-40B4-BE49-F238E27FC236}">
                    <a16:creationId xmlns:a16="http://schemas.microsoft.com/office/drawing/2014/main" id="{8C831557-7705-E8DA-C179-1092B7B509DD}"/>
                  </a:ext>
                </a:extLst>
              </p14:cNvPr>
              <p14:cNvContentPartPr>
                <a14:cpLocks xmlns:a14="http://schemas.microsoft.com/office/drawing/2010/main" noRot="1" noChangeAspect="1" noEditPoints="1" noChangeArrowheads="1" noChangeShapeType="1"/>
              </p14:cNvContentPartPr>
              <p14:nvPr/>
            </p14:nvContentPartPr>
            <p14:xfrm>
              <a:off x="4000500" y="1485900"/>
              <a:ext cx="309563" cy="377825"/>
            </p14:xfrm>
          </p:contentPart>
        </mc:Choice>
        <mc:Fallback>
          <p:pic>
            <p:nvPicPr>
              <p:cNvPr id="392199" name="Ink 7">
                <a:extLst>
                  <a:ext uri="{FF2B5EF4-FFF2-40B4-BE49-F238E27FC236}">
                    <a16:creationId xmlns:a16="http://schemas.microsoft.com/office/drawing/2014/main" id="{8C831557-7705-E8DA-C179-1092B7B509DD}"/>
                  </a:ext>
                </a:extLst>
              </p:cNvPr>
              <p:cNvPicPr>
                <a:picLocks noRot="1" noChangeAspect="1" noEditPoints="1" noChangeArrowheads="1" noChangeShapeType="1"/>
              </p:cNvPicPr>
              <p:nvPr/>
            </p:nvPicPr>
            <p:blipFill>
              <a:blip r:embed="rId7"/>
              <a:stretch>
                <a:fillRect/>
              </a:stretch>
            </p:blipFill>
            <p:spPr>
              <a:xfrm>
                <a:off x="3982862" y="1468251"/>
                <a:ext cx="344119" cy="412402"/>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392200" name="Ink 8">
                <a:extLst>
                  <a:ext uri="{FF2B5EF4-FFF2-40B4-BE49-F238E27FC236}">
                    <a16:creationId xmlns:a16="http://schemas.microsoft.com/office/drawing/2014/main" id="{F869867E-4C1F-CFBC-58C4-B2BBC60D61DD}"/>
                  </a:ext>
                </a:extLst>
              </p14:cNvPr>
              <p14:cNvContentPartPr>
                <a14:cpLocks xmlns:a14="http://schemas.microsoft.com/office/drawing/2010/main" noRot="1" noChangeAspect="1" noEditPoints="1" noChangeArrowheads="1" noChangeShapeType="1"/>
              </p14:cNvContentPartPr>
              <p14:nvPr/>
            </p14:nvContentPartPr>
            <p14:xfrm>
              <a:off x="3406775" y="2000250"/>
              <a:ext cx="1588" cy="1588"/>
            </p14:xfrm>
          </p:contentPart>
        </mc:Choice>
        <mc:Fallback>
          <p:pic>
            <p:nvPicPr>
              <p:cNvPr id="392200" name="Ink 8">
                <a:extLst>
                  <a:ext uri="{FF2B5EF4-FFF2-40B4-BE49-F238E27FC236}">
                    <a16:creationId xmlns:a16="http://schemas.microsoft.com/office/drawing/2014/main" id="{F869867E-4C1F-CFBC-58C4-B2BBC60D61DD}"/>
                  </a:ext>
                </a:extLst>
              </p:cNvPr>
              <p:cNvPicPr>
                <a:picLocks noRot="1" noChangeAspect="1" noEditPoints="1" noChangeArrowheads="1" noChangeShapeType="1"/>
              </p:cNvPicPr>
              <p:nvPr/>
            </p:nvPicPr>
            <p:blipFill>
              <a:blip r:embed="rId9"/>
              <a:stretch>
                <a:fillRect/>
              </a:stretch>
            </p:blipFill>
            <p:spPr>
              <a:xfrm>
                <a:off x="3328963" y="1922438"/>
                <a:ext cx="154036" cy="154036"/>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392201" name="Ink 9">
                <a:extLst>
                  <a:ext uri="{FF2B5EF4-FFF2-40B4-BE49-F238E27FC236}">
                    <a16:creationId xmlns:a16="http://schemas.microsoft.com/office/drawing/2014/main" id="{54293806-5453-BCBE-155C-88A5997C8C59}"/>
                  </a:ext>
                </a:extLst>
              </p14:cNvPr>
              <p14:cNvContentPartPr>
                <a14:cpLocks xmlns:a14="http://schemas.microsoft.com/office/drawing/2010/main" noRot="1" noChangeAspect="1" noEditPoints="1" noChangeArrowheads="1" noChangeShapeType="1"/>
              </p14:cNvContentPartPr>
              <p14:nvPr/>
            </p14:nvContentPartPr>
            <p14:xfrm>
              <a:off x="6469063" y="2022475"/>
              <a:ext cx="12700" cy="1588"/>
            </p14:xfrm>
          </p:contentPart>
        </mc:Choice>
        <mc:Fallback>
          <p:pic>
            <p:nvPicPr>
              <p:cNvPr id="392201" name="Ink 9">
                <a:extLst>
                  <a:ext uri="{FF2B5EF4-FFF2-40B4-BE49-F238E27FC236}">
                    <a16:creationId xmlns:a16="http://schemas.microsoft.com/office/drawing/2014/main" id="{54293806-5453-BCBE-155C-88A5997C8C59}"/>
                  </a:ext>
                </a:extLst>
              </p:cNvPr>
              <p:cNvPicPr>
                <a:picLocks noRot="1" noChangeAspect="1" noEditPoints="1" noChangeArrowheads="1" noChangeShapeType="1"/>
              </p:cNvPicPr>
              <p:nvPr/>
            </p:nvPicPr>
            <p:blipFill>
              <a:blip r:embed="rId11"/>
              <a:stretch>
                <a:fillRect/>
              </a:stretch>
            </p:blipFill>
            <p:spPr>
              <a:xfrm>
                <a:off x="6451283" y="1944663"/>
                <a:ext cx="47534" cy="154036"/>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392202" name="Ink 10">
                <a:extLst>
                  <a:ext uri="{FF2B5EF4-FFF2-40B4-BE49-F238E27FC236}">
                    <a16:creationId xmlns:a16="http://schemas.microsoft.com/office/drawing/2014/main" id="{86AC0B74-9985-7650-2DC1-38BFEB8EBC88}"/>
                  </a:ext>
                </a:extLst>
              </p14:cNvPr>
              <p14:cNvContentPartPr>
                <a14:cpLocks xmlns:a14="http://schemas.microsoft.com/office/drawing/2010/main" noRot="1" noChangeAspect="1" noEditPoints="1" noChangeArrowheads="1" noChangeShapeType="1"/>
              </p14:cNvContentPartPr>
              <p14:nvPr/>
            </p14:nvContentPartPr>
            <p14:xfrm>
              <a:off x="6961188" y="4275138"/>
              <a:ext cx="1587" cy="1587"/>
            </p14:xfrm>
          </p:contentPart>
        </mc:Choice>
        <mc:Fallback>
          <p:pic>
            <p:nvPicPr>
              <p:cNvPr id="392202" name="Ink 10">
                <a:extLst>
                  <a:ext uri="{FF2B5EF4-FFF2-40B4-BE49-F238E27FC236}">
                    <a16:creationId xmlns:a16="http://schemas.microsoft.com/office/drawing/2014/main" id="{86AC0B74-9985-7650-2DC1-38BFEB8EBC88}"/>
                  </a:ext>
                </a:extLst>
              </p:cNvPr>
              <p:cNvPicPr>
                <a:picLocks noRot="1" noChangeAspect="1" noEditPoints="1" noChangeArrowheads="1" noChangeShapeType="1"/>
              </p:cNvPicPr>
              <p:nvPr/>
            </p:nvPicPr>
            <p:blipFill>
              <a:blip r:embed="rId9"/>
              <a:stretch>
                <a:fillRect/>
              </a:stretch>
            </p:blipFill>
            <p:spPr>
              <a:xfrm>
                <a:off x="6883425" y="4197375"/>
                <a:ext cx="153939" cy="153939"/>
              </a:xfrm>
              <a:prstGeom prst="rect">
                <a:avLst/>
              </a:prstGeom>
            </p:spPr>
          </p:pic>
        </mc:Fallback>
      </mc:AlternateContent>
      <p:pic>
        <p:nvPicPr>
          <p:cNvPr id="392204" name="Picture 12" descr="untitled">
            <a:extLst>
              <a:ext uri="{FF2B5EF4-FFF2-40B4-BE49-F238E27FC236}">
                <a16:creationId xmlns:a16="http://schemas.microsoft.com/office/drawing/2014/main" id="{BA873495-F1F6-217F-778D-C40D86DE35C0}"/>
              </a:ext>
            </a:extLst>
          </p:cNvPr>
          <p:cNvPicPr>
            <a:picLocks noChangeAspect="1" noChangeArrowheads="1"/>
          </p:cNvPicPr>
          <p:nvPr>
            <p:ph type="body" idx="4294967295"/>
          </p:nvPr>
        </p:nvPicPr>
        <p:blipFill>
          <a:blip r:embed="rId13">
            <a:extLst>
              <a:ext uri="{28A0092B-C50C-407E-A947-70E740481C1C}">
                <a14:useLocalDpi xmlns:a14="http://schemas.microsoft.com/office/drawing/2010/main" val="0"/>
              </a:ext>
            </a:extLst>
          </a:blip>
          <a:srcRect/>
          <a:stretch>
            <a:fillRect/>
          </a:stretch>
        </p:blipFill>
        <p:spPr>
          <a:xfrm>
            <a:off x="457200" y="914400"/>
            <a:ext cx="8229600" cy="5486400"/>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392204"/>
                                        </p:tgtEl>
                                        <p:attrNameLst>
                                          <p:attrName>style.visibility</p:attrName>
                                        </p:attrNameLst>
                                      </p:cBhvr>
                                      <p:to>
                                        <p:strVal val="visible"/>
                                      </p:to>
                                    </p:set>
                                    <p:animEffect transition="in" filter="wheel(4)">
                                      <p:cBhvr>
                                        <p:cTn id="7" dur="2000"/>
                                        <p:tgtEl>
                                          <p:spTgt spid="392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Number Placeholder 5">
            <a:extLst>
              <a:ext uri="{FF2B5EF4-FFF2-40B4-BE49-F238E27FC236}">
                <a16:creationId xmlns:a16="http://schemas.microsoft.com/office/drawing/2014/main" id="{883321AB-E366-9779-FEC0-348A8C50BD61}"/>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7A9DD00B-56AC-4EDF-9ABD-AEB77780E283}" type="slidenum">
              <a:rPr lang="en-US" altLang="vi-VN" sz="1000">
                <a:latin typeface="Verdana" panose="020B0604030504040204" pitchFamily="34" charset="0"/>
              </a:rPr>
              <a:pPr algn="r" eaLnBrk="1" hangingPunct="1">
                <a:spcBef>
                  <a:spcPct val="0"/>
                </a:spcBef>
                <a:buFontTx/>
                <a:buNone/>
              </a:pPr>
              <a:t>95</a:t>
            </a:fld>
            <a:endParaRPr lang="en-US" altLang="vi-VN" sz="1000">
              <a:latin typeface="Verdana" panose="020B0604030504040204" pitchFamily="34" charset="0"/>
            </a:endParaRPr>
          </a:p>
        </p:txBody>
      </p:sp>
      <p:sp>
        <p:nvSpPr>
          <p:cNvPr id="112643" name="Rectangle 2">
            <a:extLst>
              <a:ext uri="{FF2B5EF4-FFF2-40B4-BE49-F238E27FC236}">
                <a16:creationId xmlns:a16="http://schemas.microsoft.com/office/drawing/2014/main" id="{A0BCD261-58B8-613D-0700-C63D0D0B56DE}"/>
              </a:ext>
            </a:extLst>
          </p:cNvPr>
          <p:cNvSpPr>
            <a:spLocks noGrp="1" noChangeArrowheads="1"/>
          </p:cNvSpPr>
          <p:nvPr>
            <p:ph type="title" idx="4294967295"/>
          </p:nvPr>
        </p:nvSpPr>
        <p:spPr/>
        <p:txBody>
          <a:bodyPr anchor="b"/>
          <a:lstStyle/>
          <a:p>
            <a:pPr eaLnBrk="1" hangingPunct="1"/>
            <a:endParaRPr lang="vi-VN" altLang="vi-VN"/>
          </a:p>
        </p:txBody>
      </p:sp>
      <p:sp>
        <p:nvSpPr>
          <p:cNvPr id="112644" name="Rectangle 3">
            <a:extLst>
              <a:ext uri="{FF2B5EF4-FFF2-40B4-BE49-F238E27FC236}">
                <a16:creationId xmlns:a16="http://schemas.microsoft.com/office/drawing/2014/main" id="{C59DB2B2-75AA-9595-0664-509059545B55}"/>
              </a:ext>
            </a:extLst>
          </p:cNvPr>
          <p:cNvSpPr>
            <a:spLocks noGrp="1" noChangeArrowheads="1"/>
          </p:cNvSpPr>
          <p:nvPr>
            <p:ph type="body" idx="4294967295"/>
          </p:nvPr>
        </p:nvSpPr>
        <p:spPr>
          <a:xfrm>
            <a:off x="241300" y="977900"/>
            <a:ext cx="8991600" cy="5257800"/>
          </a:xfrm>
        </p:spPr>
        <p:txBody>
          <a:bodyPr/>
          <a:lstStyle/>
          <a:p>
            <a:pPr marL="0" indent="0" algn="just" eaLnBrk="1" hangingPunct="1">
              <a:lnSpc>
                <a:spcPct val="90000"/>
              </a:lnSpc>
              <a:buFont typeface="Wingdings" panose="05000000000000000000" pitchFamily="2" charset="2"/>
              <a:buNone/>
            </a:pPr>
            <a:r>
              <a:rPr lang="en-US" altLang="vi-VN" sz="2800" b="1" u="sng">
                <a:solidFill>
                  <a:srgbClr val="0000FF"/>
                </a:solidFill>
                <a:latin typeface="Times New Roman" panose="02020603050405020304" pitchFamily="18" charset="0"/>
              </a:rPr>
              <a:t>Ý nghĩa các nút</a:t>
            </a:r>
            <a:r>
              <a:rPr lang="en-US" altLang="vi-VN" sz="2800" b="1">
                <a:solidFill>
                  <a:srgbClr val="0000FF"/>
                </a:solidFill>
                <a:latin typeface="Times New Roman" panose="02020603050405020304" pitchFamily="18" charset="0"/>
              </a:rPr>
              <a:t>:</a:t>
            </a:r>
            <a:endParaRPr lang="en-US" altLang="vi-VN" sz="2800">
              <a:solidFill>
                <a:srgbClr val="0000FF"/>
              </a:solidFill>
              <a:latin typeface="Times New Roman" panose="02020603050405020304" pitchFamily="18" charset="0"/>
            </a:endParaRPr>
          </a:p>
          <a:p>
            <a:pPr marL="0" indent="0" algn="just" eaLnBrk="1" hangingPunct="1">
              <a:lnSpc>
                <a:spcPct val="90000"/>
              </a:lnSpc>
              <a:buFont typeface="Wingdings" panose="05000000000000000000" pitchFamily="2" charset="2"/>
              <a:buNone/>
            </a:pPr>
            <a:r>
              <a:rPr lang="en-US" altLang="vi-VN" sz="2800" b="1">
                <a:latin typeface="Times New Roman" panose="02020603050405020304" pitchFamily="18" charset="0"/>
              </a:rPr>
              <a:t>Next:</a:t>
            </a:r>
            <a:r>
              <a:rPr lang="en-US" altLang="vi-VN" sz="2800">
                <a:latin typeface="Times New Roman" panose="02020603050405020304" pitchFamily="18" charset="0"/>
              </a:rPr>
              <a:t> Đến trang kế tiếp.</a:t>
            </a:r>
          </a:p>
          <a:p>
            <a:pPr marL="0" indent="0" algn="just" eaLnBrk="1" hangingPunct="1">
              <a:lnSpc>
                <a:spcPct val="90000"/>
              </a:lnSpc>
              <a:buFont typeface="Wingdings" panose="05000000000000000000" pitchFamily="2" charset="2"/>
              <a:buNone/>
            </a:pPr>
            <a:r>
              <a:rPr lang="en-US" altLang="vi-VN" sz="2800" b="1">
                <a:latin typeface="Times New Roman" panose="02020603050405020304" pitchFamily="18" charset="0"/>
              </a:rPr>
              <a:t>Previous</a:t>
            </a:r>
            <a:r>
              <a:rPr lang="en-US" altLang="vi-VN" sz="2800">
                <a:latin typeface="Times New Roman" panose="02020603050405020304" pitchFamily="18" charset="0"/>
              </a:rPr>
              <a:t>: Trở lại trang phía trước.</a:t>
            </a:r>
          </a:p>
          <a:p>
            <a:pPr marL="0" indent="0" algn="just" eaLnBrk="1" hangingPunct="1">
              <a:lnSpc>
                <a:spcPct val="90000"/>
              </a:lnSpc>
              <a:buFont typeface="Wingdings" panose="05000000000000000000" pitchFamily="2" charset="2"/>
              <a:buNone/>
            </a:pPr>
            <a:r>
              <a:rPr lang="en-US" altLang="vi-VN" sz="2800" b="1">
                <a:latin typeface="Times New Roman" panose="02020603050405020304" pitchFamily="18" charset="0"/>
              </a:rPr>
              <a:t>Zom</a:t>
            </a:r>
            <a:r>
              <a:rPr lang="en-US" altLang="vi-VN" sz="2800">
                <a:latin typeface="Times New Roman" panose="02020603050405020304" pitchFamily="18" charset="0"/>
              </a:rPr>
              <a:t>: Phóng to / thu nhỏ màn hình.</a:t>
            </a:r>
          </a:p>
          <a:p>
            <a:pPr marL="0" indent="0" algn="just" eaLnBrk="1" hangingPunct="1">
              <a:lnSpc>
                <a:spcPct val="90000"/>
              </a:lnSpc>
              <a:buFont typeface="Wingdings" panose="05000000000000000000" pitchFamily="2" charset="2"/>
              <a:buNone/>
            </a:pPr>
            <a:r>
              <a:rPr lang="en-US" altLang="vi-VN" sz="2800" b="1">
                <a:latin typeface="Times New Roman" panose="02020603050405020304" pitchFamily="18" charset="0"/>
              </a:rPr>
              <a:t>Print</a:t>
            </a:r>
            <a:r>
              <a:rPr lang="en-US" altLang="vi-VN" sz="2800">
                <a:latin typeface="Times New Roman" panose="02020603050405020304" pitchFamily="18" charset="0"/>
              </a:rPr>
              <a:t> : Mở hộp thoại Print để in.</a:t>
            </a:r>
          </a:p>
          <a:p>
            <a:pPr marL="0" indent="0" algn="just" eaLnBrk="1" hangingPunct="1">
              <a:lnSpc>
                <a:spcPct val="90000"/>
              </a:lnSpc>
              <a:buFont typeface="Wingdings" panose="05000000000000000000" pitchFamily="2" charset="2"/>
              <a:buNone/>
            </a:pPr>
            <a:r>
              <a:rPr lang="en-US" altLang="vi-VN" sz="2800" b="1">
                <a:latin typeface="Times New Roman" panose="02020603050405020304" pitchFamily="18" charset="0"/>
              </a:rPr>
              <a:t>Setup</a:t>
            </a:r>
            <a:r>
              <a:rPr lang="en-US" altLang="vi-VN" sz="2800">
                <a:latin typeface="Times New Roman" panose="02020603050405020304" pitchFamily="18" charset="0"/>
              </a:rPr>
              <a:t>: Mở hộp thoại Page Setup để định dạng </a:t>
            </a:r>
          </a:p>
          <a:p>
            <a:pPr marL="0" indent="0" algn="just" eaLnBrk="1" hangingPunct="1">
              <a:lnSpc>
                <a:spcPct val="90000"/>
              </a:lnSpc>
              <a:buFont typeface="Wingdings" panose="05000000000000000000" pitchFamily="2" charset="2"/>
              <a:buNone/>
            </a:pPr>
            <a:r>
              <a:rPr lang="en-US" altLang="vi-VN" sz="2800" b="1">
                <a:latin typeface="Times New Roman" panose="02020603050405020304" pitchFamily="18" charset="0"/>
              </a:rPr>
              <a:t>Margins</a:t>
            </a:r>
            <a:r>
              <a:rPr lang="en-US" altLang="vi-VN" sz="2800">
                <a:latin typeface="Times New Roman" panose="02020603050405020304" pitchFamily="18" charset="0"/>
              </a:rPr>
              <a:t>: Điều chỉnh các lề.</a:t>
            </a:r>
          </a:p>
          <a:p>
            <a:pPr marL="0" indent="0" algn="just" eaLnBrk="1" hangingPunct="1">
              <a:lnSpc>
                <a:spcPct val="90000"/>
              </a:lnSpc>
              <a:buFont typeface="Wingdings" panose="05000000000000000000" pitchFamily="2" charset="2"/>
              <a:buNone/>
            </a:pPr>
            <a:r>
              <a:rPr lang="en-US" altLang="vi-VN" sz="2800" b="1">
                <a:latin typeface="Times New Roman" panose="02020603050405020304" pitchFamily="18" charset="0"/>
              </a:rPr>
              <a:t>Page Break Preview</a:t>
            </a:r>
            <a:r>
              <a:rPr lang="en-US" altLang="vi-VN" sz="2800">
                <a:latin typeface="Times New Roman" panose="02020603050405020304" pitchFamily="18" charset="0"/>
              </a:rPr>
              <a:t>: Khi được chọn sẽ quay về bảng tính và chuyển qua chế độ màn hình Page Break Preview. Ở chế độ này sẽ có sẽ có nhựng đường kẻ tượng trưng chi vị trí ngắt trang kèm theo những dạng chữ mờ Page1, Page 2,…</a:t>
            </a:r>
          </a:p>
          <a:p>
            <a:pPr marL="0" indent="0" algn="just" eaLnBrk="1" hangingPunct="1">
              <a:lnSpc>
                <a:spcPct val="90000"/>
              </a:lnSpc>
              <a:buFont typeface="Wingdings" panose="05000000000000000000" pitchFamily="2" charset="2"/>
              <a:buNone/>
            </a:pPr>
            <a:r>
              <a:rPr lang="en-US" altLang="vi-VN" sz="2800">
                <a:latin typeface="Times New Roman" panose="02020603050405020304" pitchFamily="18" charset="0"/>
              </a:rPr>
              <a:t>Để quay về chế độ bình thường chọn lệnh View \ Normal.</a:t>
            </a:r>
          </a:p>
          <a:p>
            <a:pPr marL="0" indent="0" algn="just" eaLnBrk="1" hangingPunct="1">
              <a:lnSpc>
                <a:spcPct val="90000"/>
              </a:lnSpc>
              <a:buFont typeface="Wingdings" panose="05000000000000000000" pitchFamily="2" charset="2"/>
              <a:buNone/>
            </a:pPr>
            <a:r>
              <a:rPr lang="en-US" altLang="vi-VN" sz="2800" b="1">
                <a:latin typeface="Times New Roman" panose="02020603050405020304" pitchFamily="18" charset="0"/>
              </a:rPr>
              <a:t>Close:</a:t>
            </a:r>
            <a:r>
              <a:rPr lang="en-US" altLang="vi-VN" sz="2800">
                <a:latin typeface="Times New Roman" panose="02020603050405020304" pitchFamily="18" charset="0"/>
              </a:rPr>
              <a:t> Đóng màn hình Print Preview.</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Number Placeholder 5">
            <a:extLst>
              <a:ext uri="{FF2B5EF4-FFF2-40B4-BE49-F238E27FC236}">
                <a16:creationId xmlns:a16="http://schemas.microsoft.com/office/drawing/2014/main" id="{796F80BE-3648-6DBB-5541-2FFF3F050E1A}"/>
              </a:ext>
            </a:extLst>
          </p:cNvPr>
          <p:cNvSpPr txBox="1">
            <a:spLocks noGrp="1"/>
          </p:cNvSpPr>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lr>
                <a:schemeClr val="folHlink"/>
              </a:buClr>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FontTx/>
              <a:buNone/>
            </a:pPr>
            <a:fld id="{E3745773-AB8A-4DF7-9A0E-A131160C3739}" type="slidenum">
              <a:rPr lang="en-US" altLang="vi-VN" sz="1000">
                <a:latin typeface="Verdana" panose="020B0604030504040204" pitchFamily="34" charset="0"/>
              </a:rPr>
              <a:pPr algn="r" eaLnBrk="1" hangingPunct="1">
                <a:spcBef>
                  <a:spcPct val="0"/>
                </a:spcBef>
                <a:buFontTx/>
                <a:buNone/>
              </a:pPr>
              <a:t>96</a:t>
            </a:fld>
            <a:endParaRPr lang="en-US" altLang="vi-VN" sz="1000">
              <a:latin typeface="Verdana" panose="020B0604030504040204" pitchFamily="34" charset="0"/>
            </a:endParaRPr>
          </a:p>
        </p:txBody>
      </p:sp>
      <p:sp>
        <p:nvSpPr>
          <p:cNvPr id="113667" name="Rectangle 2">
            <a:extLst>
              <a:ext uri="{FF2B5EF4-FFF2-40B4-BE49-F238E27FC236}">
                <a16:creationId xmlns:a16="http://schemas.microsoft.com/office/drawing/2014/main" id="{78C63447-808B-FD73-6794-31FA1EF966BC}"/>
              </a:ext>
            </a:extLst>
          </p:cNvPr>
          <p:cNvSpPr>
            <a:spLocks noGrp="1" noChangeArrowheads="1"/>
          </p:cNvSpPr>
          <p:nvPr>
            <p:ph type="title" idx="4294967295"/>
          </p:nvPr>
        </p:nvSpPr>
        <p:spPr/>
        <p:txBody>
          <a:bodyPr anchor="b"/>
          <a:lstStyle/>
          <a:p>
            <a:pPr eaLnBrk="1" hangingPunct="1"/>
            <a:r>
              <a:rPr lang="en-US" altLang="vi-VN" b="1">
                <a:solidFill>
                  <a:srgbClr val="FF0000"/>
                </a:solidFill>
                <a:latin typeface="Times New Roman" panose="02020603050405020304" pitchFamily="18" charset="0"/>
              </a:rPr>
              <a:t>II. ĐỊNH DẠNG TRANG IN</a:t>
            </a:r>
          </a:p>
        </p:txBody>
      </p:sp>
      <p:pic>
        <p:nvPicPr>
          <p:cNvPr id="394244" name="Picture 4" descr="untitled1">
            <a:extLst>
              <a:ext uri="{FF2B5EF4-FFF2-40B4-BE49-F238E27FC236}">
                <a16:creationId xmlns:a16="http://schemas.microsoft.com/office/drawing/2014/main" id="{BFAEB54F-6242-8E5C-A10E-1DD401EDC869}"/>
              </a:ext>
            </a:extLst>
          </p:cNvPr>
          <p:cNvPicPr>
            <a:picLocks noChangeAspect="1" noChangeArrowheads="1"/>
          </p:cNvPicPr>
          <p:nvPr>
            <p:ph type="body" idx="4294967295"/>
          </p:nvPr>
        </p:nvPicPr>
        <p:blipFill>
          <a:blip r:embed="rId2">
            <a:extLst>
              <a:ext uri="{28A0092B-C50C-407E-A947-70E740481C1C}">
                <a14:useLocalDpi xmlns:a14="http://schemas.microsoft.com/office/drawing/2010/main" val="0"/>
              </a:ext>
            </a:extLst>
          </a:blip>
          <a:srcRect/>
          <a:stretch>
            <a:fillRect/>
          </a:stretch>
        </p:blipFill>
        <p:spPr>
          <a:xfrm>
            <a:off x="609600" y="1524000"/>
            <a:ext cx="8153400" cy="4953000"/>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nodeType="clickEffect">
                                  <p:stCondLst>
                                    <p:cond delay="0"/>
                                  </p:stCondLst>
                                  <p:childTnLst>
                                    <p:set>
                                      <p:cBhvr>
                                        <p:cTn id="6" dur="1" fill="hold">
                                          <p:stCondLst>
                                            <p:cond delay="0"/>
                                          </p:stCondLst>
                                        </p:cTn>
                                        <p:tgtEl>
                                          <p:spTgt spid="394244"/>
                                        </p:tgtEl>
                                        <p:attrNameLst>
                                          <p:attrName>style.visibility</p:attrName>
                                        </p:attrNameLst>
                                      </p:cBhvr>
                                      <p:to>
                                        <p:strVal val="visible"/>
                                      </p:to>
                                    </p:set>
                                    <p:animEffect transition="in" filter="wheel(4)">
                                      <p:cBhvr>
                                        <p:cTn id="7" dur="2000"/>
                                        <p:tgtEl>
                                          <p:spTgt spid="394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ample presentation slides with animation">
  <a:themeElements>
    <a:clrScheme name="ms01_1 1">
      <a:dk1>
        <a:srgbClr val="1A1A70"/>
      </a:dk1>
      <a:lt1>
        <a:srgbClr val="FFFFFF"/>
      </a:lt1>
      <a:dk2>
        <a:srgbClr val="12449E"/>
      </a:dk2>
      <a:lt2>
        <a:srgbClr val="C0C0C0"/>
      </a:lt2>
      <a:accent1>
        <a:srgbClr val="3167D3"/>
      </a:accent1>
      <a:accent2>
        <a:srgbClr val="87A3E9"/>
      </a:accent2>
      <a:accent3>
        <a:srgbClr val="FFFFFF"/>
      </a:accent3>
      <a:accent4>
        <a:srgbClr val="14145F"/>
      </a:accent4>
      <a:accent5>
        <a:srgbClr val="ADB8E6"/>
      </a:accent5>
      <a:accent6>
        <a:srgbClr val="7A93D3"/>
      </a:accent6>
      <a:hlink>
        <a:srgbClr val="90B54D"/>
      </a:hlink>
      <a:folHlink>
        <a:srgbClr val="F6A23C"/>
      </a:folHlink>
    </a:clrScheme>
    <a:fontScheme name="ms01_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ms01_1 1">
        <a:dk1>
          <a:srgbClr val="1A1A70"/>
        </a:dk1>
        <a:lt1>
          <a:srgbClr val="FFFFFF"/>
        </a:lt1>
        <a:dk2>
          <a:srgbClr val="12449E"/>
        </a:dk2>
        <a:lt2>
          <a:srgbClr val="C0C0C0"/>
        </a:lt2>
        <a:accent1>
          <a:srgbClr val="3167D3"/>
        </a:accent1>
        <a:accent2>
          <a:srgbClr val="87A3E9"/>
        </a:accent2>
        <a:accent3>
          <a:srgbClr val="FFFFFF"/>
        </a:accent3>
        <a:accent4>
          <a:srgbClr val="14145F"/>
        </a:accent4>
        <a:accent5>
          <a:srgbClr val="ADB8E6"/>
        </a:accent5>
        <a:accent6>
          <a:srgbClr val="7A93D3"/>
        </a:accent6>
        <a:hlink>
          <a:srgbClr val="90B54D"/>
        </a:hlink>
        <a:folHlink>
          <a:srgbClr val="F6A23C"/>
        </a:folHlink>
      </a:clrScheme>
      <a:clrMap bg1="lt1" tx1="dk1" bg2="lt2" tx2="dk2" accent1="accent1" accent2="accent2" accent3="accent3" accent4="accent4" accent5="accent5" accent6="accent6" hlink="hlink" folHlink="folHlink"/>
    </a:extraClrScheme>
    <a:extraClrScheme>
      <a:clrScheme name="ms01_1 2">
        <a:dk1>
          <a:srgbClr val="0E5D92"/>
        </a:dk1>
        <a:lt1>
          <a:srgbClr val="FFFFFF"/>
        </a:lt1>
        <a:dk2>
          <a:srgbClr val="137C9D"/>
        </a:dk2>
        <a:lt2>
          <a:srgbClr val="C0C0C0"/>
        </a:lt2>
        <a:accent1>
          <a:srgbClr val="35AACF"/>
        </a:accent1>
        <a:accent2>
          <a:srgbClr val="75CDB2"/>
        </a:accent2>
        <a:accent3>
          <a:srgbClr val="FFFFFF"/>
        </a:accent3>
        <a:accent4>
          <a:srgbClr val="0A4E7C"/>
        </a:accent4>
        <a:accent5>
          <a:srgbClr val="AED2E4"/>
        </a:accent5>
        <a:accent6>
          <a:srgbClr val="69BAA1"/>
        </a:accent6>
        <a:hlink>
          <a:srgbClr val="E8C86E"/>
        </a:hlink>
        <a:folHlink>
          <a:srgbClr val="1E68D6"/>
        </a:folHlink>
      </a:clrScheme>
      <a:clrMap bg1="lt1" tx1="dk1" bg2="lt2" tx2="dk2" accent1="accent1" accent2="accent2" accent3="accent3" accent4="accent4" accent5="accent5" accent6="accent6" hlink="hlink" folHlink="folHlink"/>
    </a:extraClrScheme>
    <a:extraClrScheme>
      <a:clrScheme name="ms01_1 3">
        <a:dk1>
          <a:srgbClr val="164D60"/>
        </a:dk1>
        <a:lt1>
          <a:srgbClr val="FFFFFF"/>
        </a:lt1>
        <a:dk2>
          <a:srgbClr val="2A8486"/>
        </a:dk2>
        <a:lt2>
          <a:srgbClr val="C0C0C0"/>
        </a:lt2>
        <a:accent1>
          <a:srgbClr val="48BC77"/>
        </a:accent1>
        <a:accent2>
          <a:srgbClr val="ECCA4C"/>
        </a:accent2>
        <a:accent3>
          <a:srgbClr val="FFFFFF"/>
        </a:accent3>
        <a:accent4>
          <a:srgbClr val="114051"/>
        </a:accent4>
        <a:accent5>
          <a:srgbClr val="B1DABD"/>
        </a:accent5>
        <a:accent6>
          <a:srgbClr val="D6B744"/>
        </a:accent6>
        <a:hlink>
          <a:srgbClr val="3191E9"/>
        </a:hlink>
        <a:folHlink>
          <a:srgbClr val="E36943"/>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Sample presentation slides with animation</Template>
  <TotalTime>3721</TotalTime>
  <Words>6428</Words>
  <Application>Microsoft Office PowerPoint</Application>
  <PresentationFormat>On-screen Show (4:3)</PresentationFormat>
  <Paragraphs>700</Paragraphs>
  <Slides>96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96</vt:i4>
      </vt:variant>
    </vt:vector>
  </HeadingPairs>
  <TitlesOfParts>
    <vt:vector size="104" baseType="lpstr">
      <vt:lpstr>Arial</vt:lpstr>
      <vt:lpstr>Wingdings</vt:lpstr>
      <vt:lpstr>Wingdings 2</vt:lpstr>
      <vt:lpstr>Calibri</vt:lpstr>
      <vt:lpstr>Times New Roman</vt:lpstr>
      <vt:lpstr>Verdana</vt:lpstr>
      <vt:lpstr>Garamond</vt:lpstr>
      <vt:lpstr>Sample presentation slides with animation</vt:lpstr>
      <vt:lpstr>PowerPoint Presentation</vt:lpstr>
      <vt:lpstr>PowerPoint Presentation</vt:lpstr>
      <vt:lpstr>II. MÀN HÌNH CỦA MICROSOFT EXCEL</vt:lpstr>
      <vt:lpstr>II. MÀN HÌNH CỦA MICROSOFT EXCEL</vt:lpstr>
      <vt:lpstr>II. MÀN HÌNH CỦA MICROSOFT EXCEL (tt)</vt:lpstr>
      <vt:lpstr>II. MÀN HÌNH CỦA MICROSOFT EXCEL (tt)</vt:lpstr>
      <vt:lpstr>II. MÀN HÌNH CỦA MICROSOFT EXCEL (tt)</vt:lpstr>
      <vt:lpstr>II. MÀN HÌNH CỦA MICROSOFT EXCEL (tt)</vt:lpstr>
      <vt:lpstr>II. MÀN HÌNH CỦA MICROSOFT EXCEL (tt)</vt:lpstr>
      <vt:lpstr>III. DỮ LIỆU TRONG EXCEL</vt:lpstr>
      <vt:lpstr>III. DỮ LIỆU TRONG EXCEL (tt)</vt:lpstr>
      <vt:lpstr>III. DỮ LIỆU TRONG EXCEL (tt)</vt:lpstr>
      <vt:lpstr>III. DỮ LIỆU TRONG EXCEL (tt)</vt:lpstr>
      <vt:lpstr>III. DỮ LIỆU TRONG EXCEL (tt)</vt:lpstr>
      <vt:lpstr>III. DỮ LIỆU TRONG EXCEL (tt)</vt:lpstr>
      <vt:lpstr>III. DỮ LIỆU TRONG EXCEL (tt)</vt:lpstr>
      <vt:lpstr>III. DỮ LIỆU TRONG EXCEL (tt)</vt:lpstr>
      <vt:lpstr>IV. ĐỊA CHỈ </vt:lpstr>
      <vt:lpstr>IV. ĐỊA CHỈ (TT)</vt:lpstr>
      <vt:lpstr>IV. ĐỊA CHỈ (TT)</vt:lpstr>
      <vt:lpstr>IV. ĐỊA CHỈ (TT)</vt:lpstr>
      <vt:lpstr>IV. ĐỊA CHỈ (TT)</vt:lpstr>
      <vt:lpstr>IV. ĐỊA CHỈ (TT)</vt:lpstr>
      <vt:lpstr>IV. ĐỊA CHỈ (TT)</vt:lpstr>
      <vt:lpstr>PowerPoint Presentation</vt:lpstr>
      <vt:lpstr>I. XỬ LÝ TRÊN VÙNG (TT)</vt:lpstr>
      <vt:lpstr>I. XỬ LÝ TRÊN VÙNG (TT)</vt:lpstr>
      <vt:lpstr>I. XỬ LÝ TRÊN VÙNG (TT)</vt:lpstr>
      <vt:lpstr>I. XỬ LÝ TRÊN VÙNG (TT)</vt:lpstr>
      <vt:lpstr>I. XỬ LÝ TRÊN VÙNG (TT)</vt:lpstr>
      <vt:lpstr>I. XỬ LÝ TRÊN VÙNG (TT)</vt:lpstr>
      <vt:lpstr>I. XỬ LÝ TRÊN VÙNG (TT)</vt:lpstr>
      <vt:lpstr>I. XỬ LÝ TRÊN VÙNG (TT)</vt:lpstr>
      <vt:lpstr>I. XỬ LÝ TRÊN VÙNG (TT)</vt:lpstr>
      <vt:lpstr>I. XỬ LÝ TRÊN VÙNG (TT)</vt:lpstr>
      <vt:lpstr>II. THAO TÁC TRÊN CỘT VÀ HÀNG</vt:lpstr>
      <vt:lpstr>II. THAO TÁC TRÊN CỘT VÀ HÀNG</vt:lpstr>
      <vt:lpstr>II. THAO TÁC TRÊN CỘT VÀ HÀNG : (TT)</vt:lpstr>
      <vt:lpstr>III. ĐỊNH DẠNG VÀ CÁCH HIỂN THỊ DỮ LIỆU</vt:lpstr>
      <vt:lpstr>III. ĐỊNH DẠNG VÀ CÁCH HIỂN THỊ DỮ LIỆU (TT)</vt:lpstr>
      <vt:lpstr>III. ĐỊNH DẠNG VÀ CÁCH HIỂN THỊ DỮ LIỆU (TT)</vt:lpstr>
      <vt:lpstr>III. ĐỊNH DẠNG VÀ CÁCH HIỂN THỊ DỮ LIỆU (TT)</vt:lpstr>
      <vt:lpstr>III. ĐỊNH DẠNG VÀ CÁCH HIỂN THỊ DỮ LIỆU (TT)</vt:lpstr>
      <vt:lpstr>Chương 10 CÁC HÀM TRONG EXCEL</vt:lpstr>
      <vt:lpstr>I. ĐỊNH NGHĨA HÀM (TT)</vt:lpstr>
      <vt:lpstr>II. CÁC HÀM THÔNG DỤNG</vt:lpstr>
      <vt:lpstr>1. Nhóm hàm xử lý số</vt:lpstr>
      <vt:lpstr>1. Nhóm hàm xử lý số</vt:lpstr>
      <vt:lpstr>1. Nhóm hàm xử lý số</vt:lpstr>
      <vt:lpstr>2. Nhóm hàm xử lý dữ liệu chuỗi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4. Các hàm thời gian </vt:lpstr>
      <vt:lpstr>4. Các hàm thời gian</vt:lpstr>
      <vt:lpstr>PowerPoint Presentation</vt:lpstr>
      <vt:lpstr>PowerPoint Presentation</vt:lpstr>
      <vt:lpstr>PowerPoint Presentation</vt:lpstr>
      <vt:lpstr>5. Các hàm thống kê</vt:lpstr>
      <vt:lpstr>PowerPoint Presentation</vt:lpstr>
      <vt:lpstr>PowerPoint Presentation</vt:lpstr>
      <vt:lpstr>II. CÁC HÀM THÔNG DỤNG: (TT)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Chương 11 THAO TÁC TRÊN CƠ SỞ DỮ LiỆU </vt:lpstr>
      <vt:lpstr>II.. TRÍCH LỌC DỮ LIỆU</vt:lpstr>
      <vt:lpstr>2. Lọc theo bảng tiêu chuẩn tạo trước</vt:lpstr>
      <vt:lpstr>PowerPoint Presentation</vt:lpstr>
      <vt:lpstr>III. Các loại biểu đồ</vt:lpstr>
      <vt:lpstr>Các bước tạo đồ thị</vt:lpstr>
      <vt:lpstr>Bước 1: Định kiểu đồ thị</vt:lpstr>
      <vt:lpstr>Bước 2: Định dữ liệu</vt:lpstr>
      <vt:lpstr> Tab Titles Tiêu đề đồ thị và tiêu đề các trục</vt:lpstr>
      <vt:lpstr>Bước 3: Các lựa chọn - Tab Legend Chú giải</vt:lpstr>
      <vt:lpstr>Bước 3: Các lựa chọn - Tab Data Labels nhãn dữ liệu</vt:lpstr>
      <vt:lpstr>Bước 4: Định nơi đặt đồ thị</vt:lpstr>
      <vt:lpstr>CHƯƠNG VI</vt:lpstr>
      <vt:lpstr>PowerPoint Presentation</vt:lpstr>
      <vt:lpstr>PowerPoint Presentation</vt:lpstr>
      <vt:lpstr>II. ĐỊNH DẠNG TRANG IN</vt:lpstr>
    </vt:vector>
  </TitlesOfParts>
  <Company>Kasetsart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and Analysis of Computer Algorithm Lecture 1</dc:title>
  <dc:creator>Pradondet Nilagupta</dc:creator>
  <cp:lastModifiedBy>Dư Quí Nguyễn</cp:lastModifiedBy>
  <cp:revision>792</cp:revision>
  <dcterms:created xsi:type="dcterms:W3CDTF">2008-06-11T08:02:33Z</dcterms:created>
  <dcterms:modified xsi:type="dcterms:W3CDTF">2026-03-13T08:10:02Z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TC011367991033</vt:lpwstr>
  </property>
</Properties>
</file>